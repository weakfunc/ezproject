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3"/>
    <p:sldId id="257" r:id="rId4"/>
    <p:sldId id="258" r:id="rId5"/>
    <p:sldId id="259" r:id="rId6"/>
    <p:sldId id="260" r:id="rId7"/>
    <p:sldId id="269" r:id="rId8"/>
    <p:sldId id="261" r:id="rId9"/>
    <p:sldId id="262" r:id="rId10"/>
    <p:sldId id="263" r:id="rId11"/>
    <p:sldId id="264" r:id="rId12"/>
    <p:sldId id="265" r:id="rId13"/>
    <p:sldId id="266" r:id="rId14"/>
    <p:sldId id="268" r:id="rId15"/>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p:scale>
          <a:sx n="60" d="100"/>
          <a:sy n="60" d="100"/>
        </p:scale>
        <p:origin x="2094" y="1932"/>
      </p:cViewPr>
      <p:guideLst>
        <p:guide pos="416"/>
        <p:guide pos="7256"/>
        <p:guide orient="horz" pos="648"/>
        <p:guide orient="horz" pos="712"/>
        <p:guide orient="horz" pos="3928"/>
        <p:guide orient="horz" pos="3884"/>
      </p:guideLst>
    </p:cSldViewPr>
  </p:slideViewPr>
  <p:outlineViewPr>
    <p:cViewPr>
      <p:scale>
        <a:sx n="33" d="100"/>
        <a:sy n="33" d="100"/>
      </p:scale>
      <p:origin x="0" y="0"/>
    </p:cViewPr>
  </p:outlineViewPr>
  <p:notesTextViewPr>
    <p:cViewPr>
      <p:scale>
        <a:sx n="1" d="1"/>
        <a:sy n="1" d="1"/>
      </p:scale>
      <p:origin x="0" y="0"/>
    </p:cViewPr>
  </p:notesTextViewPr>
  <p:notesViewPr>
    <p:cSldViewPr>
      <p:cViewPr>
        <p:scale>
          <a:sx n="1" d="100"/>
          <a:sy n="1"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gs" Target="tags/tag8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1"/>
      </p:bgRef>
    </p:bg>
    <p:spTree>
      <p:nvGrpSpPr>
        <p:cNvPr id="1" name=""/>
        <p:cNvGrpSpPr/>
        <p:nvPr/>
      </p:nvGrpSpPr>
      <p:grpSpPr>
        <a:xfrm>
          <a:off x="0" y="0"/>
          <a:ext cx="0" cy="0"/>
          <a:chOff x="0" y="0"/>
          <a:chExt cx="0" cy="0"/>
        </a:xfrm>
      </p:grpSpPr>
      <p:sp>
        <p:nvSpPr>
          <p:cNvPr id="2" name="矩形 1" descr="cc2ce25c-0261-4539-878e-feec8e1e598f"/>
          <p:cNvSpPr/>
          <p:nvPr/>
        </p:nvSpPr>
        <p:spPr>
          <a:xfrm>
            <a:off x="0" y="0"/>
            <a:ext cx="12192000" cy="6858000"/>
          </a:xfrm>
          <a:prstGeom prst="rect">
            <a:avLst/>
          </a:prstGeom>
          <a:blipFill>
            <a:blip r:embed="rId2"/>
            <a:stretch>
              <a:fillRect t="-9259" b="-9259"/>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lvl="0" algn="ctr"/>
            <a:endParaRPr lang="zh-CN" altLang="en-US"/>
          </a:p>
        </p:txBody>
      </p:sp>
      <p:sp>
        <p:nvSpPr>
          <p:cNvPr id="8" name="任意多边形 7" descr="e3b44e00-8a08-438a-b2ca-38a305cde561"/>
          <p:cNvSpPr/>
          <p:nvPr/>
        </p:nvSpPr>
        <p:spPr>
          <a:xfrm>
            <a:off x="0" y="0"/>
            <a:ext cx="8009128" cy="6858000"/>
          </a:xfrm>
          <a:custGeom>
            <a:avLst/>
            <a:gdLst>
              <a:gd name="connsiteX0" fmla="*/ 0 w 8009128"/>
              <a:gd name="connsiteY0" fmla="*/ 0 h 6858000"/>
              <a:gd name="connsiteX1" fmla="*/ 5997738 w 8009128"/>
              <a:gd name="connsiteY1" fmla="*/ 0 h 6858000"/>
              <a:gd name="connsiteX2" fmla="*/ 8009128 w 8009128"/>
              <a:gd name="connsiteY2" fmla="*/ 4022779 h 6858000"/>
              <a:gd name="connsiteX3" fmla="*/ 6591517 w 8009128"/>
              <a:gd name="connsiteY3" fmla="*/ 6858000 h 6858000"/>
              <a:gd name="connsiteX4" fmla="*/ 0 w 800912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9128" h="6858000">
                <a:moveTo>
                  <a:pt x="0" y="0"/>
                </a:moveTo>
                <a:lnTo>
                  <a:pt x="5997738" y="0"/>
                </a:lnTo>
                <a:lnTo>
                  <a:pt x="8009128" y="4022779"/>
                </a:lnTo>
                <a:lnTo>
                  <a:pt x="6591517" y="6858000"/>
                </a:lnTo>
                <a:lnTo>
                  <a:pt x="0" y="6858000"/>
                </a:lnTo>
                <a:close/>
              </a:path>
            </a:pathLst>
          </a:custGeom>
          <a:gradFill>
            <a:gsLst>
              <a:gs pos="0">
                <a:schemeClr val="accent1">
                  <a:lumMod val="60000"/>
                  <a:lumOff val="40000"/>
                  <a:alpha val="90000"/>
                </a:schemeClr>
              </a:gs>
              <a:gs pos="83000">
                <a:schemeClr val="accent1"/>
              </a:gs>
            </a:gsLst>
            <a:lin ang="10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标题 4" descr="e41f0053-7459-477d-b564-7eb05afc778e"/>
          <p:cNvSpPr>
            <a:spLocks noGrp="1"/>
          </p:cNvSpPr>
          <p:nvPr>
            <p:ph type="ctrTitle" hasCustomPrompt="1"/>
          </p:nvPr>
        </p:nvSpPr>
        <p:spPr>
          <a:xfrm>
            <a:off x="660400" y="1604819"/>
            <a:ext cx="6137008" cy="2152649"/>
          </a:xfrm>
          <a:prstGeom prst="rect">
            <a:avLst/>
          </a:prstGeom>
        </p:spPr>
        <p:txBody>
          <a:bodyPr wrap="square" anchor="b">
            <a:normAutofit/>
          </a:bodyPr>
          <a:lstStyle>
            <a:lvl1pPr>
              <a:lnSpc>
                <a:spcPct val="100000"/>
              </a:lnSpc>
              <a:defRPr sz="5400">
                <a:ln w="19050">
                  <a:noFill/>
                </a:ln>
                <a:solidFill>
                  <a:schemeClr val="tx1"/>
                </a:solidFill>
              </a:defRPr>
            </a:lvl1pPr>
          </a:lstStyle>
          <a:p>
            <a:pPr lvl="0"/>
            <a:r>
              <a:rPr lang="zh-CN" altLang="en-US"/>
              <a:t>Click to add title</a:t>
            </a:r>
            <a:endParaRPr lang="en-US"/>
          </a:p>
        </p:txBody>
      </p:sp>
      <p:sp>
        <p:nvSpPr>
          <p:cNvPr id="9" name="副标题 8" descr="4c062310-5799-4696-a41a-3cadbb615ae7"/>
          <p:cNvSpPr>
            <a:spLocks noGrp="1"/>
          </p:cNvSpPr>
          <p:nvPr>
            <p:ph type="subTitle" sz="quarter" idx="1" hasCustomPrompt="1"/>
          </p:nvPr>
        </p:nvSpPr>
        <p:spPr>
          <a:xfrm>
            <a:off x="660400" y="4059549"/>
            <a:ext cx="6137008" cy="728686"/>
          </a:xfrm>
          <a:prstGeom prst="roundRect">
            <a:avLst>
              <a:gd name="adj" fmla="val 0"/>
            </a:avLst>
          </a:prstGeom>
          <a:noFill/>
          <a:ln>
            <a:noFill/>
          </a:ln>
        </p:spPr>
        <p:txBody>
          <a:bodyPr vert="horz" wrap="square" lIns="91440" tIns="45720" rIns="91440" bIns="45720" rtlCol="0" anchor="t" anchorCtr="0">
            <a:normAutofit/>
          </a:bodyPr>
          <a:lstStyle>
            <a:lvl1pPr marL="0" indent="0" algn="l">
              <a:lnSpc>
                <a:spcPct val="100000"/>
              </a:lnSpc>
              <a:buNone/>
              <a:defRPr lang="en-US" sz="2000">
                <a:solidFill>
                  <a:schemeClr val="tx1"/>
                </a:solidFill>
                <a:latin typeface="+mj-lt"/>
              </a:defRPr>
            </a:lvl1pPr>
          </a:lstStyle>
          <a:p>
            <a:pPr lvl="0"/>
            <a:r>
              <a:rPr lang="zh-CN" altLang="en-US"/>
              <a:t>Click to add subtitle</a:t>
            </a:r>
            <a:endParaRPr lang="en-US"/>
          </a:p>
        </p:txBody>
      </p:sp>
      <p:sp>
        <p:nvSpPr>
          <p:cNvPr id="4" name="文本占位符 3" descr="e869e2d4-659f-4d18-a377-7796f73d8b95"/>
          <p:cNvSpPr>
            <a:spLocks noGrp="1"/>
          </p:cNvSpPr>
          <p:nvPr>
            <p:ph type="body" sz="quarter" idx="13" hasCustomPrompt="1"/>
          </p:nvPr>
        </p:nvSpPr>
        <p:spPr>
          <a:xfrm>
            <a:off x="660400" y="5512135"/>
            <a:ext cx="6137008" cy="276999"/>
          </a:xfrm>
          <a:prstGeom prst="rect">
            <a:avLst/>
          </a:prstGeom>
        </p:spPr>
        <p:txBody>
          <a:bodyPr wrap="square" lIns="90000">
            <a:normAutofit/>
          </a:bodyPr>
          <a:lstStyle>
            <a:lvl1pPr marL="0" indent="0" algn="l">
              <a:lnSpc>
                <a:spcPct val="100000"/>
              </a:lnSpc>
              <a:buNone/>
              <a:defRPr sz="1200"/>
            </a:lvl1pPr>
          </a:lstStyle>
          <a:p>
            <a:pPr lvl="0"/>
            <a:r>
              <a:rPr lang="zh-CN" altLang="en-US"/>
              <a:t>Presenter name</a:t>
            </a:r>
            <a:endParaRPr lang="en-US"/>
          </a:p>
        </p:txBody>
      </p:sp>
      <p:sp>
        <p:nvSpPr>
          <p:cNvPr id="7" name="文本占位符 6" descr="e435deb1-3835-48df-a3f5-531f3f1f6fcd"/>
          <p:cNvSpPr>
            <a:spLocks noGrp="1"/>
          </p:cNvSpPr>
          <p:nvPr>
            <p:ph type="body" sz="quarter" idx="14" hasCustomPrompt="1"/>
          </p:nvPr>
        </p:nvSpPr>
        <p:spPr>
          <a:xfrm>
            <a:off x="660400" y="5857101"/>
            <a:ext cx="6137008" cy="276999"/>
          </a:xfrm>
          <a:prstGeom prst="rect">
            <a:avLst/>
          </a:prstGeom>
        </p:spPr>
        <p:txBody>
          <a:bodyPr wrap="none">
            <a:normAutofit/>
          </a:bodyPr>
          <a:lstStyle>
            <a:lvl1pPr marL="0" indent="0" algn="l">
              <a:lnSpc>
                <a:spcPct val="100000"/>
              </a:lnSpc>
              <a:buNone/>
              <a:defRPr sz="1200"/>
            </a:lvl1pPr>
          </a:lstStyle>
          <a:p>
            <a:pPr lvl="0"/>
            <a:endParaRPr lang="en-US"/>
          </a:p>
        </p:txBody>
      </p:sp>
      <p:sp>
        <p:nvSpPr>
          <p:cNvPr id="23" name="任意多边形 22" descr="782233f0-25e1-433e-b310-7ff16f95fbb6"/>
          <p:cNvSpPr/>
          <p:nvPr/>
        </p:nvSpPr>
        <p:spPr>
          <a:xfrm>
            <a:off x="7205214" y="6084260"/>
            <a:ext cx="2053086" cy="773741"/>
          </a:xfrm>
          <a:custGeom>
            <a:avLst/>
            <a:gdLst>
              <a:gd name="connsiteX0" fmla="*/ 361950 w 1920837"/>
              <a:gd name="connsiteY0" fmla="*/ 0 h 723901"/>
              <a:gd name="connsiteX1" fmla="*/ 1558886 w 1920837"/>
              <a:gd name="connsiteY1" fmla="*/ 0 h 723901"/>
              <a:gd name="connsiteX2" fmla="*/ 1920837 w 1920837"/>
              <a:gd name="connsiteY2" fmla="*/ 723901 h 723901"/>
              <a:gd name="connsiteX3" fmla="*/ 0 w 1920837"/>
              <a:gd name="connsiteY3" fmla="*/ 723901 h 723901"/>
            </a:gdLst>
            <a:ahLst/>
            <a:cxnLst>
              <a:cxn ang="0">
                <a:pos x="connsiteX0" y="connsiteY0"/>
              </a:cxn>
              <a:cxn ang="0">
                <a:pos x="connsiteX1" y="connsiteY1"/>
              </a:cxn>
              <a:cxn ang="0">
                <a:pos x="connsiteX2" y="connsiteY2"/>
              </a:cxn>
              <a:cxn ang="0">
                <a:pos x="connsiteX3" y="connsiteY3"/>
              </a:cxn>
            </a:cxnLst>
            <a:rect l="l" t="t" r="r" b="b"/>
            <a:pathLst>
              <a:path w="1920836" h="723901">
                <a:moveTo>
                  <a:pt x="361950" y="0"/>
                </a:moveTo>
                <a:lnTo>
                  <a:pt x="1558886" y="0"/>
                </a:lnTo>
                <a:lnTo>
                  <a:pt x="1920837" y="723901"/>
                </a:lnTo>
                <a:lnTo>
                  <a:pt x="0" y="723901"/>
                </a:lnTo>
                <a:close/>
              </a:path>
            </a:pathLst>
          </a:custGeom>
          <a:gradFill>
            <a:gsLst>
              <a:gs pos="0">
                <a:schemeClr val="accent2">
                  <a:lumMod val="60000"/>
                  <a:lumOff val="40000"/>
                  <a:alpha val="32000"/>
                </a:schemeClr>
              </a:gs>
              <a:gs pos="100000">
                <a:schemeClr val="accent2"/>
              </a:gs>
            </a:gsLst>
            <a:lin ang="10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1" name="任意多边形 20" descr="a1762c6b-08a5-4930-a4c2-2fa9f83be685"/>
          <p:cNvSpPr/>
          <p:nvPr/>
        </p:nvSpPr>
        <p:spPr>
          <a:xfrm>
            <a:off x="445674" y="621788"/>
            <a:ext cx="696152" cy="600131"/>
          </a:xfrm>
          <a:custGeom>
            <a:avLst/>
            <a:gdLst>
              <a:gd name="connsiteX0" fmla="*/ 150033 w 696152"/>
              <a:gd name="connsiteY0" fmla="*/ 0 h 600131"/>
              <a:gd name="connsiteX1" fmla="*/ 546119 w 696152"/>
              <a:gd name="connsiteY1" fmla="*/ 0 h 600131"/>
              <a:gd name="connsiteX2" fmla="*/ 696152 w 696152"/>
              <a:gd name="connsiteY2" fmla="*/ 300066 h 600131"/>
              <a:gd name="connsiteX3" fmla="*/ 546119 w 696152"/>
              <a:gd name="connsiteY3" fmla="*/ 600131 h 600131"/>
              <a:gd name="connsiteX4" fmla="*/ 150033 w 696152"/>
              <a:gd name="connsiteY4" fmla="*/ 600131 h 600131"/>
              <a:gd name="connsiteX5" fmla="*/ 0 w 696152"/>
              <a:gd name="connsiteY5" fmla="*/ 300066 h 60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152" h="600131">
                <a:moveTo>
                  <a:pt x="150033" y="0"/>
                </a:moveTo>
                <a:lnTo>
                  <a:pt x="546119" y="0"/>
                </a:lnTo>
                <a:lnTo>
                  <a:pt x="696152" y="300066"/>
                </a:lnTo>
                <a:lnTo>
                  <a:pt x="546119" y="600131"/>
                </a:lnTo>
                <a:lnTo>
                  <a:pt x="150033" y="600131"/>
                </a:lnTo>
                <a:lnTo>
                  <a:pt x="0" y="300066"/>
                </a:lnTo>
                <a:close/>
              </a:path>
            </a:pathLst>
          </a:custGeom>
          <a:gradFill>
            <a:gsLst>
              <a:gs pos="0">
                <a:schemeClr val="accent2">
                  <a:lumMod val="60000"/>
                  <a:lumOff val="40000"/>
                  <a:alpha val="32000"/>
                </a:schemeClr>
              </a:gs>
              <a:gs pos="100000">
                <a:schemeClr val="accent2"/>
              </a:gs>
            </a:gsLst>
            <a:lin ang="10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 name="任意多边形 24" descr="04e1fe96-eac9-4b02-a832-77e8357e63b2"/>
          <p:cNvSpPr/>
          <p:nvPr/>
        </p:nvSpPr>
        <p:spPr>
          <a:xfrm>
            <a:off x="10991948" y="0"/>
            <a:ext cx="1200052" cy="1221919"/>
          </a:xfrm>
          <a:custGeom>
            <a:avLst/>
            <a:gdLst>
              <a:gd name="connsiteX0" fmla="*/ 204647 w 1534352"/>
              <a:gd name="connsiteY0" fmla="*/ 0 h 1562311"/>
              <a:gd name="connsiteX1" fmla="*/ 1534352 w 1534352"/>
              <a:gd name="connsiteY1" fmla="*/ 0 h 1562311"/>
              <a:gd name="connsiteX2" fmla="*/ 1534352 w 1534352"/>
              <a:gd name="connsiteY2" fmla="*/ 1562311 h 1562311"/>
              <a:gd name="connsiteX3" fmla="*/ 576509 w 1534352"/>
              <a:gd name="connsiteY3" fmla="*/ 1562311 h 1562311"/>
              <a:gd name="connsiteX4" fmla="*/ 0 w 1534352"/>
              <a:gd name="connsiteY4" fmla="*/ 409294 h 1562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4352" h="1562311">
                <a:moveTo>
                  <a:pt x="204647" y="0"/>
                </a:moveTo>
                <a:lnTo>
                  <a:pt x="1534352" y="0"/>
                </a:lnTo>
                <a:lnTo>
                  <a:pt x="1534352" y="1562311"/>
                </a:lnTo>
                <a:lnTo>
                  <a:pt x="576509" y="1562311"/>
                </a:lnTo>
                <a:lnTo>
                  <a:pt x="0" y="409294"/>
                </a:lnTo>
                <a:close/>
              </a:path>
            </a:pathLst>
          </a:custGeom>
          <a:gradFill flip="none" rotWithShape="1">
            <a:gsLst>
              <a:gs pos="0">
                <a:schemeClr val="accent1">
                  <a:lumMod val="60000"/>
                  <a:lumOff val="40000"/>
                  <a:alpha val="46000"/>
                </a:schemeClr>
              </a:gs>
              <a:gs pos="100000">
                <a:schemeClr val="accent1"/>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descr="136e958f-e9b9-430b-bd75-1f7b4608bc44"/>
          <p:cNvSpPr>
            <a:spLocks noGrp="1"/>
          </p:cNvSpPr>
          <p:nvPr>
            <p:ph type="title" hasCustomPrompt="1"/>
          </p:nvPr>
        </p:nvSpPr>
        <p:spPr/>
        <p:txBody>
          <a:bodyPr/>
          <a:lstStyle>
            <a:lvl1pPr>
              <a:defRPr/>
            </a:lvl1pPr>
          </a:lstStyle>
          <a:p>
            <a:pPr lvl="0"/>
            <a:r>
              <a:rPr lang="zh-CN" altLang="en-US"/>
              <a:t>Click to add title</a:t>
            </a:r>
            <a:endParaRPr lang="en-US"/>
          </a:p>
        </p:txBody>
      </p:sp>
      <p:sp>
        <p:nvSpPr>
          <p:cNvPr id="3" name="内容占位符 2" descr="cce9f4bb-c1d6-4d38-8219-dfd3d53a61db"/>
          <p:cNvSpPr>
            <a:spLocks noGrp="1"/>
          </p:cNvSpPr>
          <p:nvPr>
            <p:ph idx="1" hasCustomPrompt="1"/>
          </p:nvPr>
        </p:nvSpPr>
        <p:spPr/>
        <p:txBody>
          <a:bodyPr/>
          <a:lstStyle>
            <a:lvl1pPr>
              <a:defRPr/>
            </a:lvl1p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日期占位符 3" descr="dc6e3551-768a-401f-b91e-e3b9224ae617"/>
          <p:cNvSpPr>
            <a:spLocks noGrp="1"/>
          </p:cNvSpPr>
          <p:nvPr>
            <p:ph type="dt" sz="half" idx="10"/>
          </p:nvPr>
        </p:nvSpPr>
        <p:spPr/>
        <p:txBody>
          <a:bodyPr/>
          <a:lstStyle/>
          <a:p>
            <a:endParaRPr lang="en-US"/>
          </a:p>
        </p:txBody>
      </p:sp>
      <p:sp>
        <p:nvSpPr>
          <p:cNvPr id="5" name="页脚占位符 4" descr="564cf95a-b411-49d5-a4a8-feabab07d973"/>
          <p:cNvSpPr>
            <a:spLocks noGrp="1"/>
          </p:cNvSpPr>
          <p:nvPr>
            <p:ph type="ftr" sz="quarter" idx="11"/>
          </p:nvPr>
        </p:nvSpPr>
        <p:spPr/>
        <p:txBody>
          <a:bodyPr/>
          <a:lstStyle/>
          <a:p>
            <a:endParaRPr lang="en-US"/>
          </a:p>
        </p:txBody>
      </p:sp>
      <p:sp>
        <p:nvSpPr>
          <p:cNvPr id="6" name="灯片编号占位符 5" descr="91ba0622-e796-4e26-b586-4c61f8037ab7"/>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matchingName="Agenda">
  <p:cSld name="Agenda">
    <p:spTree>
      <p:nvGrpSpPr>
        <p:cNvPr id="1" name=""/>
        <p:cNvGrpSpPr/>
        <p:nvPr/>
      </p:nvGrpSpPr>
      <p:grpSpPr>
        <a:xfrm>
          <a:off x="0" y="0"/>
          <a:ext cx="0" cy="0"/>
          <a:chOff x="0" y="0"/>
          <a:chExt cx="0" cy="0"/>
        </a:xfrm>
      </p:grpSpPr>
      <p:sp>
        <p:nvSpPr>
          <p:cNvPr id="9" name="矩形 8" descr="b1c4f30f-0566-47b0-b1fb-06bb5ab375b3"/>
          <p:cNvSpPr/>
          <p:nvPr/>
        </p:nvSpPr>
        <p:spPr>
          <a:xfrm>
            <a:off x="8534400" y="0"/>
            <a:ext cx="3657600" cy="6858000"/>
          </a:xfrm>
          <a:prstGeom prst="rect">
            <a:avLst/>
          </a:prstGeom>
          <a:blipFill>
            <a:blip r:embed="rId2"/>
            <a:stretch>
              <a:fillRect l="-90625" r="-90625"/>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1" name="矩形 10" descr="72b1592a-d609-4084-865c-b9f9a7f9b305"/>
          <p:cNvSpPr/>
          <p:nvPr/>
        </p:nvSpPr>
        <p:spPr>
          <a:xfrm>
            <a:off x="0" y="1130301"/>
            <a:ext cx="11518899" cy="1219200"/>
          </a:xfrm>
          <a:prstGeom prst="rect">
            <a:avLst/>
          </a:prstGeom>
          <a:gradFill>
            <a:gsLst>
              <a:gs pos="50000">
                <a:schemeClr val="accent1"/>
              </a:gs>
              <a:gs pos="100000">
                <a:schemeClr val="accent1">
                  <a:alpha val="8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endParaRPr lang="en-US" sz="1600">
              <a:cs typeface="+mn-ea"/>
              <a:sym typeface="+mn-lt"/>
            </a:endParaRPr>
          </a:p>
        </p:txBody>
      </p:sp>
      <p:sp>
        <p:nvSpPr>
          <p:cNvPr id="2" name="标题 1" descr="9c6d75c6-2bdb-4661-95c4-ed1231fe59c4"/>
          <p:cNvSpPr>
            <a:spLocks noGrp="1"/>
          </p:cNvSpPr>
          <p:nvPr>
            <p:ph type="title" hasCustomPrompt="1"/>
          </p:nvPr>
        </p:nvSpPr>
        <p:spPr>
          <a:xfrm>
            <a:off x="660401" y="1242685"/>
            <a:ext cx="9833814" cy="994433"/>
          </a:xfrm>
          <a:prstGeom prst="rect">
            <a:avLst/>
          </a:prstGeom>
          <a:noFill/>
        </p:spPr>
        <p:txBody>
          <a:bodyPr anchor="ctr" anchorCtr="0">
            <a:normAutofit/>
          </a:bodyPr>
          <a:lstStyle>
            <a:lvl1pPr algn="l">
              <a:defRPr sz="2800">
                <a:solidFill>
                  <a:srgbClr val="FFFFFF"/>
                </a:solidFill>
              </a:defRPr>
            </a:lvl1pPr>
          </a:lstStyle>
          <a:p>
            <a:pPr lvl="0"/>
            <a:r>
              <a:rPr lang="zh-CN" altLang="en-US"/>
              <a:t>Agenda</a:t>
            </a:r>
            <a:endParaRPr lang="en-US"/>
          </a:p>
        </p:txBody>
      </p:sp>
      <p:sp>
        <p:nvSpPr>
          <p:cNvPr id="3" name="内容占位符 2" descr="fd5ab7dc-53e6-421b-8df9-06b9f039ba3e"/>
          <p:cNvSpPr>
            <a:spLocks noGrp="1"/>
          </p:cNvSpPr>
          <p:nvPr>
            <p:ph sz="quarter" idx="1" hasCustomPrompt="1"/>
          </p:nvPr>
        </p:nvSpPr>
        <p:spPr>
          <a:xfrm>
            <a:off x="660401" y="2660363"/>
            <a:ext cx="7588250" cy="3473737"/>
          </a:xfrm>
        </p:spPr>
        <p:txBody>
          <a:bodyPr numCol="2"/>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日期占位符 3" descr="445d5f90-d964-4b86-9640-77b792b50200"/>
          <p:cNvSpPr>
            <a:spLocks noGrp="1"/>
          </p:cNvSpPr>
          <p:nvPr>
            <p:ph type="dt" sz="half" idx="10"/>
          </p:nvPr>
        </p:nvSpPr>
        <p:spPr/>
        <p:txBody>
          <a:bodyPr/>
          <a:lstStyle/>
          <a:p>
            <a:endParaRPr lang="en-US"/>
          </a:p>
        </p:txBody>
      </p:sp>
      <p:sp>
        <p:nvSpPr>
          <p:cNvPr id="5" name="页脚占位符 4" descr="b62a6bb8-3725-4b79-82af-e903efb7890c"/>
          <p:cNvSpPr>
            <a:spLocks noGrp="1"/>
          </p:cNvSpPr>
          <p:nvPr>
            <p:ph type="ftr" sz="quarter" idx="11"/>
          </p:nvPr>
        </p:nvSpPr>
        <p:spPr/>
        <p:txBody>
          <a:bodyPr/>
          <a:lstStyle/>
          <a:p>
            <a:endParaRPr lang="en-US"/>
          </a:p>
        </p:txBody>
      </p:sp>
      <p:sp>
        <p:nvSpPr>
          <p:cNvPr id="6" name="灯片编号占位符 5" descr="46e5da84-ccdf-42c6-b511-d3160c457f80"/>
          <p:cNvSpPr>
            <a:spLocks noGrp="1"/>
          </p:cNvSpPr>
          <p:nvPr>
            <p:ph type="sldNum" sz="quarter" idx="12"/>
          </p:nvPr>
        </p:nvSpPr>
        <p:spPr/>
        <p:txBody>
          <a:bodyPr/>
          <a:lstStyle/>
          <a:p>
            <a:fld id="{C8BB1146-E542-4D4E-B8E9-6919A11DDD48}" type="slidenum">
              <a:rPr lang="en-US" smtClean="0"/>
            </a:fld>
            <a:endParaRPr lang="en-US"/>
          </a:p>
        </p:txBody>
      </p:sp>
      <p:sp>
        <p:nvSpPr>
          <p:cNvPr id="10" name="任意多边形 9" descr="1a74dd27-b963-4a63-ad85-02bab8737aad"/>
          <p:cNvSpPr>
            <a:spLocks noChangeAspect="1"/>
          </p:cNvSpPr>
          <p:nvPr/>
        </p:nvSpPr>
        <p:spPr bwMode="auto">
          <a:xfrm>
            <a:off x="10686332" y="1441163"/>
            <a:ext cx="640450" cy="673676"/>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FFFFFF"/>
          </a:solidFill>
          <a:ln>
            <a:noFill/>
          </a:ln>
        </p:spPr>
        <p:txBody>
          <a:bodyPr/>
          <a:lstStyle/>
          <a:p>
            <a:endParaRPr lang="zh-CN" altLang="en-US">
              <a:cs typeface="+mn-ea"/>
              <a:sym typeface="+mn-lt"/>
            </a:endParaRPr>
          </a:p>
        </p:txBody>
      </p:sp>
      <p:cxnSp>
        <p:nvCxnSpPr>
          <p:cNvPr id="8" name="直接连接符 7" descr="be34988f-3eb6-43bc-a2a5-2a49d241bb90"/>
          <p:cNvCxnSpPr/>
          <p:nvPr/>
        </p:nvCxnSpPr>
        <p:spPr>
          <a:xfrm flipH="1">
            <a:off x="3759200" y="2781300"/>
            <a:ext cx="0" cy="26924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1"/>
      </p:bgRef>
    </p:bg>
    <p:spTree>
      <p:nvGrpSpPr>
        <p:cNvPr id="1" name=""/>
        <p:cNvGrpSpPr/>
        <p:nvPr/>
      </p:nvGrpSpPr>
      <p:grpSpPr>
        <a:xfrm>
          <a:off x="0" y="0"/>
          <a:ext cx="0" cy="0"/>
          <a:chOff x="0" y="0"/>
          <a:chExt cx="0" cy="0"/>
        </a:xfrm>
      </p:grpSpPr>
      <p:grpSp>
        <p:nvGrpSpPr>
          <p:cNvPr id="2" name="组合 1" descr="cf134e01-b4ed-4509-895a-5e5b659729ea"/>
          <p:cNvGrpSpPr/>
          <p:nvPr/>
        </p:nvGrpSpPr>
        <p:grpSpPr>
          <a:xfrm flipH="1">
            <a:off x="0" y="0"/>
            <a:ext cx="12192000" cy="6858000"/>
            <a:chOff x="0" y="0"/>
            <a:chExt cx="12192000" cy="6858000"/>
          </a:xfrm>
        </p:grpSpPr>
        <p:grpSp>
          <p:nvGrpSpPr>
            <p:cNvPr id="3" name="组合 2" descr="e66e48d4-f923-4556-a2a4-6c5a63579c61"/>
            <p:cNvGrpSpPr/>
            <p:nvPr/>
          </p:nvGrpSpPr>
          <p:grpSpPr>
            <a:xfrm>
              <a:off x="0" y="0"/>
              <a:ext cx="12192000" cy="6858000"/>
              <a:chOff x="0" y="0"/>
              <a:chExt cx="12192000" cy="6858000"/>
            </a:xfrm>
          </p:grpSpPr>
          <p:sp>
            <p:nvSpPr>
              <p:cNvPr id="11" name="矩形 10" descr="6c511c15-43a2-4b29-b6fb-11b475e6c9bd"/>
              <p:cNvSpPr/>
              <p:nvPr/>
            </p:nvSpPr>
            <p:spPr>
              <a:xfrm>
                <a:off x="0" y="0"/>
                <a:ext cx="12192000" cy="6858000"/>
              </a:xfrm>
              <a:prstGeom prst="rect">
                <a:avLst/>
              </a:prstGeom>
              <a:blipFill>
                <a:blip r:embed="rId2"/>
                <a:stretch>
                  <a:fillRect t="-9259" b="-925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lvl="0" algn="ctr"/>
                <a:endParaRPr lang="zh-CN" altLang="en-US"/>
              </a:p>
            </p:txBody>
          </p:sp>
          <p:sp>
            <p:nvSpPr>
              <p:cNvPr id="12" name="矩形 11" descr="3803f3e0-be82-4527-a691-c3e9392d6779"/>
              <p:cNvSpPr/>
              <p:nvPr/>
            </p:nvSpPr>
            <p:spPr>
              <a:xfrm>
                <a:off x="0" y="0"/>
                <a:ext cx="12192000" cy="6858000"/>
              </a:xfrm>
              <a:prstGeom prst="rect">
                <a:avLst/>
              </a:prstGeom>
              <a:solidFill>
                <a:schemeClr val="bg1">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lvl="0" algn="ctr"/>
                <a:endParaRPr lang="zh-CN" altLang="en-US"/>
              </a:p>
            </p:txBody>
          </p:sp>
        </p:grpSp>
        <p:grpSp>
          <p:nvGrpSpPr>
            <p:cNvPr id="7" name="组合 6" descr="36916eec-6814-4d47-b38f-f35dac082f6d"/>
            <p:cNvGrpSpPr/>
            <p:nvPr/>
          </p:nvGrpSpPr>
          <p:grpSpPr>
            <a:xfrm>
              <a:off x="52388" y="1744890"/>
              <a:ext cx="12139612" cy="4606925"/>
              <a:chOff x="52388" y="935038"/>
              <a:chExt cx="12139612" cy="4606925"/>
            </a:xfrm>
          </p:grpSpPr>
          <p:sp>
            <p:nvSpPr>
              <p:cNvPr id="9" name="任意多边形 8" descr="19562304-59d7-4935-8a6e-0456eefa666a"/>
              <p:cNvSpPr/>
              <p:nvPr/>
            </p:nvSpPr>
            <p:spPr bwMode="auto">
              <a:xfrm>
                <a:off x="52388" y="935038"/>
                <a:ext cx="12139612" cy="4606925"/>
              </a:xfrm>
              <a:custGeom>
                <a:avLst/>
                <a:gdLst>
                  <a:gd name="T0" fmla="*/ 0 w 7680"/>
                  <a:gd name="T1" fmla="*/ 2836 h 2921"/>
                  <a:gd name="T2" fmla="*/ 1576 w 7680"/>
                  <a:gd name="T3" fmla="*/ 1758 h 2921"/>
                  <a:gd name="T4" fmla="*/ 5591 w 7680"/>
                  <a:gd name="T5" fmla="*/ 1984 h 2921"/>
                  <a:gd name="T6" fmla="*/ 5478 w 7680"/>
                  <a:gd name="T7" fmla="*/ 435 h 2921"/>
                  <a:gd name="T8" fmla="*/ 7680 w 7680"/>
                  <a:gd name="T9" fmla="*/ 547 h 2921"/>
                </a:gdLst>
                <a:ahLst/>
                <a:cxnLst>
                  <a:cxn ang="0">
                    <a:pos x="T0" y="T1"/>
                  </a:cxn>
                  <a:cxn ang="0">
                    <a:pos x="T2" y="T3"/>
                  </a:cxn>
                  <a:cxn ang="0">
                    <a:pos x="T4" y="T5"/>
                  </a:cxn>
                  <a:cxn ang="0">
                    <a:pos x="T6" y="T7"/>
                  </a:cxn>
                  <a:cxn ang="0">
                    <a:pos x="T8" y="T9"/>
                  </a:cxn>
                </a:cxnLst>
                <a:rect l="0" t="0" r="r" b="b"/>
                <a:pathLst>
                  <a:path w="7680" h="2921">
                    <a:moveTo>
                      <a:pt x="0" y="2836"/>
                    </a:moveTo>
                    <a:cubicBezTo>
                      <a:pt x="0" y="2836"/>
                      <a:pt x="521" y="1758"/>
                      <a:pt x="1576" y="1758"/>
                    </a:cubicBezTo>
                    <a:cubicBezTo>
                      <a:pt x="2630" y="1758"/>
                      <a:pt x="4666" y="2921"/>
                      <a:pt x="5591" y="1984"/>
                    </a:cubicBezTo>
                    <a:cubicBezTo>
                      <a:pt x="6032" y="1537"/>
                      <a:pt x="5018" y="934"/>
                      <a:pt x="5478" y="435"/>
                    </a:cubicBezTo>
                    <a:cubicBezTo>
                      <a:pt x="5880" y="0"/>
                      <a:pt x="6753" y="1336"/>
                      <a:pt x="7680" y="547"/>
                    </a:cubicBezTo>
                  </a:path>
                </a:pathLst>
              </a:custGeom>
              <a:noFill/>
              <a:ln w="112713"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椭圆 9" descr="83c75443-be10-46c4-906c-a021210f5dff"/>
              <p:cNvSpPr>
                <a:spLocks noChangeArrowheads="1"/>
              </p:cNvSpPr>
              <p:nvPr/>
            </p:nvSpPr>
            <p:spPr bwMode="auto">
              <a:xfrm>
                <a:off x="8302625" y="1801813"/>
                <a:ext cx="395288" cy="398463"/>
              </a:xfrm>
              <a:prstGeom prst="ellipse">
                <a:avLst/>
              </a:prstGeom>
              <a:solidFill>
                <a:schemeClr val="bg1"/>
              </a:solidFill>
              <a:ln w="112713" cap="flat">
                <a:solidFill>
                  <a:schemeClr val="accent1"/>
                </a:solidFill>
                <a:prstDash val="solid"/>
                <a:miter lim="800000"/>
              </a:ln>
            </p:spPr>
            <p:txBody>
              <a:bodyPr vert="horz" wrap="square" lIns="91440" tIns="45720" rIns="91440" bIns="45720" numCol="1" anchor="t" anchorCtr="0" compatLnSpc="1"/>
              <a:lstStyle/>
              <a:p>
                <a:endParaRPr lang="zh-CN" altLang="en-US"/>
              </a:p>
            </p:txBody>
          </p:sp>
        </p:grpSp>
      </p:grpSp>
      <p:sp>
        <p:nvSpPr>
          <p:cNvPr id="5" name="标题 4" descr="c3f67eed-6e94-4f12-8d4a-d91c7e7b9661"/>
          <p:cNvSpPr>
            <a:spLocks noGrp="1"/>
          </p:cNvSpPr>
          <p:nvPr>
            <p:ph type="title" hasCustomPrompt="1"/>
          </p:nvPr>
        </p:nvSpPr>
        <p:spPr>
          <a:xfrm>
            <a:off x="4678289" y="1866901"/>
            <a:ext cx="6840611" cy="1562100"/>
          </a:xfrm>
          <a:prstGeom prst="rect">
            <a:avLst/>
          </a:prstGeom>
        </p:spPr>
        <p:txBody>
          <a:bodyPr>
            <a:normAutofit/>
          </a:bodyPr>
          <a:lstStyle>
            <a:lvl1pPr algn="r">
              <a:lnSpc>
                <a:spcPct val="100000"/>
              </a:lnSpc>
              <a:defRPr sz="3200"/>
            </a:lvl1pPr>
          </a:lstStyle>
          <a:p>
            <a:pPr lvl="0"/>
            <a:r>
              <a:rPr lang="zh-CN" altLang="en-US"/>
              <a:t>Click to add title</a:t>
            </a:r>
            <a:endParaRPr lang="en-US"/>
          </a:p>
        </p:txBody>
      </p:sp>
      <p:sp>
        <p:nvSpPr>
          <p:cNvPr id="25" name="文本占位符 24" descr="9ee9d0a7-7498-4c9f-a6dc-e95d84b5aef3"/>
          <p:cNvSpPr>
            <a:spLocks noGrp="1"/>
          </p:cNvSpPr>
          <p:nvPr>
            <p:ph type="body" sz="quarter" idx="1" hasCustomPrompt="1"/>
          </p:nvPr>
        </p:nvSpPr>
        <p:spPr>
          <a:xfrm>
            <a:off x="4678289" y="3440854"/>
            <a:ext cx="6840611" cy="2197946"/>
          </a:xfrm>
          <a:prstGeom prst="rect">
            <a:avLst/>
          </a:prstGeom>
        </p:spPr>
        <p:txBody>
          <a:bodyPr anchor="t">
            <a:normAutofit/>
          </a:bodyPr>
          <a:lstStyle>
            <a:lvl1pPr marL="0" indent="0" algn="r">
              <a:lnSpc>
                <a:spcPct val="120000"/>
              </a:lnSpc>
              <a:buFont typeface="+mj-lt"/>
              <a:buNone/>
              <a:defRPr sz="2000" b="0">
                <a:solidFill>
                  <a:schemeClr val="tx1"/>
                </a:solidFill>
                <a:latin typeface="+mn-lt"/>
              </a:defRPr>
            </a:lvl1pPr>
          </a:lstStyle>
          <a:p>
            <a:pPr lvl="0"/>
            <a:r>
              <a:rPr lang="zh-CN" altLang="en-US"/>
              <a:t>Click to add text</a:t>
            </a:r>
            <a:endParaRPr lang="en-US"/>
          </a:p>
        </p:txBody>
      </p:sp>
      <p:sp>
        <p:nvSpPr>
          <p:cNvPr id="4" name="日期占位符 3" descr="575b3191-c9bf-4924-b506-696677e7bfe7"/>
          <p:cNvSpPr>
            <a:spLocks noGrp="1"/>
          </p:cNvSpPr>
          <p:nvPr>
            <p:ph type="dt" sz="half" idx="10"/>
          </p:nvPr>
        </p:nvSpPr>
        <p:spPr/>
        <p:txBody>
          <a:bodyPr/>
          <a:lstStyle/>
          <a:p>
            <a:fld id="{2A27A813-B2FD-42E1-9222-83B574E99074}" type="datetime1">
              <a:rPr lang="zh-CN" altLang="en-US" smtClean="0"/>
            </a:fld>
            <a:endParaRPr lang="en-US" altLang="zh-CN"/>
          </a:p>
        </p:txBody>
      </p:sp>
      <p:sp>
        <p:nvSpPr>
          <p:cNvPr id="6" name="页脚占位符 5" descr="792d929b-63e6-4352-af16-4b37821b7bdb"/>
          <p:cNvSpPr>
            <a:spLocks noGrp="1"/>
          </p:cNvSpPr>
          <p:nvPr>
            <p:ph type="ftr" sz="quarter" idx="11"/>
          </p:nvPr>
        </p:nvSpPr>
        <p:spPr/>
        <p:txBody>
          <a:bodyPr/>
          <a:lstStyle/>
          <a:p>
            <a:r>
              <a:rPr lang="en-US" altLang="zh-CN"/>
              <a:t>iSlide</a:t>
            </a:r>
            <a:endParaRPr lang="zh-CN" altLang="en-US"/>
          </a:p>
        </p:txBody>
      </p:sp>
      <p:sp>
        <p:nvSpPr>
          <p:cNvPr id="8" name="灯片编号占位符 7" descr="c00fb675-c9e9-4778-bd2a-f68b0d204b90"/>
          <p:cNvSpPr>
            <a:spLocks noGrp="1"/>
          </p:cNvSpPr>
          <p:nvPr>
            <p:ph type="sldNum" sz="quarter" idx="12"/>
          </p:nvPr>
        </p:nvSpPr>
        <p:spPr/>
        <p:txBody>
          <a:bodyPr/>
          <a:lstStyle/>
          <a:p>
            <a:fld id="{7F65B630-C7FF-41C0-9923-C5E5E29EED81}" type="slidenum">
              <a:rPr lang="en-US" altLang="zh-CN" smtClean="0"/>
            </a:fld>
            <a:endParaRPr lang="en-US" altLang="zh-CN"/>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descr="1d6963f9-18dc-494c-aa9e-6c1cbdf546c4"/>
          <p:cNvSpPr>
            <a:spLocks noGrp="1"/>
          </p:cNvSpPr>
          <p:nvPr>
            <p:ph type="title" hasCustomPrompt="1"/>
          </p:nvPr>
        </p:nvSpPr>
        <p:spPr/>
        <p:txBody>
          <a:bodyPr/>
          <a:lstStyle>
            <a:lvl1pPr>
              <a:defRPr/>
            </a:lvl1pPr>
          </a:lstStyle>
          <a:p>
            <a:pPr lvl="0"/>
            <a:r>
              <a:rPr lang="zh-CN" altLang="en-US"/>
              <a:t>Click to add title</a:t>
            </a:r>
            <a:endParaRPr lang="en-US"/>
          </a:p>
        </p:txBody>
      </p:sp>
      <p:sp>
        <p:nvSpPr>
          <p:cNvPr id="3" name="日期占位符 2" descr="22ff2239-627a-4f50-b987-420602288ab0"/>
          <p:cNvSpPr>
            <a:spLocks noGrp="1"/>
          </p:cNvSpPr>
          <p:nvPr>
            <p:ph type="dt" sz="half" idx="10"/>
          </p:nvPr>
        </p:nvSpPr>
        <p:spPr/>
        <p:txBody>
          <a:bodyPr/>
          <a:lstStyle/>
          <a:p>
            <a:endParaRPr lang="en-US"/>
          </a:p>
        </p:txBody>
      </p:sp>
      <p:sp>
        <p:nvSpPr>
          <p:cNvPr id="4" name="页脚占位符 3" descr="ef3b8f3c-2ab1-4c8a-9e55-2e31b97278fe"/>
          <p:cNvSpPr>
            <a:spLocks noGrp="1"/>
          </p:cNvSpPr>
          <p:nvPr>
            <p:ph type="ftr" sz="quarter" idx="11"/>
          </p:nvPr>
        </p:nvSpPr>
        <p:spPr/>
        <p:txBody>
          <a:bodyPr/>
          <a:lstStyle/>
          <a:p>
            <a:endParaRPr lang="en-US"/>
          </a:p>
        </p:txBody>
      </p:sp>
      <p:sp>
        <p:nvSpPr>
          <p:cNvPr id="5" name="灯片编号占位符 4" descr="3b1eaf81-6728-4bce-8d9e-610cd36f61c6"/>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日期占位符 1" descr="64b75b44-8a9e-4d05-9072-a93682f5b5ad"/>
          <p:cNvSpPr>
            <a:spLocks noGrp="1"/>
          </p:cNvSpPr>
          <p:nvPr>
            <p:ph type="dt" sz="half" idx="10"/>
          </p:nvPr>
        </p:nvSpPr>
        <p:spPr/>
        <p:txBody>
          <a:bodyPr/>
          <a:lstStyle/>
          <a:p>
            <a:endParaRPr lang="en-US"/>
          </a:p>
        </p:txBody>
      </p:sp>
      <p:sp>
        <p:nvSpPr>
          <p:cNvPr id="3" name="页脚占位符 2" descr="6eea3f03-a4b5-4715-8176-348c9832c999"/>
          <p:cNvSpPr>
            <a:spLocks noGrp="1"/>
          </p:cNvSpPr>
          <p:nvPr>
            <p:ph type="ftr" sz="quarter" idx="11"/>
          </p:nvPr>
        </p:nvSpPr>
        <p:spPr/>
        <p:txBody>
          <a:bodyPr/>
          <a:lstStyle/>
          <a:p>
            <a:endParaRPr lang="en-US"/>
          </a:p>
        </p:txBody>
      </p:sp>
      <p:sp>
        <p:nvSpPr>
          <p:cNvPr id="4" name="灯片编号占位符 3" descr="29d22802-5465-4b24-8df1-e156c05183af"/>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matchingName="Closing">
  <p:cSld name="Closing">
    <p:bg>
      <p:bgRef idx="1001">
        <a:schemeClr val="bg1"/>
      </p:bgRef>
    </p:bg>
    <p:spTree>
      <p:nvGrpSpPr>
        <p:cNvPr id="1" name=""/>
        <p:cNvGrpSpPr/>
        <p:nvPr/>
      </p:nvGrpSpPr>
      <p:grpSpPr>
        <a:xfrm>
          <a:off x="0" y="0"/>
          <a:ext cx="0" cy="0"/>
          <a:chOff x="0" y="0"/>
          <a:chExt cx="0" cy="0"/>
        </a:xfrm>
      </p:grpSpPr>
      <p:sp>
        <p:nvSpPr>
          <p:cNvPr id="2" name="矩形 1" descr="c0834a9e-51cf-4e09-ba3d-0ba1813db673"/>
          <p:cNvSpPr/>
          <p:nvPr/>
        </p:nvSpPr>
        <p:spPr>
          <a:xfrm>
            <a:off x="0" y="0"/>
            <a:ext cx="12192000" cy="6858000"/>
          </a:xfrm>
          <a:prstGeom prst="rect">
            <a:avLst/>
          </a:prstGeom>
          <a:blipFill>
            <a:blip r:embed="rId2"/>
            <a:stretch>
              <a:fillRect t="-9259" b="-9259"/>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lvl="0" algn="ctr"/>
            <a:endParaRPr lang="zh-CN" altLang="en-US"/>
          </a:p>
        </p:txBody>
      </p:sp>
      <p:sp>
        <p:nvSpPr>
          <p:cNvPr id="8" name="任意多边形 7" descr="6f5ecd5d-42e9-43d0-a4da-50ef72367552"/>
          <p:cNvSpPr/>
          <p:nvPr/>
        </p:nvSpPr>
        <p:spPr>
          <a:xfrm>
            <a:off x="0" y="0"/>
            <a:ext cx="8009128" cy="6858000"/>
          </a:xfrm>
          <a:custGeom>
            <a:avLst/>
            <a:gdLst>
              <a:gd name="connsiteX0" fmla="*/ 0 w 8009128"/>
              <a:gd name="connsiteY0" fmla="*/ 0 h 6858000"/>
              <a:gd name="connsiteX1" fmla="*/ 5997738 w 8009128"/>
              <a:gd name="connsiteY1" fmla="*/ 0 h 6858000"/>
              <a:gd name="connsiteX2" fmla="*/ 8009128 w 8009128"/>
              <a:gd name="connsiteY2" fmla="*/ 4022779 h 6858000"/>
              <a:gd name="connsiteX3" fmla="*/ 6591517 w 8009128"/>
              <a:gd name="connsiteY3" fmla="*/ 6858000 h 6858000"/>
              <a:gd name="connsiteX4" fmla="*/ 0 w 800912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9128" h="6858000">
                <a:moveTo>
                  <a:pt x="0" y="0"/>
                </a:moveTo>
                <a:lnTo>
                  <a:pt x="5997738" y="0"/>
                </a:lnTo>
                <a:lnTo>
                  <a:pt x="8009128" y="4022779"/>
                </a:lnTo>
                <a:lnTo>
                  <a:pt x="6591517" y="6858000"/>
                </a:lnTo>
                <a:lnTo>
                  <a:pt x="0" y="6858000"/>
                </a:lnTo>
                <a:close/>
              </a:path>
            </a:pathLst>
          </a:custGeom>
          <a:gradFill>
            <a:gsLst>
              <a:gs pos="0">
                <a:schemeClr val="accent1">
                  <a:lumMod val="60000"/>
                  <a:lumOff val="40000"/>
                  <a:alpha val="90000"/>
                </a:schemeClr>
              </a:gs>
              <a:gs pos="83000">
                <a:schemeClr val="accent1"/>
              </a:gs>
            </a:gsLst>
            <a:lin ang="10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标题 4" descr="ff31d728-3f30-4af6-840b-653df7ef8042"/>
          <p:cNvSpPr>
            <a:spLocks noGrp="1"/>
          </p:cNvSpPr>
          <p:nvPr>
            <p:ph type="title" hasCustomPrompt="1"/>
          </p:nvPr>
        </p:nvSpPr>
        <p:spPr>
          <a:xfrm>
            <a:off x="660400" y="1604819"/>
            <a:ext cx="6137008" cy="2152649"/>
          </a:xfrm>
          <a:prstGeom prst="rect">
            <a:avLst/>
          </a:prstGeom>
        </p:spPr>
        <p:txBody>
          <a:bodyPr wrap="square" anchor="b">
            <a:normAutofit/>
          </a:bodyPr>
          <a:lstStyle>
            <a:lvl1pPr>
              <a:lnSpc>
                <a:spcPct val="100000"/>
              </a:lnSpc>
              <a:defRPr sz="4800">
                <a:ln w="19050">
                  <a:noFill/>
                </a:ln>
                <a:solidFill>
                  <a:schemeClr val="tx1"/>
                </a:solidFill>
              </a:defRPr>
            </a:lvl1pPr>
          </a:lstStyle>
          <a:p>
            <a:pPr lvl="0"/>
            <a:r>
              <a:rPr lang="zh-CN" altLang="en-US"/>
              <a:t>Click to add title</a:t>
            </a:r>
            <a:endParaRPr lang="en-US"/>
          </a:p>
        </p:txBody>
      </p:sp>
      <p:sp>
        <p:nvSpPr>
          <p:cNvPr id="4" name="文本占位符 3" descr="5d66e315-180e-4bbe-9973-204d454f731e"/>
          <p:cNvSpPr>
            <a:spLocks noGrp="1"/>
          </p:cNvSpPr>
          <p:nvPr>
            <p:ph type="body" sz="quarter" idx="13" hasCustomPrompt="1"/>
          </p:nvPr>
        </p:nvSpPr>
        <p:spPr>
          <a:xfrm>
            <a:off x="660400" y="5512135"/>
            <a:ext cx="6137008" cy="276999"/>
          </a:xfrm>
          <a:prstGeom prst="rect">
            <a:avLst/>
          </a:prstGeom>
        </p:spPr>
        <p:txBody>
          <a:bodyPr wrap="square" lIns="90000">
            <a:normAutofit/>
          </a:bodyPr>
          <a:lstStyle>
            <a:lvl1pPr marL="0" indent="0" algn="l">
              <a:lnSpc>
                <a:spcPct val="100000"/>
              </a:lnSpc>
              <a:buNone/>
              <a:defRPr sz="1200"/>
            </a:lvl1pPr>
          </a:lstStyle>
          <a:p>
            <a:pPr lvl="0"/>
            <a:r>
              <a:rPr lang="zh-CN" altLang="en-US"/>
              <a:t>Presenter name</a:t>
            </a:r>
            <a:endParaRPr lang="en-US"/>
          </a:p>
        </p:txBody>
      </p:sp>
      <p:sp>
        <p:nvSpPr>
          <p:cNvPr id="7" name="文本占位符 6" descr="47777db8-ab0c-41f8-9661-271568555a7f"/>
          <p:cNvSpPr>
            <a:spLocks noGrp="1"/>
          </p:cNvSpPr>
          <p:nvPr>
            <p:ph type="body" sz="quarter" idx="14" hasCustomPrompt="1"/>
          </p:nvPr>
        </p:nvSpPr>
        <p:spPr>
          <a:xfrm>
            <a:off x="660400" y="5857101"/>
            <a:ext cx="6137008" cy="276999"/>
          </a:xfrm>
          <a:prstGeom prst="rect">
            <a:avLst/>
          </a:prstGeom>
        </p:spPr>
        <p:txBody>
          <a:bodyPr wrap="none">
            <a:normAutofit/>
          </a:bodyPr>
          <a:lstStyle>
            <a:lvl1pPr marL="0" indent="0" algn="l">
              <a:lnSpc>
                <a:spcPct val="100000"/>
              </a:lnSpc>
              <a:buNone/>
              <a:defRPr sz="1200"/>
            </a:lvl1pPr>
          </a:lstStyle>
          <a:p>
            <a:pPr lvl="0"/>
            <a:endParaRPr lang="en-US"/>
          </a:p>
        </p:txBody>
      </p:sp>
      <p:sp>
        <p:nvSpPr>
          <p:cNvPr id="23" name="任意多边形 22" descr="6291076f-1dba-471a-b84c-062dfe0d194d"/>
          <p:cNvSpPr/>
          <p:nvPr/>
        </p:nvSpPr>
        <p:spPr>
          <a:xfrm>
            <a:off x="7205214" y="6084260"/>
            <a:ext cx="2053086" cy="773741"/>
          </a:xfrm>
          <a:custGeom>
            <a:avLst/>
            <a:gdLst>
              <a:gd name="connsiteX0" fmla="*/ 361950 w 1920837"/>
              <a:gd name="connsiteY0" fmla="*/ 0 h 723901"/>
              <a:gd name="connsiteX1" fmla="*/ 1558886 w 1920837"/>
              <a:gd name="connsiteY1" fmla="*/ 0 h 723901"/>
              <a:gd name="connsiteX2" fmla="*/ 1920837 w 1920837"/>
              <a:gd name="connsiteY2" fmla="*/ 723901 h 723901"/>
              <a:gd name="connsiteX3" fmla="*/ 0 w 1920837"/>
              <a:gd name="connsiteY3" fmla="*/ 723901 h 723901"/>
            </a:gdLst>
            <a:ahLst/>
            <a:cxnLst>
              <a:cxn ang="0">
                <a:pos x="connsiteX0" y="connsiteY0"/>
              </a:cxn>
              <a:cxn ang="0">
                <a:pos x="connsiteX1" y="connsiteY1"/>
              </a:cxn>
              <a:cxn ang="0">
                <a:pos x="connsiteX2" y="connsiteY2"/>
              </a:cxn>
              <a:cxn ang="0">
                <a:pos x="connsiteX3" y="connsiteY3"/>
              </a:cxn>
            </a:cxnLst>
            <a:rect l="l" t="t" r="r" b="b"/>
            <a:pathLst>
              <a:path w="1920836" h="723901">
                <a:moveTo>
                  <a:pt x="361950" y="0"/>
                </a:moveTo>
                <a:lnTo>
                  <a:pt x="1558886" y="0"/>
                </a:lnTo>
                <a:lnTo>
                  <a:pt x="1920837" y="723901"/>
                </a:lnTo>
                <a:lnTo>
                  <a:pt x="0" y="723901"/>
                </a:lnTo>
                <a:close/>
              </a:path>
            </a:pathLst>
          </a:custGeom>
          <a:gradFill>
            <a:gsLst>
              <a:gs pos="0">
                <a:schemeClr val="accent2">
                  <a:lumMod val="60000"/>
                  <a:lumOff val="40000"/>
                  <a:alpha val="32000"/>
                </a:schemeClr>
              </a:gs>
              <a:gs pos="100000">
                <a:schemeClr val="accent2"/>
              </a:gs>
            </a:gsLst>
            <a:lin ang="10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1" name="任意多边形 20" descr="c7fc6e87-1705-48dc-bb6c-fe542ed8012e"/>
          <p:cNvSpPr/>
          <p:nvPr/>
        </p:nvSpPr>
        <p:spPr>
          <a:xfrm>
            <a:off x="445674" y="621788"/>
            <a:ext cx="696152" cy="600131"/>
          </a:xfrm>
          <a:custGeom>
            <a:avLst/>
            <a:gdLst>
              <a:gd name="connsiteX0" fmla="*/ 150033 w 696152"/>
              <a:gd name="connsiteY0" fmla="*/ 0 h 600131"/>
              <a:gd name="connsiteX1" fmla="*/ 546119 w 696152"/>
              <a:gd name="connsiteY1" fmla="*/ 0 h 600131"/>
              <a:gd name="connsiteX2" fmla="*/ 696152 w 696152"/>
              <a:gd name="connsiteY2" fmla="*/ 300066 h 600131"/>
              <a:gd name="connsiteX3" fmla="*/ 546119 w 696152"/>
              <a:gd name="connsiteY3" fmla="*/ 600131 h 600131"/>
              <a:gd name="connsiteX4" fmla="*/ 150033 w 696152"/>
              <a:gd name="connsiteY4" fmla="*/ 600131 h 600131"/>
              <a:gd name="connsiteX5" fmla="*/ 0 w 696152"/>
              <a:gd name="connsiteY5" fmla="*/ 300066 h 60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152" h="600131">
                <a:moveTo>
                  <a:pt x="150033" y="0"/>
                </a:moveTo>
                <a:lnTo>
                  <a:pt x="546119" y="0"/>
                </a:lnTo>
                <a:lnTo>
                  <a:pt x="696152" y="300066"/>
                </a:lnTo>
                <a:lnTo>
                  <a:pt x="546119" y="600131"/>
                </a:lnTo>
                <a:lnTo>
                  <a:pt x="150033" y="600131"/>
                </a:lnTo>
                <a:lnTo>
                  <a:pt x="0" y="300066"/>
                </a:lnTo>
                <a:close/>
              </a:path>
            </a:pathLst>
          </a:custGeom>
          <a:gradFill>
            <a:gsLst>
              <a:gs pos="0">
                <a:schemeClr val="accent2">
                  <a:lumMod val="60000"/>
                  <a:lumOff val="40000"/>
                  <a:alpha val="32000"/>
                </a:schemeClr>
              </a:gs>
              <a:gs pos="100000">
                <a:schemeClr val="accent2"/>
              </a:gs>
            </a:gsLst>
            <a:lin ang="10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 name="任意多边形 24" descr="5cdd65fb-dc4d-4936-9367-ae64ae8189aa"/>
          <p:cNvSpPr/>
          <p:nvPr/>
        </p:nvSpPr>
        <p:spPr>
          <a:xfrm>
            <a:off x="10991948" y="0"/>
            <a:ext cx="1200052" cy="1221919"/>
          </a:xfrm>
          <a:custGeom>
            <a:avLst/>
            <a:gdLst>
              <a:gd name="connsiteX0" fmla="*/ 204647 w 1534352"/>
              <a:gd name="connsiteY0" fmla="*/ 0 h 1562311"/>
              <a:gd name="connsiteX1" fmla="*/ 1534352 w 1534352"/>
              <a:gd name="connsiteY1" fmla="*/ 0 h 1562311"/>
              <a:gd name="connsiteX2" fmla="*/ 1534352 w 1534352"/>
              <a:gd name="connsiteY2" fmla="*/ 1562311 h 1562311"/>
              <a:gd name="connsiteX3" fmla="*/ 576509 w 1534352"/>
              <a:gd name="connsiteY3" fmla="*/ 1562311 h 1562311"/>
              <a:gd name="connsiteX4" fmla="*/ 0 w 1534352"/>
              <a:gd name="connsiteY4" fmla="*/ 409294 h 1562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4352" h="1562311">
                <a:moveTo>
                  <a:pt x="204647" y="0"/>
                </a:moveTo>
                <a:lnTo>
                  <a:pt x="1534352" y="0"/>
                </a:lnTo>
                <a:lnTo>
                  <a:pt x="1534352" y="1562311"/>
                </a:lnTo>
                <a:lnTo>
                  <a:pt x="576509" y="1562311"/>
                </a:lnTo>
                <a:lnTo>
                  <a:pt x="0" y="409294"/>
                </a:lnTo>
                <a:close/>
              </a:path>
            </a:pathLst>
          </a:custGeom>
          <a:gradFill flip="none" rotWithShape="1">
            <a:gsLst>
              <a:gs pos="0">
                <a:schemeClr val="accent1">
                  <a:lumMod val="60000"/>
                  <a:lumOff val="40000"/>
                  <a:alpha val="46000"/>
                </a:schemeClr>
              </a:gs>
              <a:gs pos="100000">
                <a:schemeClr val="accent1"/>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Tree>
  </p:cSld>
  <p:clrMapOvr>
    <a:overrideClrMapping bg1="dk1" tx1="lt1" bg2="dk2" tx2="lt2" accent1="accent1" accent2="accent2" accent3="accent3" accent4="accent4" accent5="accent5" accent6="accent6" hlink="hlink" folHlink="folHlink"/>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61000">
              <a:schemeClr val="bg1"/>
            </a:gs>
          </a:gsLst>
          <a:lin ang="5400000" scaled="1"/>
        </a:gradFill>
        <a:effectLst/>
      </p:bgPr>
    </p:bg>
    <p:spTree>
      <p:nvGrpSpPr>
        <p:cNvPr id="1" name=""/>
        <p:cNvGrpSpPr/>
        <p:nvPr/>
      </p:nvGrpSpPr>
      <p:grpSpPr>
        <a:xfrm>
          <a:off x="0" y="0"/>
          <a:ext cx="0" cy="0"/>
          <a:chOff x="0" y="0"/>
          <a:chExt cx="0" cy="0"/>
        </a:xfrm>
      </p:grpSpPr>
      <p:grpSp>
        <p:nvGrpSpPr>
          <p:cNvPr id="7" name="组合 6"/>
          <p:cNvGrpSpPr/>
          <p:nvPr/>
        </p:nvGrpSpPr>
        <p:grpSpPr>
          <a:xfrm>
            <a:off x="-11197" y="6067352"/>
            <a:ext cx="12212928" cy="790649"/>
            <a:chOff x="-11197" y="5923722"/>
            <a:chExt cx="12212928" cy="934279"/>
          </a:xfrm>
        </p:grpSpPr>
        <p:sp>
          <p:nvSpPr>
            <p:cNvPr id="11" name="任意多边形 10"/>
            <p:cNvSpPr/>
            <p:nvPr/>
          </p:nvSpPr>
          <p:spPr>
            <a:xfrm>
              <a:off x="0" y="5943898"/>
              <a:ext cx="12192000" cy="914103"/>
            </a:xfrm>
            <a:custGeom>
              <a:avLst/>
              <a:gdLst>
                <a:gd name="connsiteX0" fmla="*/ 9428683 w 12192000"/>
                <a:gd name="connsiteY0" fmla="*/ 787 h 914103"/>
                <a:gd name="connsiteX1" fmla="*/ 12017158 w 12192000"/>
                <a:gd name="connsiteY1" fmla="*/ 249184 h 914103"/>
                <a:gd name="connsiteX2" fmla="*/ 12192000 w 12192000"/>
                <a:gd name="connsiteY2" fmla="*/ 287888 h 914103"/>
                <a:gd name="connsiteX3" fmla="*/ 12192000 w 12192000"/>
                <a:gd name="connsiteY3" fmla="*/ 914103 h 914103"/>
                <a:gd name="connsiteX4" fmla="*/ 0 w 12192000"/>
                <a:gd name="connsiteY4" fmla="*/ 914103 h 914103"/>
                <a:gd name="connsiteX5" fmla="*/ 0 w 12192000"/>
                <a:gd name="connsiteY5" fmla="*/ 208040 h 914103"/>
                <a:gd name="connsiteX6" fmla="*/ 55090 w 12192000"/>
                <a:gd name="connsiteY6" fmla="*/ 225514 h 914103"/>
                <a:gd name="connsiteX7" fmla="*/ 6707632 w 12192000"/>
                <a:gd name="connsiteY7" fmla="*/ 280240 h 914103"/>
                <a:gd name="connsiteX8" fmla="*/ 9428683 w 12192000"/>
                <a:gd name="connsiteY8" fmla="*/ 787 h 914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914102">
                  <a:moveTo>
                    <a:pt x="9428683" y="787"/>
                  </a:moveTo>
                  <a:cubicBezTo>
                    <a:pt x="10183698" y="-7806"/>
                    <a:pt x="11043489" y="52705"/>
                    <a:pt x="12017158" y="249184"/>
                  </a:cubicBezTo>
                  <a:lnTo>
                    <a:pt x="12192000" y="287888"/>
                  </a:lnTo>
                  <a:lnTo>
                    <a:pt x="12192000" y="914103"/>
                  </a:lnTo>
                  <a:lnTo>
                    <a:pt x="0" y="914103"/>
                  </a:lnTo>
                  <a:lnTo>
                    <a:pt x="0" y="208040"/>
                  </a:lnTo>
                  <a:lnTo>
                    <a:pt x="55090" y="225514"/>
                  </a:lnTo>
                  <a:cubicBezTo>
                    <a:pt x="560608" y="378558"/>
                    <a:pt x="2825324" y="948937"/>
                    <a:pt x="6707632" y="280240"/>
                  </a:cubicBezTo>
                  <a:cubicBezTo>
                    <a:pt x="7399382" y="182049"/>
                    <a:pt x="8296160" y="13677"/>
                    <a:pt x="9428683" y="787"/>
                  </a:cubicBezTo>
                  <a:close/>
                </a:path>
              </a:pathLst>
            </a:custGeom>
            <a:gradFill>
              <a:gsLst>
                <a:gs pos="0">
                  <a:schemeClr val="accent1">
                    <a:alpha val="70000"/>
                  </a:schemeClr>
                </a:gs>
                <a:gs pos="100000">
                  <a:schemeClr val="accent1"/>
                </a:gs>
              </a:gsLst>
              <a:lin ang="0" scaled="0"/>
            </a:gradFill>
            <a:ln w="63336" cap="flat">
              <a:noFill/>
              <a:prstDash val="solid"/>
              <a:miter/>
            </a:ln>
          </p:spPr>
          <p:txBody>
            <a:bodyPr rtlCol="0" anchor="ctr"/>
            <a:lstStyle/>
            <a:p>
              <a:endParaRPr lang="zh-CN" altLang="en-US">
                <a:solidFill>
                  <a:schemeClr val="tx1"/>
                </a:solidFill>
              </a:endParaRPr>
            </a:p>
          </p:txBody>
        </p:sp>
        <p:sp>
          <p:nvSpPr>
            <p:cNvPr id="12" name="任意多边形 11"/>
            <p:cNvSpPr/>
            <p:nvPr/>
          </p:nvSpPr>
          <p:spPr>
            <a:xfrm rot="184153">
              <a:off x="-11197" y="6271178"/>
              <a:ext cx="4685177" cy="292780"/>
            </a:xfrm>
            <a:custGeom>
              <a:avLst/>
              <a:gdLst>
                <a:gd name="connsiteX0" fmla="*/ 0 w 4685177"/>
                <a:gd name="connsiteY0" fmla="*/ 0 h 292780"/>
                <a:gd name="connsiteX1" fmla="*/ 22778 w 4685177"/>
                <a:gd name="connsiteY1" fmla="*/ 6087 h 292780"/>
                <a:gd name="connsiteX2" fmla="*/ 4685177 w 4685177"/>
                <a:gd name="connsiteY2" fmla="*/ 79539 h 292780"/>
                <a:gd name="connsiteX3" fmla="*/ 96829 w 4685177"/>
                <a:gd name="connsiteY3" fmla="*/ 113584 h 292780"/>
                <a:gd name="connsiteX4" fmla="*/ 5247 w 4685177"/>
                <a:gd name="connsiteY4" fmla="*/ 97850 h 292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5177" h="292780">
                  <a:moveTo>
                    <a:pt x="0" y="0"/>
                  </a:moveTo>
                  <a:lnTo>
                    <a:pt x="22778" y="6087"/>
                  </a:lnTo>
                  <a:cubicBezTo>
                    <a:pt x="380140" y="97418"/>
                    <a:pt x="1978739" y="440199"/>
                    <a:pt x="4685177" y="79539"/>
                  </a:cubicBezTo>
                  <a:cubicBezTo>
                    <a:pt x="2726329" y="454094"/>
                    <a:pt x="917993" y="248786"/>
                    <a:pt x="96829" y="113584"/>
                  </a:cubicBezTo>
                  <a:lnTo>
                    <a:pt x="5247" y="97850"/>
                  </a:lnTo>
                  <a:close/>
                </a:path>
              </a:pathLst>
            </a:custGeom>
            <a:gradFill>
              <a:gsLst>
                <a:gs pos="0">
                  <a:schemeClr val="accent2"/>
                </a:gs>
                <a:gs pos="100000">
                  <a:schemeClr val="accent2">
                    <a:lumMod val="60000"/>
                    <a:lumOff val="40000"/>
                  </a:schemeClr>
                </a:gs>
              </a:gsLst>
              <a:lin ang="0" scaled="1"/>
            </a:gradFill>
            <a:ln w="63336" cap="flat">
              <a:noFill/>
              <a:prstDash val="solid"/>
              <a:miter/>
            </a:ln>
          </p:spPr>
          <p:txBody>
            <a:bodyPr wrap="square" rtlCol="0" anchor="ctr">
              <a:noAutofit/>
            </a:bodyPr>
            <a:lstStyle/>
            <a:p>
              <a:pPr lvl="0"/>
              <a:endParaRPr lang="zh-CN" altLang="en-US"/>
            </a:p>
          </p:txBody>
        </p:sp>
        <p:sp>
          <p:nvSpPr>
            <p:cNvPr id="13" name="任意多边形 12"/>
            <p:cNvSpPr/>
            <p:nvPr/>
          </p:nvSpPr>
          <p:spPr>
            <a:xfrm rot="184153">
              <a:off x="8102467" y="5923722"/>
              <a:ext cx="4099264" cy="253698"/>
            </a:xfrm>
            <a:custGeom>
              <a:avLst/>
              <a:gdLst>
                <a:gd name="connsiteX0" fmla="*/ 1923565 w 4310104"/>
                <a:gd name="connsiteY0" fmla="*/ 29286 h 253698"/>
                <a:gd name="connsiteX1" fmla="*/ 4123228 w 4310104"/>
                <a:gd name="connsiteY1" fmla="*/ 23591 h 253698"/>
                <a:gd name="connsiteX2" fmla="*/ 4298282 w 4310104"/>
                <a:gd name="connsiteY2" fmla="*/ 33209 h 253698"/>
                <a:gd name="connsiteX3" fmla="*/ 4310104 w 4310104"/>
                <a:gd name="connsiteY3" fmla="*/ 253698 h 253698"/>
                <a:gd name="connsiteX4" fmla="*/ 4267670 w 4310104"/>
                <a:gd name="connsiteY4" fmla="*/ 247170 h 253698"/>
                <a:gd name="connsiteX5" fmla="*/ 0 w 4310104"/>
                <a:gd name="connsiteY5" fmla="*/ 238839 h 253698"/>
                <a:gd name="connsiteX6" fmla="*/ 1923565 w 4310104"/>
                <a:gd name="connsiteY6" fmla="*/ 29286 h 253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104" h="253698">
                  <a:moveTo>
                    <a:pt x="1923565" y="29286"/>
                  </a:moveTo>
                  <a:cubicBezTo>
                    <a:pt x="2534414" y="-2603"/>
                    <a:pt x="3275220" y="-13992"/>
                    <a:pt x="4123228" y="23591"/>
                  </a:cubicBezTo>
                  <a:lnTo>
                    <a:pt x="4298282" y="33209"/>
                  </a:lnTo>
                  <a:lnTo>
                    <a:pt x="4310104" y="253698"/>
                  </a:lnTo>
                  <a:lnTo>
                    <a:pt x="4267670" y="247170"/>
                  </a:lnTo>
                  <a:cubicBezTo>
                    <a:pt x="3542497" y="140972"/>
                    <a:pt x="1859691" y="-36949"/>
                    <a:pt x="0" y="238839"/>
                  </a:cubicBezTo>
                  <a:cubicBezTo>
                    <a:pt x="0" y="238839"/>
                    <a:pt x="701869" y="93063"/>
                    <a:pt x="1923565" y="29286"/>
                  </a:cubicBezTo>
                  <a:close/>
                </a:path>
              </a:pathLst>
            </a:custGeom>
            <a:gradFill>
              <a:gsLst>
                <a:gs pos="0">
                  <a:schemeClr val="accent2"/>
                </a:gs>
                <a:gs pos="100000">
                  <a:schemeClr val="accent2">
                    <a:lumMod val="60000"/>
                    <a:lumOff val="40000"/>
                  </a:schemeClr>
                </a:gs>
              </a:gsLst>
              <a:lin ang="0" scaled="1"/>
            </a:gradFill>
            <a:ln w="63336" cap="flat">
              <a:noFill/>
              <a:prstDash val="solid"/>
              <a:miter/>
            </a:ln>
          </p:spPr>
          <p:txBody>
            <a:bodyPr wrap="square" rtlCol="0" anchor="ctr">
              <a:noAutofit/>
            </a:bodyPr>
            <a:lstStyle/>
            <a:p>
              <a:pPr lvl="0"/>
              <a:endParaRPr lang="zh-CN" altLang="en-US"/>
            </a:p>
          </p:txBody>
        </p:sp>
      </p:grpSp>
      <p:sp>
        <p:nvSpPr>
          <p:cNvPr id="2" name="标题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zh-CN" altLang="en-US"/>
              <a:t>Click to add title</a:t>
            </a:r>
            <a:endParaRPr lang="en-US"/>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bg1"/>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bg1"/>
                </a:solidFill>
              </a:defRPr>
            </a:lvl1pPr>
          </a:lstStyle>
          <a:p>
            <a:endParaRPr lang="en-US"/>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bg1"/>
                </a:solidFill>
              </a:defRPr>
            </a:lvl1pPr>
          </a:lstStyle>
          <a:p>
            <a:fld id="{C8BB1146-E542-4D4E-B8E9-6919A11DDD4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4" Type="http://schemas.openxmlformats.org/officeDocument/2006/relationships/slideLayout" Target="../slideLayouts/slideLayout5.xml"/><Relationship Id="rId33" Type="http://schemas.openxmlformats.org/officeDocument/2006/relationships/tags" Target="../tags/tag33.xml"/><Relationship Id="rId32" Type="http://schemas.openxmlformats.org/officeDocument/2006/relationships/tags" Target="../tags/tag32.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2" Type="http://schemas.openxmlformats.org/officeDocument/2006/relationships/slideLayout" Target="../slideLayouts/slideLayout5.xml"/><Relationship Id="rId21" Type="http://schemas.openxmlformats.org/officeDocument/2006/relationships/tags" Target="../tags/tag54.xml"/><Relationship Id="rId20" Type="http://schemas.openxmlformats.org/officeDocument/2006/relationships/tags" Target="../tags/tag53.xml"/><Relationship Id="rId2" Type="http://schemas.openxmlformats.org/officeDocument/2006/relationships/tags" Target="../tags/tag35.xml"/><Relationship Id="rId19" Type="http://schemas.openxmlformats.org/officeDocument/2006/relationships/tags" Target="../tags/tag52.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9" Type="http://schemas.openxmlformats.org/officeDocument/2006/relationships/slideLayout" Target="../slideLayouts/slideLayout5.xml"/><Relationship Id="rId28" Type="http://schemas.openxmlformats.org/officeDocument/2006/relationships/image" Target="../media/image2.png"/><Relationship Id="rId27" Type="http://schemas.openxmlformats.org/officeDocument/2006/relationships/tags" Target="../tags/tag81.xml"/><Relationship Id="rId26" Type="http://schemas.openxmlformats.org/officeDocument/2006/relationships/tags" Target="../tags/tag80.xml"/><Relationship Id="rId25" Type="http://schemas.openxmlformats.org/officeDocument/2006/relationships/tags" Target="../tags/tag79.xml"/><Relationship Id="rId24" Type="http://schemas.openxmlformats.org/officeDocument/2006/relationships/tags" Target="../tags/tag78.xml"/><Relationship Id="rId23" Type="http://schemas.openxmlformats.org/officeDocument/2006/relationships/tags" Target="../tags/tag77.xml"/><Relationship Id="rId22" Type="http://schemas.openxmlformats.org/officeDocument/2006/relationships/tags" Target="../tags/tag76.xml"/><Relationship Id="rId21" Type="http://schemas.openxmlformats.org/officeDocument/2006/relationships/tags" Target="../tags/tag75.xml"/><Relationship Id="rId20" Type="http://schemas.openxmlformats.org/officeDocument/2006/relationships/tags" Target="../tags/tag74.xml"/><Relationship Id="rId2" Type="http://schemas.openxmlformats.org/officeDocument/2006/relationships/tags" Target="../tags/tag56.xml"/><Relationship Id="rId19" Type="http://schemas.openxmlformats.org/officeDocument/2006/relationships/tags" Target="../tags/tag73.xml"/><Relationship Id="rId18" Type="http://schemas.openxmlformats.org/officeDocument/2006/relationships/tags" Target="../tags/tag72.xml"/><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e41f0053-7459-477d-b564-7eb05afc778e"/>
          <p:cNvSpPr>
            <a:spLocks noGrp="1"/>
          </p:cNvSpPr>
          <p:nvPr>
            <p:ph type="ctrTitle" hasCustomPrompt="1"/>
          </p:nvPr>
        </p:nvSpPr>
        <p:spPr/>
        <p:txBody>
          <a:bodyPr anchorCtr="0"/>
          <a:lstStyle/>
          <a:p>
            <a:pPr algn="l">
              <a:lnSpc>
                <a:spcPct val="100000"/>
              </a:lnSpc>
              <a:spcBef>
                <a:spcPct val="0"/>
              </a:spcBef>
            </a:pPr>
            <a:r>
              <a:rPr lang="en-US" sz="5400" b="1" i="0" u="none">
                <a:solidFill>
                  <a:srgbClr val="FFFFFF"/>
                </a:solidFill>
                <a:ea typeface="微软雅黑" panose="020B0503020204020204" charset="-122"/>
              </a:rPr>
              <a:t>基于超声波测距原理的液位监控系统设计</a:t>
            </a:r>
            <a:endParaRPr lang="en-US" sz="5400" b="1" i="0" u="none">
              <a:solidFill>
                <a:srgbClr val="FFFFFF"/>
              </a:solidFill>
              <a:ea typeface="微软雅黑" panose="020B0503020204020204" charset="-122"/>
            </a:endParaRPr>
          </a:p>
        </p:txBody>
      </p:sp>
      <p:sp>
        <p:nvSpPr>
          <p:cNvPr id="9" name="副标题 8" descr="4c062310-5799-4696-a41a-3cadbb615ae7"/>
          <p:cNvSpPr>
            <a:spLocks noGrp="1"/>
          </p:cNvSpPr>
          <p:nvPr>
            <p:ph type="subTitle" sz="quarter" idx="1" hasCustomPrompt="1"/>
          </p:nvPr>
        </p:nvSpPr>
        <p:spPr/>
        <p:txBody>
          <a:bodyPr anchorCtr="0"/>
          <a:lstStyle/>
          <a:p>
            <a:pPr algn="l">
              <a:lnSpc>
                <a:spcPct val="100000"/>
              </a:lnSpc>
              <a:spcBef>
                <a:spcPts val="1000"/>
              </a:spcBef>
            </a:pPr>
            <a:r>
              <a:rPr lang="en-US" sz="2000" b="0" i="0" u="none">
                <a:solidFill>
                  <a:srgbClr val="FFFFFF"/>
                </a:solidFill>
                <a:ea typeface="微软雅黑" panose="020B0503020204020204" charset="-122"/>
              </a:rPr>
              <a:t>提升液位监测的精准与便捷</a:t>
            </a:r>
            <a:endParaRPr lang="en-US" sz="2000" b="0" i="0" u="none">
              <a:solidFill>
                <a:srgbClr val="FFFFFF"/>
              </a:solidFill>
              <a:ea typeface="微软雅黑" panose="020B0503020204020204" charset="-122"/>
            </a:endParaRPr>
          </a:p>
        </p:txBody>
      </p:sp>
      <p:sp>
        <p:nvSpPr>
          <p:cNvPr id="4" name="文本占位符 3" descr="e869e2d4-659f-4d18-a377-7796f73d8b95"/>
          <p:cNvSpPr>
            <a:spLocks noGrp="1"/>
          </p:cNvSpPr>
          <p:nvPr>
            <p:ph type="body" sz="quarter" idx="13" hasCustomPrompt="1"/>
          </p:nvPr>
        </p:nvSpPr>
        <p:spPr/>
        <p:txBody>
          <a:bodyPr anchorCtr="0"/>
          <a:lstStyle/>
          <a:p>
            <a:pPr algn="l">
              <a:lnSpc>
                <a:spcPct val="100000"/>
              </a:lnSpc>
              <a:spcBef>
                <a:spcPts val="1000"/>
              </a:spcBef>
            </a:pPr>
            <a:r>
              <a:rPr lang="en-US" sz="1200" b="0" i="0" u="none" strike="noStrike">
                <a:solidFill>
                  <a:srgbClr val="FFFFFF"/>
                </a:solidFill>
                <a:ea typeface="微软雅黑" panose="020B0503020204020204" charset="-122"/>
              </a:rPr>
              <a:t>报告人名称：刘皓然</a:t>
            </a:r>
            <a:endParaRPr lang="en-US" sz="1200" b="0" i="0" u="none" strike="noStrike">
              <a:solidFill>
                <a:srgbClr val="FFFFFF"/>
              </a:solidFill>
              <a:ea typeface="微软雅黑" panose="020B0503020204020204" charset="-122"/>
            </a:endParaRPr>
          </a:p>
        </p:txBody>
      </p:sp>
      <p:sp>
        <p:nvSpPr>
          <p:cNvPr id="7" name="文本占位符 6" descr="e435deb1-3835-48df-a3f5-531f3f1f6fcd"/>
          <p:cNvSpPr>
            <a:spLocks noGrp="1"/>
          </p:cNvSpPr>
          <p:nvPr>
            <p:ph type="body" sz="quarter" idx="14" hasCustomPrompt="1"/>
          </p:nvPr>
        </p:nvSpPr>
        <p:spPr/>
        <p:txBody>
          <a:bodyPr anchorCtr="0"/>
          <a:lstStyle/>
          <a:p>
            <a:pPr algn="l">
              <a:lnSpc>
                <a:spcPct val="100000"/>
              </a:lnSpc>
              <a:spcBef>
                <a:spcPts val="1000"/>
              </a:spcBef>
            </a:pPr>
            <a:r>
              <a:rPr lang="en-US" sz="1600" b="0" i="0" u="none" strike="noStrike">
                <a:solidFill>
                  <a:srgbClr val="000000"/>
                </a:solidFill>
                <a:latin typeface="微软雅黑" panose="020B0503020204020204" charset="-122"/>
              </a:rPr>
              <a:t>2026.01.04</a:t>
            </a:r>
            <a:endParaRPr lang="en-US" sz="1600" b="0" i="0" u="none" strike="noStrike">
              <a:solidFill>
                <a:srgbClr val="000000"/>
              </a:solidFill>
              <a:latin typeface="微软雅黑" panose="020B050302020402020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4caed9d6-c0d5-402d-a13c-963d60d56e8c.source.4.zh-Hans.pptx" descr="60326755-37c4-4564-9533-43960396969b"/>
          <p:cNvGrpSpPr/>
          <p:nvPr/>
        </p:nvGrpSpPr>
        <p:grpSpPr>
          <a:xfrm>
            <a:off x="0" y="1130300"/>
            <a:ext cx="12192000" cy="4305311"/>
            <a:chOff x="0" y="1130300"/>
            <a:chExt cx="12192000" cy="4305311"/>
          </a:xfrm>
        </p:grpSpPr>
        <p:sp>
          <p:nvSpPr>
            <p:cNvPr id="2" name="矩形 1" descr="c46659f6-a98e-4c7e-8b0f-b6d1c17036d4"/>
            <p:cNvSpPr>
              <a:spLocks noChangeAspect="1"/>
            </p:cNvSpPr>
            <p:nvPr/>
          </p:nvSpPr>
          <p:spPr>
            <a:xfrm>
              <a:off x="0" y="3406786"/>
              <a:ext cx="12192000" cy="1076060"/>
            </a:xfrm>
            <a:prstGeom prst="rect">
              <a:avLst/>
            </a:prstGeom>
            <a:solidFill>
              <a:schemeClr val="accent1">
                <a:alpha val="1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l"/>
            </a:p>
          </p:txBody>
        </p:sp>
        <p:cxnSp>
          <p:nvCxnSpPr>
            <p:cNvPr id="83" name="直接箭头连接符 82" descr="564a357d-cf1e-4009-bbae-1fc794102711"/>
            <p:cNvCxnSpPr/>
            <p:nvPr/>
          </p:nvCxnSpPr>
          <p:spPr>
            <a:xfrm>
              <a:off x="660400" y="3944816"/>
              <a:ext cx="10858500" cy="0"/>
            </a:xfrm>
            <a:prstGeom prst="straightConnector1">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nvGrpSpPr>
            <p:cNvPr id="3" name="组合 2" descr="097e2b64-be7d-45ad-aee4-38596d932558"/>
            <p:cNvGrpSpPr/>
            <p:nvPr/>
          </p:nvGrpSpPr>
          <p:grpSpPr>
            <a:xfrm>
              <a:off x="660400" y="3650127"/>
              <a:ext cx="2860864" cy="1785484"/>
              <a:chOff x="290432" y="3650127"/>
              <a:chExt cx="2860864" cy="1785484"/>
            </a:xfrm>
          </p:grpSpPr>
          <p:sp>
            <p:nvSpPr>
              <p:cNvPr id="50" name="Number1" descr="d07b2c5a-8d9f-4823-8d8d-a9b566169a93"/>
              <p:cNvSpPr/>
              <p:nvPr/>
            </p:nvSpPr>
            <p:spPr>
              <a:xfrm>
                <a:off x="1411803" y="3650127"/>
                <a:ext cx="586504" cy="586504"/>
              </a:xfrm>
              <a:prstGeom prst="ellipse">
                <a:avLst/>
              </a:pr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800" b="1" i="0" u="none">
                    <a:solidFill>
                      <a:srgbClr val="FFFFFF"/>
                    </a:solidFill>
                    <a:latin typeface="Arial" panose="020B0604020202020204"/>
                  </a:rPr>
                  <a:t>01</a:t>
                </a:r>
                <a:endParaRPr lang="en-US" sz="1800" b="1" i="0" u="none">
                  <a:solidFill>
                    <a:srgbClr val="FFFFFF"/>
                  </a:solidFill>
                  <a:latin typeface="Arial" panose="020B0604020202020204"/>
                </a:endParaRPr>
              </a:p>
            </p:txBody>
          </p:sp>
          <p:grpSp>
            <p:nvGrpSpPr>
              <p:cNvPr id="56" name="组合 55" descr="af319968-34f6-4462-954c-6ec60c986bc8"/>
              <p:cNvGrpSpPr/>
              <p:nvPr/>
            </p:nvGrpSpPr>
            <p:grpSpPr>
              <a:xfrm>
                <a:off x="290432" y="4236631"/>
                <a:ext cx="2860864" cy="1198980"/>
                <a:chOff x="1530184" y="4601292"/>
                <a:chExt cx="2860864" cy="1198980"/>
              </a:xfrm>
            </p:grpSpPr>
            <p:sp>
              <p:nvSpPr>
                <p:cNvPr id="79" name="Bullet1" descr="f16f02bd-9e00-4912-8a51-87913cc60cb1"/>
                <p:cNvSpPr txBox="1"/>
                <p:nvPr/>
              </p:nvSpPr>
              <p:spPr>
                <a:xfrm>
                  <a:off x="1530184" y="5090848"/>
                  <a:ext cx="2860864" cy="709424"/>
                </a:xfrm>
                <a:prstGeom prst="rect">
                  <a:avLst/>
                </a:prstGeom>
                <a:noFill/>
                <a:ln>
                  <a:noFill/>
                </a:ln>
              </p:spPr>
              <p:txBody>
                <a:bodyPr wrap="square" lIns="91440" tIns="45720" rIns="91440" bIns="45720" anchor="t" anchorCtr="0">
                  <a:normAutofit/>
                </a:bodyPr>
                <a:lstStyle/>
                <a:p>
                  <a:pPr algn="l">
                    <a:spcBef>
                      <a:spcPct val="0"/>
                    </a:spcBef>
                    <a:spcAft>
                      <a:spcPct val="0"/>
                    </a:spcAft>
                  </a:pPr>
                  <a:r>
                    <a:rPr lang="en-US" sz="2200" b="1" i="0" u="none" strike="noStrike">
                      <a:solidFill>
                        <a:srgbClr val="2F2F2F"/>
                      </a:solidFill>
                      <a:ea typeface="微软雅黑" panose="020B0503020204020204" charset="-122"/>
                    </a:rPr>
                    <a:t>课题概述</a:t>
                  </a:r>
                  <a:endParaRPr lang="en-US" sz="2200" b="1" i="0" u="none" strike="noStrike">
                    <a:solidFill>
                      <a:srgbClr val="2F2F2F"/>
                    </a:solidFill>
                    <a:ea typeface="微软雅黑" panose="020B0503020204020204" charset="-122"/>
                  </a:endParaRPr>
                </a:p>
              </p:txBody>
            </p:sp>
            <p:cxnSp>
              <p:nvCxnSpPr>
                <p:cNvPr id="81" name="直接连接符 80" descr="f5f67e79-a050-4295-b850-2766b0ce74d3"/>
                <p:cNvCxnSpPr/>
                <p:nvPr/>
              </p:nvCxnSpPr>
              <p:spPr>
                <a:xfrm>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4" name="组合 3" descr="48769de1-bbd9-4b7a-9926-e76c0ae5b5be"/>
            <p:cNvGrpSpPr/>
            <p:nvPr/>
          </p:nvGrpSpPr>
          <p:grpSpPr>
            <a:xfrm>
              <a:off x="3326278" y="2441361"/>
              <a:ext cx="2860864" cy="1795270"/>
              <a:chOff x="1951305" y="2441361"/>
              <a:chExt cx="2860864" cy="1795270"/>
            </a:xfrm>
          </p:grpSpPr>
          <p:sp>
            <p:nvSpPr>
              <p:cNvPr id="51" name="Number2" descr="e1b84a87-1c61-4368-b8ed-5aacd02087a0"/>
              <p:cNvSpPr/>
              <p:nvPr/>
            </p:nvSpPr>
            <p:spPr>
              <a:xfrm>
                <a:off x="3088485" y="3650127"/>
                <a:ext cx="586504" cy="586504"/>
              </a:xfrm>
              <a:prstGeom prst="ellipse">
                <a:avLst/>
              </a:pr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lstStyle/>
              <a:p>
                <a:pPr algn="ctr"/>
                <a:r>
                  <a:rPr lang="en-US" sz="2000" b="1" i="0" u="none">
                    <a:solidFill>
                      <a:srgbClr val="FFFFFF"/>
                    </a:solidFill>
                    <a:latin typeface="Arial" panose="020B0604020202020204"/>
                  </a:rPr>
                  <a:t>02</a:t>
                </a:r>
                <a:endParaRPr lang="en-US" sz="2000" b="1" i="0" u="none">
                  <a:solidFill>
                    <a:srgbClr val="FFFFFF"/>
                  </a:solidFill>
                  <a:latin typeface="Arial" panose="020B0604020202020204"/>
                </a:endParaRPr>
              </a:p>
            </p:txBody>
          </p:sp>
          <p:grpSp>
            <p:nvGrpSpPr>
              <p:cNvPr id="65" name="组合 64" descr="ee0b683b-6c0b-47c2-9188-19dfb0007312"/>
              <p:cNvGrpSpPr/>
              <p:nvPr/>
            </p:nvGrpSpPr>
            <p:grpSpPr>
              <a:xfrm>
                <a:off x="1951305" y="2441361"/>
                <a:ext cx="2860864" cy="1205891"/>
                <a:chOff x="1523834" y="5316110"/>
                <a:chExt cx="2860864" cy="1205891"/>
              </a:xfrm>
            </p:grpSpPr>
            <p:sp>
              <p:nvSpPr>
                <p:cNvPr id="70" name="Bullet2" descr="4c17351b-059b-4a70-a95c-2fd012e9493b"/>
                <p:cNvSpPr txBox="1"/>
                <p:nvPr/>
              </p:nvSpPr>
              <p:spPr>
                <a:xfrm>
                  <a:off x="1523834" y="5316110"/>
                  <a:ext cx="2860864" cy="709424"/>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2200" b="1" i="0" u="none" strike="noStrike">
                      <a:solidFill>
                        <a:srgbClr val="2F2F2F"/>
                      </a:solidFill>
                      <a:ea typeface="微软雅黑" panose="020B0503020204020204" charset="-122"/>
                    </a:rPr>
                    <a:t>研究内容</a:t>
                  </a:r>
                  <a:endParaRPr lang="en-US" sz="2200" b="1" i="0" u="none" strike="noStrike">
                    <a:solidFill>
                      <a:srgbClr val="2F2F2F"/>
                    </a:solidFill>
                    <a:ea typeface="微软雅黑" panose="020B0503020204020204" charset="-122"/>
                  </a:endParaRPr>
                </a:p>
              </p:txBody>
            </p:sp>
            <p:cxnSp>
              <p:nvCxnSpPr>
                <p:cNvPr id="72" name="直接连接符 71" descr="a401baa4-ec56-4ced-b4a1-30934c337191"/>
                <p:cNvCxnSpPr/>
                <p:nvPr/>
              </p:nvCxnSpPr>
              <p:spPr>
                <a:xfrm flipV="1">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sp>
          <p:nvSpPr>
            <p:cNvPr id="84" name="Title" descr="52068949-deae-4283-af15-cf2b44f2893f"/>
            <p:cNvSpPr>
              <a:spLocks noChangeAspect="1"/>
            </p:cNvSpPr>
            <p:nvPr/>
          </p:nvSpPr>
          <p:spPr>
            <a:xfrm>
              <a:off x="666750" y="1130300"/>
              <a:ext cx="10858500" cy="1002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lang="en-US" sz="4800" b="1" i="0" u="none">
                <a:solidFill>
                  <a:srgbClr val="2F2F2F"/>
                </a:solidFill>
                <a:latin typeface="Arial" panose="020B0604020202020204"/>
              </a:endParaRPr>
            </a:p>
          </p:txBody>
        </p:sp>
        <p:grpSp>
          <p:nvGrpSpPr>
            <p:cNvPr id="5" name="组合 4" descr="d1acee43-b800-42b1-9f4a-86616d8955db"/>
            <p:cNvGrpSpPr/>
            <p:nvPr/>
          </p:nvGrpSpPr>
          <p:grpSpPr>
            <a:xfrm>
              <a:off x="5992156" y="3650127"/>
              <a:ext cx="2860864" cy="1785484"/>
              <a:chOff x="3611454" y="3650127"/>
              <a:chExt cx="2860864" cy="1785484"/>
            </a:xfrm>
          </p:grpSpPr>
          <p:sp>
            <p:nvSpPr>
              <p:cNvPr id="52" name="Number3" descr="7930b2d2-e1d0-453f-8051-066df99ee262"/>
              <p:cNvSpPr/>
              <p:nvPr/>
            </p:nvSpPr>
            <p:spPr>
              <a:xfrm>
                <a:off x="4765167" y="3650127"/>
                <a:ext cx="586504" cy="586504"/>
              </a:xfrm>
              <a:prstGeom prst="ellipse">
                <a:avLst/>
              </a:pr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800" b="1" i="0" u="none">
                    <a:solidFill>
                      <a:srgbClr val="FFFFFF"/>
                    </a:solidFill>
                    <a:latin typeface="Arial" panose="020B0604020202020204"/>
                  </a:rPr>
                  <a:t>03</a:t>
                </a:r>
                <a:endParaRPr lang="en-US" sz="1800" b="1" i="0" u="none">
                  <a:solidFill>
                    <a:srgbClr val="FFFFFF"/>
                  </a:solidFill>
                  <a:latin typeface="Arial" panose="020B0604020202020204"/>
                </a:endParaRPr>
              </a:p>
            </p:txBody>
          </p:sp>
          <p:grpSp>
            <p:nvGrpSpPr>
              <p:cNvPr id="91" name="组合 90" descr="470fac11-21c6-4709-8b6d-18a8c9c33b6e"/>
              <p:cNvGrpSpPr/>
              <p:nvPr/>
            </p:nvGrpSpPr>
            <p:grpSpPr>
              <a:xfrm>
                <a:off x="3611454" y="4236631"/>
                <a:ext cx="2860864" cy="1198980"/>
                <a:chOff x="1530184" y="4601292"/>
                <a:chExt cx="2860864" cy="1198980"/>
              </a:xfrm>
            </p:grpSpPr>
            <p:sp>
              <p:nvSpPr>
                <p:cNvPr id="92" name="Bullet3" descr="3ce5eeca-b4f1-4d93-b501-20e4b4c8272a"/>
                <p:cNvSpPr txBox="1"/>
                <p:nvPr/>
              </p:nvSpPr>
              <p:spPr>
                <a:xfrm>
                  <a:off x="1530184" y="5090848"/>
                  <a:ext cx="2860864" cy="709424"/>
                </a:xfrm>
                <a:prstGeom prst="rect">
                  <a:avLst/>
                </a:prstGeom>
                <a:noFill/>
                <a:ln>
                  <a:noFill/>
                </a:ln>
              </p:spPr>
              <p:txBody>
                <a:bodyPr wrap="square" lIns="91440" tIns="45720" rIns="91440" bIns="45720" anchor="t" anchorCtr="0">
                  <a:normAutofit/>
                </a:bodyPr>
                <a:lstStyle/>
                <a:p>
                  <a:pPr algn="l">
                    <a:spcBef>
                      <a:spcPct val="0"/>
                    </a:spcBef>
                    <a:spcAft>
                      <a:spcPct val="0"/>
                    </a:spcAft>
                  </a:pPr>
                  <a:r>
                    <a:rPr lang="en-US" sz="2200" b="1" i="0" u="none" strike="noStrike">
                      <a:solidFill>
                        <a:srgbClr val="2F2F2F"/>
                      </a:solidFill>
                      <a:ea typeface="微软雅黑" panose="020B0503020204020204" charset="-122"/>
                    </a:rPr>
                    <a:t>准备情况</a:t>
                  </a:r>
                  <a:endParaRPr lang="en-US" sz="2200" b="1" i="0" u="none" strike="noStrike">
                    <a:solidFill>
                      <a:srgbClr val="2F2F2F"/>
                    </a:solidFill>
                    <a:ea typeface="微软雅黑" panose="020B0503020204020204" charset="-122"/>
                  </a:endParaRPr>
                </a:p>
              </p:txBody>
            </p:sp>
            <p:cxnSp>
              <p:nvCxnSpPr>
                <p:cNvPr id="94" name="直接连接符 93" descr="5e14b872-642a-4f03-8156-7d4edbff01d6"/>
                <p:cNvCxnSpPr/>
                <p:nvPr/>
              </p:nvCxnSpPr>
              <p:spPr>
                <a:xfrm>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6" name="组合 5" descr="d4396f5e-8f1f-45ea-ad28-e4cc6538fb58"/>
            <p:cNvGrpSpPr/>
            <p:nvPr/>
          </p:nvGrpSpPr>
          <p:grpSpPr>
            <a:xfrm>
              <a:off x="8658033" y="2441361"/>
              <a:ext cx="2860864" cy="1795270"/>
              <a:chOff x="5304669" y="2441361"/>
              <a:chExt cx="2860864" cy="1795270"/>
            </a:xfrm>
          </p:grpSpPr>
          <p:sp>
            <p:nvSpPr>
              <p:cNvPr id="53" name="Number4" descr="38eb5f0b-94c6-47f3-ba2c-cbb48d454946"/>
              <p:cNvSpPr/>
              <p:nvPr/>
            </p:nvSpPr>
            <p:spPr>
              <a:xfrm>
                <a:off x="6441849" y="3650127"/>
                <a:ext cx="586504" cy="586504"/>
              </a:xfrm>
              <a:prstGeom prst="ellipse">
                <a:avLst/>
              </a:pr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lstStyle/>
              <a:p>
                <a:pPr algn="ctr"/>
                <a:r>
                  <a:rPr lang="en-US" sz="2000" b="1" i="0" u="none">
                    <a:solidFill>
                      <a:srgbClr val="FFFFFF"/>
                    </a:solidFill>
                    <a:latin typeface="Arial" panose="020B0604020202020204"/>
                  </a:rPr>
                  <a:t>04</a:t>
                </a:r>
                <a:endParaRPr lang="en-US" sz="2000" b="1" i="0" u="none">
                  <a:solidFill>
                    <a:srgbClr val="FFFFFF"/>
                  </a:solidFill>
                  <a:latin typeface="Arial" panose="020B0604020202020204"/>
                </a:endParaRPr>
              </a:p>
            </p:txBody>
          </p:sp>
          <p:grpSp>
            <p:nvGrpSpPr>
              <p:cNvPr id="95" name="组合 94" descr="34ac8ebd-2c78-45b8-9ce5-574163ff0cc7"/>
              <p:cNvGrpSpPr/>
              <p:nvPr/>
            </p:nvGrpSpPr>
            <p:grpSpPr>
              <a:xfrm>
                <a:off x="5304669" y="2441361"/>
                <a:ext cx="2860864" cy="1205891"/>
                <a:chOff x="1523834" y="5316110"/>
                <a:chExt cx="2860864" cy="1205891"/>
              </a:xfrm>
            </p:grpSpPr>
            <p:sp>
              <p:nvSpPr>
                <p:cNvPr id="96" name="Bullet4" descr="b50711c8-c209-4e5d-a653-ce17b102eed8"/>
                <p:cNvSpPr txBox="1"/>
                <p:nvPr/>
              </p:nvSpPr>
              <p:spPr>
                <a:xfrm>
                  <a:off x="1523834" y="5316110"/>
                  <a:ext cx="2860864" cy="709424"/>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2200" b="1" i="0" u="none" strike="noStrike">
                      <a:solidFill>
                        <a:srgbClr val="2F2F2F"/>
                      </a:solidFill>
                      <a:ea typeface="微软雅黑" panose="020B0503020204020204" charset="-122"/>
                    </a:rPr>
                    <a:t>实施方案</a:t>
                  </a:r>
                  <a:endParaRPr lang="en-US" sz="2200" b="1" i="0" u="none" strike="noStrike">
                    <a:solidFill>
                      <a:srgbClr val="2F2F2F"/>
                    </a:solidFill>
                    <a:ea typeface="微软雅黑" panose="020B0503020204020204" charset="-122"/>
                  </a:endParaRPr>
                </a:p>
              </p:txBody>
            </p:sp>
            <p:cxnSp>
              <p:nvCxnSpPr>
                <p:cNvPr id="98" name="直接连接符 97" descr="ebede6aa-6dad-47e2-abbb-a620816c84bb"/>
                <p:cNvCxnSpPr/>
                <p:nvPr/>
              </p:nvCxnSpPr>
              <p:spPr>
                <a:xfrm flipV="1">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sp>
        <p:nvSpPr>
          <p:cNvPr id="7" name="标题 6" descr="1d6963f9-18dc-494c-aa9e-6c1cbdf546c4"/>
          <p:cNvSpPr>
            <a:spLocks noGrp="1"/>
          </p:cNvSpPr>
          <p:nvPr>
            <p:ph type="title" hasCustomPrompt="1"/>
          </p:nvPr>
        </p:nvSpPr>
        <p:spPr/>
        <p:txBody>
          <a:bodyPr anchorCtr="0"/>
          <a:lstStyle/>
          <a:p>
            <a:pPr algn="l">
              <a:lnSpc>
                <a:spcPct val="100000"/>
              </a:lnSpc>
              <a:spcBef>
                <a:spcPct val="0"/>
              </a:spcBef>
            </a:pPr>
            <a:r>
              <a:rPr lang="en-US" sz="2800" b="1" i="0" u="none">
                <a:solidFill>
                  <a:srgbClr val="2F2F2F"/>
                </a:solidFill>
                <a:ea typeface="微软雅黑" panose="020B0503020204020204" charset="-122"/>
              </a:rPr>
              <a:t>目录</a:t>
            </a:r>
            <a:endParaRPr lang="en-US" sz="2800" b="1" i="0" u="none">
              <a:solidFill>
                <a:srgbClr val="2F2F2F"/>
              </a:solidFill>
              <a:ea typeface="微软雅黑" panose="020B050302020402020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c3f67eed-6e94-4f12-8d4a-d91c7e7b9661"/>
          <p:cNvSpPr>
            <a:spLocks noGrp="1"/>
          </p:cNvSpPr>
          <p:nvPr>
            <p:ph type="title" hasCustomPrompt="1"/>
          </p:nvPr>
        </p:nvSpPr>
        <p:spPr/>
        <p:txBody>
          <a:bodyPr anchorCtr="0"/>
          <a:lstStyle/>
          <a:p>
            <a:pPr algn="r">
              <a:lnSpc>
                <a:spcPct val="100000"/>
              </a:lnSpc>
              <a:spcBef>
                <a:spcPct val="0"/>
              </a:spcBef>
            </a:pPr>
            <a:r>
              <a:rPr lang="en-US" sz="3200" b="1" i="0" u="none">
                <a:solidFill>
                  <a:srgbClr val="2F2F2F"/>
                </a:solidFill>
                <a:ea typeface="微软雅黑" panose="020B0503020204020204" charset="-122"/>
              </a:rPr>
              <a:t>课题概述</a:t>
            </a:r>
            <a:endParaRPr lang="en-US" sz="3200" b="1" i="0" u="none">
              <a:solidFill>
                <a:srgbClr val="2F2F2F"/>
              </a:solidFill>
              <a:ea typeface="微软雅黑" panose="020B0503020204020204" charset="-122"/>
            </a:endParaRPr>
          </a:p>
        </p:txBody>
      </p:sp>
      <p:sp>
        <p:nvSpPr>
          <p:cNvPr id="25" name="文本占位符 24" descr="9ee9d0a7-7498-4c9f-a6dc-e95d84b5aef3"/>
          <p:cNvSpPr>
            <a:spLocks noGrp="1"/>
          </p:cNvSpPr>
          <p:nvPr>
            <p:ph type="body" sz="quarter" idx="1" hasCustomPrompt="1"/>
          </p:nvPr>
        </p:nvSpPr>
        <p:spPr/>
        <p:txBody>
          <a:bodyPr anchorCtr="0"/>
          <a:lstStyle/>
          <a:p>
            <a:pPr algn="r">
              <a:lnSpc>
                <a:spcPct val="120000"/>
              </a:lnSpc>
              <a:spcBef>
                <a:spcPts val="1000"/>
              </a:spcBef>
            </a:pPr>
            <a:r>
              <a:rPr lang="en-US" sz="2000" b="0" i="0" u="none" strike="noStrike">
                <a:solidFill>
                  <a:srgbClr val="2F2F2F"/>
                </a:solidFill>
                <a:ea typeface="微软雅黑" panose="020B0503020204020204" charset="-122"/>
              </a:rPr>
              <a:t>本课题要求在研究超声波测距原理和微控制器应用技术以一款主流单片机作为核心控制器，选用超声波传感器模块和LCD液晶显示器，设计一套液位监控系统。</a:t>
            </a:r>
            <a:endParaRPr lang="en-US" sz="2000" b="0" i="0" u="none" strike="noStrike">
              <a:solidFill>
                <a:srgbClr val="2F2F2F"/>
              </a:solidFill>
              <a:ea typeface="微软雅黑" panose="020B050302020402020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c3f67eed-6e94-4f12-8d4a-d91c7e7b9661"/>
          <p:cNvSpPr>
            <a:spLocks noGrp="1"/>
          </p:cNvSpPr>
          <p:nvPr>
            <p:ph type="title" hasCustomPrompt="1"/>
          </p:nvPr>
        </p:nvSpPr>
        <p:spPr/>
        <p:txBody>
          <a:bodyPr anchorCtr="0"/>
          <a:lstStyle/>
          <a:p>
            <a:pPr algn="r">
              <a:lnSpc>
                <a:spcPct val="100000"/>
              </a:lnSpc>
              <a:spcBef>
                <a:spcPct val="0"/>
              </a:spcBef>
            </a:pPr>
            <a:r>
              <a:rPr lang="en-US" sz="3200" b="1" i="0" u="none">
                <a:solidFill>
                  <a:srgbClr val="2F2F2F"/>
                </a:solidFill>
                <a:ea typeface="微软雅黑" panose="020B0503020204020204" charset="-122"/>
              </a:rPr>
              <a:t>研究内容</a:t>
            </a:r>
            <a:endParaRPr lang="en-US" sz="3200" b="1" i="0" u="none">
              <a:solidFill>
                <a:srgbClr val="2F2F2F"/>
              </a:solidFill>
              <a:ea typeface="微软雅黑" panose="020B0503020204020204" charset="-122"/>
            </a:endParaRPr>
          </a:p>
        </p:txBody>
      </p:sp>
      <p:sp>
        <p:nvSpPr>
          <p:cNvPr id="25" name="文本占位符 24" descr="9ee9d0a7-7498-4c9f-a6dc-e95d84b5aef3"/>
          <p:cNvSpPr>
            <a:spLocks noGrp="1"/>
          </p:cNvSpPr>
          <p:nvPr>
            <p:ph type="body" sz="quarter" idx="1" hasCustomPrompt="1"/>
          </p:nvPr>
        </p:nvSpPr>
        <p:spPr/>
        <p:txBody>
          <a:bodyPr anchorCtr="0"/>
          <a:lstStyle/>
          <a:p>
            <a:pPr algn="r">
              <a:lnSpc>
                <a:spcPct val="120000"/>
              </a:lnSpc>
              <a:spcBef>
                <a:spcPts val="1000"/>
              </a:spcBef>
            </a:pPr>
            <a:r>
              <a:rPr lang="en-US" sz="2000" b="0" i="0" u="none">
                <a:solidFill>
                  <a:srgbClr val="2F2F2F"/>
                </a:solidFill>
                <a:ea typeface="微软雅黑" panose="020B0503020204020204" charset="-122"/>
              </a:rPr>
              <a:t>明确课题的研究重点与难点</a:t>
            </a:r>
            <a:endParaRPr lang="en-US" sz="2000" b="0" i="0" u="none">
              <a:solidFill>
                <a:srgbClr val="2F2F2F"/>
              </a:solidFill>
              <a:ea typeface="微软雅黑" panose="020B0503020204020204"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209b288e-08fb-4dd4-aa76-a4b68b900cab.source.8.zh-Hans.pptx" descr="8d3d23cc-8911-4101-bbc5-de1a5b1a5150"/>
          <p:cNvGrpSpPr/>
          <p:nvPr>
            <p:custDataLst>
              <p:tags r:id="rId1"/>
            </p:custDataLst>
          </p:nvPr>
        </p:nvGrpSpPr>
        <p:grpSpPr>
          <a:xfrm>
            <a:off x="660400" y="1130300"/>
            <a:ext cx="10858500" cy="5003800"/>
            <a:chOff x="660400" y="1130300"/>
            <a:chExt cx="10858500" cy="5003800"/>
          </a:xfrm>
        </p:grpSpPr>
        <p:sp>
          <p:nvSpPr>
            <p:cNvPr id="2" name="Title" descr="5c27f3ce-cc89-4a3f-a0b2-5b0ab664626d"/>
            <p:cNvSpPr/>
            <p:nvPr/>
          </p:nvSpPr>
          <p:spPr>
            <a:xfrm>
              <a:off x="660400" y="1130300"/>
              <a:ext cx="10858500" cy="490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2400" b="1" i="0" u="none">
                  <a:solidFill>
                    <a:srgbClr val="2F2F2F"/>
                  </a:solidFill>
                  <a:ea typeface="微软雅黑" panose="020B0503020204020204" charset="-122"/>
                </a:rPr>
                <a:t>课题具体的研究方向与功能</a:t>
              </a:r>
              <a:endParaRPr lang="en-US" sz="2400" b="1" i="0" u="none">
                <a:solidFill>
                  <a:srgbClr val="2F2F2F"/>
                </a:solidFill>
                <a:ea typeface="微软雅黑" panose="020B0503020204020204" charset="-122"/>
              </a:endParaRPr>
            </a:p>
          </p:txBody>
        </p:sp>
        <p:grpSp>
          <p:nvGrpSpPr>
            <p:cNvPr id="7" name="组合 6" descr="c80c12c1-d174-4f65-ac9f-3023562c7b57"/>
            <p:cNvGrpSpPr/>
            <p:nvPr/>
          </p:nvGrpSpPr>
          <p:grpSpPr>
            <a:xfrm>
              <a:off x="660400" y="1655180"/>
              <a:ext cx="5298964" cy="1070754"/>
              <a:chOff x="660400" y="1655180"/>
              <a:chExt cx="5298964" cy="1070754"/>
            </a:xfrm>
          </p:grpSpPr>
          <p:sp>
            <p:nvSpPr>
              <p:cNvPr id="6" name="ComponentBackground1" descr="438e55dd-051c-4ef5-bbc0-faeda51a83f8"/>
              <p:cNvSpPr/>
              <p:nvPr>
                <p:custDataLst>
                  <p:tags r:id="rId2"/>
                </p:custDataLst>
              </p:nvPr>
            </p:nvSpPr>
            <p:spPr>
              <a:xfrm>
                <a:off x="663464" y="1655180"/>
                <a:ext cx="5295900" cy="1070754"/>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sp>
            <p:nvSpPr>
              <p:cNvPr id="3" name="Text1" descr="9e9d6fa0-d73f-4581-b907-ae49359b9d1c"/>
              <p:cNvSpPr txBox="1"/>
              <p:nvPr>
                <p:custDataLst>
                  <p:tags r:id="rId3"/>
                </p:custDataLst>
              </p:nvPr>
            </p:nvSpPr>
            <p:spPr>
              <a:xfrm>
                <a:off x="1232157" y="2088337"/>
                <a:ext cx="4679693" cy="585608"/>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2F2F2F"/>
                    </a:solidFill>
                    <a:ea typeface="微软雅黑" panose="020B0503020204020204" charset="-122"/>
                  </a:rPr>
                  <a:t>基于超声波测距原理和微控制器应用技术，结合多学科知识展开研究。</a:t>
                </a:r>
                <a:endParaRPr lang="en-US" sz="1200" b="0" i="0" u="none">
                  <a:solidFill>
                    <a:srgbClr val="2F2F2F"/>
                  </a:solidFill>
                  <a:ea typeface="微软雅黑" panose="020B0503020204020204" charset="-122"/>
                </a:endParaRPr>
              </a:p>
            </p:txBody>
          </p:sp>
          <p:sp>
            <p:nvSpPr>
              <p:cNvPr id="4" name="Bullet1" descr="9335baf4-fe4d-444c-adaf-ac74b6678726"/>
              <p:cNvSpPr txBox="1"/>
              <p:nvPr>
                <p:custDataLst>
                  <p:tags r:id="rId4"/>
                </p:custDataLst>
              </p:nvPr>
            </p:nvSpPr>
            <p:spPr>
              <a:xfrm>
                <a:off x="1232157" y="1697384"/>
                <a:ext cx="467969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2F2F2F"/>
                    </a:solidFill>
                    <a:ea typeface="微软雅黑" panose="020B0503020204020204" charset="-122"/>
                  </a:rPr>
                  <a:t>研究基础</a:t>
                </a:r>
                <a:endParaRPr lang="en-US" sz="1800" b="1" i="0" u="none" strike="noStrike">
                  <a:solidFill>
                    <a:srgbClr val="2F2F2F"/>
                  </a:solidFill>
                  <a:ea typeface="微软雅黑" panose="020B0503020204020204" charset="-122"/>
                </a:endParaRPr>
              </a:p>
            </p:txBody>
          </p:sp>
          <p:sp>
            <p:nvSpPr>
              <p:cNvPr id="26" name="Number1" descr="7a974ee8-7dee-47fc-b68d-5f508c146c2e"/>
              <p:cNvSpPr/>
              <p:nvPr>
                <p:custDataLst>
                  <p:tags r:id="rId5"/>
                </p:custDataLst>
              </p:nvPr>
            </p:nvSpPr>
            <p:spPr>
              <a:xfrm>
                <a:off x="660400" y="165735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panose="020B0604020202020204"/>
                  </a:rPr>
                  <a:t>1</a:t>
                </a:r>
                <a:endParaRPr lang="en-US" sz="1600" b="0" i="0" u="none">
                  <a:solidFill>
                    <a:srgbClr val="FFFFFF"/>
                  </a:solidFill>
                  <a:latin typeface="Arial" panose="020B0604020202020204"/>
                </a:endParaRPr>
              </a:p>
            </p:txBody>
          </p:sp>
        </p:grpSp>
        <p:grpSp>
          <p:nvGrpSpPr>
            <p:cNvPr id="9" name="组合 8" descr="e12dd6c9-902b-4106-96e3-2038bde5e3aa"/>
            <p:cNvGrpSpPr/>
            <p:nvPr/>
          </p:nvGrpSpPr>
          <p:grpSpPr>
            <a:xfrm>
              <a:off x="660400" y="2791235"/>
              <a:ext cx="5298964" cy="1070754"/>
              <a:chOff x="660400" y="2791235"/>
              <a:chExt cx="5298964" cy="1070754"/>
            </a:xfrm>
          </p:grpSpPr>
          <p:sp>
            <p:nvSpPr>
              <p:cNvPr id="146" name="ComponentBackground2" descr="ee667304-8889-47e3-81ce-5b2e7be969dd"/>
              <p:cNvSpPr/>
              <p:nvPr>
                <p:custDataLst>
                  <p:tags r:id="rId6"/>
                </p:custDataLst>
              </p:nvPr>
            </p:nvSpPr>
            <p:spPr>
              <a:xfrm>
                <a:off x="663464" y="2791235"/>
                <a:ext cx="5295900" cy="1070754"/>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sp>
            <p:nvSpPr>
              <p:cNvPr id="148" name="Text2" descr="28087b99-1ca7-42c3-9207-95617a2ae9f4"/>
              <p:cNvSpPr txBox="1"/>
              <p:nvPr>
                <p:custDataLst>
                  <p:tags r:id="rId7"/>
                </p:custDataLst>
              </p:nvPr>
            </p:nvSpPr>
            <p:spPr>
              <a:xfrm>
                <a:off x="1232157" y="3224392"/>
                <a:ext cx="4679693" cy="585608"/>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2F2F2F"/>
                    </a:solidFill>
                    <a:ea typeface="微软雅黑" panose="020B0503020204020204" charset="-122"/>
                  </a:rPr>
                  <a:t>设计一套具备实用性和性价比的液位监控系统，考虑非技术因素。</a:t>
                </a:r>
                <a:endParaRPr lang="en-US" sz="1200" b="0" i="0" u="none">
                  <a:solidFill>
                    <a:srgbClr val="2F2F2F"/>
                  </a:solidFill>
                  <a:ea typeface="微软雅黑" panose="020B0503020204020204" charset="-122"/>
                </a:endParaRPr>
              </a:p>
            </p:txBody>
          </p:sp>
          <p:sp>
            <p:nvSpPr>
              <p:cNvPr id="149" name="Bullet2" descr="a0922305-df82-4083-a3f4-6750d41a7ccf"/>
              <p:cNvSpPr txBox="1"/>
              <p:nvPr>
                <p:custDataLst>
                  <p:tags r:id="rId8"/>
                </p:custDataLst>
              </p:nvPr>
            </p:nvSpPr>
            <p:spPr>
              <a:xfrm>
                <a:off x="1232157" y="2833439"/>
                <a:ext cx="467969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2F2F2F"/>
                    </a:solidFill>
                    <a:ea typeface="微软雅黑" panose="020B0503020204020204" charset="-122"/>
                  </a:rPr>
                  <a:t>设计目标</a:t>
                </a:r>
                <a:endParaRPr lang="en-US" sz="1800" b="1" i="0" u="none" strike="noStrike">
                  <a:solidFill>
                    <a:srgbClr val="2F2F2F"/>
                  </a:solidFill>
                  <a:ea typeface="微软雅黑" panose="020B0503020204020204" charset="-122"/>
                </a:endParaRPr>
              </a:p>
            </p:txBody>
          </p:sp>
          <p:sp>
            <p:nvSpPr>
              <p:cNvPr id="145" name="Number2" descr="991088bc-c3e9-4e69-9f3d-d8993793c0cc"/>
              <p:cNvSpPr/>
              <p:nvPr>
                <p:custDataLst>
                  <p:tags r:id="rId9"/>
                </p:custDataLst>
              </p:nvPr>
            </p:nvSpPr>
            <p:spPr>
              <a:xfrm>
                <a:off x="660400" y="2793405"/>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panose="020B0604020202020204"/>
                  </a:rPr>
                  <a:t>2</a:t>
                </a:r>
                <a:endParaRPr lang="en-US" sz="1600" b="0" i="0" u="none">
                  <a:solidFill>
                    <a:srgbClr val="FFFFFF"/>
                  </a:solidFill>
                  <a:latin typeface="Arial" panose="020B0604020202020204"/>
                </a:endParaRPr>
              </a:p>
            </p:txBody>
          </p:sp>
        </p:grpSp>
        <p:grpSp>
          <p:nvGrpSpPr>
            <p:cNvPr id="10" name="组合 9" descr="f73a2ea7-fc41-4e6e-a285-ae17dc156eb7"/>
            <p:cNvGrpSpPr/>
            <p:nvPr/>
          </p:nvGrpSpPr>
          <p:grpSpPr>
            <a:xfrm>
              <a:off x="660400" y="3927290"/>
              <a:ext cx="5298964" cy="1070754"/>
              <a:chOff x="660400" y="3927290"/>
              <a:chExt cx="5298964" cy="1070754"/>
            </a:xfrm>
          </p:grpSpPr>
          <p:sp>
            <p:nvSpPr>
              <p:cNvPr id="153" name="ComponentBackground3" descr="9b20bb52-413e-48d3-93f4-0bc6e7cefb20"/>
              <p:cNvSpPr/>
              <p:nvPr>
                <p:custDataLst>
                  <p:tags r:id="rId10"/>
                </p:custDataLst>
              </p:nvPr>
            </p:nvSpPr>
            <p:spPr>
              <a:xfrm>
                <a:off x="663464" y="3927290"/>
                <a:ext cx="5295900" cy="1070754"/>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sp>
            <p:nvSpPr>
              <p:cNvPr id="155" name="Text3" descr="d3afc900-c14c-4893-b68d-77720d1ca4f5"/>
              <p:cNvSpPr txBox="1"/>
              <p:nvPr>
                <p:custDataLst>
                  <p:tags r:id="rId11"/>
                </p:custDataLst>
              </p:nvPr>
            </p:nvSpPr>
            <p:spPr>
              <a:xfrm>
                <a:off x="1232157" y="4360447"/>
                <a:ext cx="4679693" cy="585608"/>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2F2F2F"/>
                    </a:solidFill>
                    <a:ea typeface="微软雅黑" panose="020B0503020204020204" charset="-122"/>
                  </a:rPr>
                  <a:t>设计包含单片机最小系统、传感器驱动、显示、输入、报警等电路。</a:t>
                </a:r>
                <a:endParaRPr lang="en-US" sz="1200" b="0" i="0" u="none">
                  <a:solidFill>
                    <a:srgbClr val="2F2F2F"/>
                  </a:solidFill>
                  <a:ea typeface="微软雅黑" panose="020B0503020204020204" charset="-122"/>
                </a:endParaRPr>
              </a:p>
            </p:txBody>
          </p:sp>
          <p:sp>
            <p:nvSpPr>
              <p:cNvPr id="156" name="Bullet3" descr="f616a379-f600-47eb-914f-d4ab6bb5bc3d"/>
              <p:cNvSpPr txBox="1"/>
              <p:nvPr>
                <p:custDataLst>
                  <p:tags r:id="rId12"/>
                </p:custDataLst>
              </p:nvPr>
            </p:nvSpPr>
            <p:spPr>
              <a:xfrm>
                <a:off x="1232157" y="3969494"/>
                <a:ext cx="467969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2F2F2F"/>
                    </a:solidFill>
                    <a:ea typeface="微软雅黑" panose="020B0503020204020204" charset="-122"/>
                  </a:rPr>
                  <a:t>硬件电路</a:t>
                </a:r>
                <a:endParaRPr lang="en-US" sz="1800" b="1" i="0" u="none" strike="noStrike">
                  <a:solidFill>
                    <a:srgbClr val="2F2F2F"/>
                  </a:solidFill>
                  <a:ea typeface="微软雅黑" panose="020B0503020204020204" charset="-122"/>
                </a:endParaRPr>
              </a:p>
            </p:txBody>
          </p:sp>
          <p:sp>
            <p:nvSpPr>
              <p:cNvPr id="152" name="Number3" descr="c035544f-1e3e-413e-b395-4fd778d32859"/>
              <p:cNvSpPr/>
              <p:nvPr>
                <p:custDataLst>
                  <p:tags r:id="rId13"/>
                </p:custDataLst>
              </p:nvPr>
            </p:nvSpPr>
            <p:spPr>
              <a:xfrm>
                <a:off x="660400" y="392946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panose="020B0604020202020204"/>
                  </a:rPr>
                  <a:t>3</a:t>
                </a:r>
                <a:endParaRPr lang="en-US" sz="1600" b="0" i="0" u="none">
                  <a:solidFill>
                    <a:srgbClr val="FFFFFF"/>
                  </a:solidFill>
                  <a:latin typeface="Arial" panose="020B0604020202020204"/>
                </a:endParaRPr>
              </a:p>
            </p:txBody>
          </p:sp>
        </p:grpSp>
        <p:grpSp>
          <p:nvGrpSpPr>
            <p:cNvPr id="11" name="组合 10" descr="49059ffe-4ed6-4818-9853-78b7c1fe73d2"/>
            <p:cNvGrpSpPr/>
            <p:nvPr/>
          </p:nvGrpSpPr>
          <p:grpSpPr>
            <a:xfrm>
              <a:off x="660400" y="5063346"/>
              <a:ext cx="5298964" cy="1070754"/>
              <a:chOff x="660400" y="5063346"/>
              <a:chExt cx="5298964" cy="1070754"/>
            </a:xfrm>
          </p:grpSpPr>
          <p:sp>
            <p:nvSpPr>
              <p:cNvPr id="174" name="ComponentBackground4" descr="f98bf7a3-e5f8-436a-aab5-1f76af268cc0"/>
              <p:cNvSpPr/>
              <p:nvPr>
                <p:custDataLst>
                  <p:tags r:id="rId14"/>
                </p:custDataLst>
              </p:nvPr>
            </p:nvSpPr>
            <p:spPr>
              <a:xfrm>
                <a:off x="663464" y="5063346"/>
                <a:ext cx="5295900" cy="1070754"/>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sp>
            <p:nvSpPr>
              <p:cNvPr id="176" name="Text4" descr="a96cdbde-8666-4b82-853e-ef3b5f11ce5c"/>
              <p:cNvSpPr txBox="1"/>
              <p:nvPr>
                <p:custDataLst>
                  <p:tags r:id="rId15"/>
                </p:custDataLst>
              </p:nvPr>
            </p:nvSpPr>
            <p:spPr>
              <a:xfrm>
                <a:off x="1232157" y="5496503"/>
                <a:ext cx="4679693" cy="585608"/>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2F2F2F"/>
                    </a:solidFill>
                    <a:ea typeface="微软雅黑" panose="020B0503020204020204" charset="-122"/>
                  </a:rPr>
                  <a:t>开发主控、时序控制、距离计算、显示、报警判断等C语言程序。</a:t>
                </a:r>
                <a:endParaRPr lang="en-US" sz="1200" b="0" i="0" u="none">
                  <a:solidFill>
                    <a:srgbClr val="2F2F2F"/>
                  </a:solidFill>
                  <a:ea typeface="微软雅黑" panose="020B0503020204020204" charset="-122"/>
                </a:endParaRPr>
              </a:p>
            </p:txBody>
          </p:sp>
          <p:sp>
            <p:nvSpPr>
              <p:cNvPr id="177" name="Bullet4" descr="a71b1ea4-1eed-4510-bd05-44bbed139213"/>
              <p:cNvSpPr txBox="1"/>
              <p:nvPr>
                <p:custDataLst>
                  <p:tags r:id="rId16"/>
                </p:custDataLst>
              </p:nvPr>
            </p:nvSpPr>
            <p:spPr>
              <a:xfrm>
                <a:off x="1232157" y="5105550"/>
                <a:ext cx="467969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2F2F2F"/>
                    </a:solidFill>
                    <a:ea typeface="微软雅黑" panose="020B0503020204020204" charset="-122"/>
                  </a:rPr>
                  <a:t>软件程序</a:t>
                </a:r>
                <a:endParaRPr lang="en-US" sz="1800" b="1" i="0" u="none" strike="noStrike">
                  <a:solidFill>
                    <a:srgbClr val="2F2F2F"/>
                  </a:solidFill>
                  <a:ea typeface="微软雅黑" panose="020B0503020204020204" charset="-122"/>
                </a:endParaRPr>
              </a:p>
            </p:txBody>
          </p:sp>
          <p:sp>
            <p:nvSpPr>
              <p:cNvPr id="173" name="Number4" descr="e2095fd9-f331-463f-bad4-8588bbe5e58a"/>
              <p:cNvSpPr/>
              <p:nvPr>
                <p:custDataLst>
                  <p:tags r:id="rId17"/>
                </p:custDataLst>
              </p:nvPr>
            </p:nvSpPr>
            <p:spPr>
              <a:xfrm>
                <a:off x="660400" y="5065516"/>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panose="020B0604020202020204"/>
                  </a:rPr>
                  <a:t>4</a:t>
                </a:r>
                <a:endParaRPr lang="en-US" sz="1600" b="0" i="0" u="none">
                  <a:solidFill>
                    <a:srgbClr val="FFFFFF"/>
                  </a:solidFill>
                  <a:latin typeface="Arial" panose="020B0604020202020204"/>
                </a:endParaRPr>
              </a:p>
            </p:txBody>
          </p:sp>
        </p:grpSp>
        <p:grpSp>
          <p:nvGrpSpPr>
            <p:cNvPr id="12" name="组合 11" descr="10d374c7-27e4-42ee-8816-3b341d121b82"/>
            <p:cNvGrpSpPr/>
            <p:nvPr/>
          </p:nvGrpSpPr>
          <p:grpSpPr>
            <a:xfrm>
              <a:off x="6219936" y="1655180"/>
              <a:ext cx="5298964" cy="1070754"/>
              <a:chOff x="6219936" y="1655180"/>
              <a:chExt cx="5298964" cy="1070754"/>
            </a:xfrm>
          </p:grpSpPr>
          <p:sp>
            <p:nvSpPr>
              <p:cNvPr id="181" name="ComponentBackground5" descr="855fb2ea-b61d-47a3-b109-af5f649efd85"/>
              <p:cNvSpPr/>
              <p:nvPr>
                <p:custDataLst>
                  <p:tags r:id="rId18"/>
                </p:custDataLst>
              </p:nvPr>
            </p:nvSpPr>
            <p:spPr>
              <a:xfrm>
                <a:off x="6223000" y="1655180"/>
                <a:ext cx="5295900" cy="1070754"/>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sp>
            <p:nvSpPr>
              <p:cNvPr id="183" name="Text5" descr="1f1e253b-d6a0-46a9-9e28-7f775228a0f2"/>
              <p:cNvSpPr txBox="1"/>
              <p:nvPr>
                <p:custDataLst>
                  <p:tags r:id="rId19"/>
                </p:custDataLst>
              </p:nvPr>
            </p:nvSpPr>
            <p:spPr>
              <a:xfrm>
                <a:off x="6791693" y="2088337"/>
                <a:ext cx="4679693" cy="585608"/>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2F2F2F"/>
                    </a:solidFill>
                    <a:ea typeface="微软雅黑" panose="020B0503020204020204" charset="-122"/>
                  </a:rPr>
                  <a:t>系统能周期性发射超声波并接收回波，准确测量传感器到液面距离。</a:t>
                </a:r>
                <a:endParaRPr lang="en-US" sz="1200" b="0" i="0" u="none">
                  <a:solidFill>
                    <a:srgbClr val="2F2F2F"/>
                  </a:solidFill>
                  <a:ea typeface="微软雅黑" panose="020B0503020204020204" charset="-122"/>
                </a:endParaRPr>
              </a:p>
            </p:txBody>
          </p:sp>
          <p:sp>
            <p:nvSpPr>
              <p:cNvPr id="184" name="Bullet5" descr="a5e2a976-0948-446c-9da6-8722fb164f7c"/>
              <p:cNvSpPr txBox="1"/>
              <p:nvPr>
                <p:custDataLst>
                  <p:tags r:id="rId20"/>
                </p:custDataLst>
              </p:nvPr>
            </p:nvSpPr>
            <p:spPr>
              <a:xfrm>
                <a:off x="6791693" y="1697384"/>
                <a:ext cx="467969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2F2F2F"/>
                    </a:solidFill>
                    <a:ea typeface="微软雅黑" panose="020B0503020204020204" charset="-122"/>
                  </a:rPr>
                  <a:t>测量功能</a:t>
                </a:r>
                <a:endParaRPr lang="en-US" sz="1800" b="1" i="0" u="none" strike="noStrike">
                  <a:solidFill>
                    <a:srgbClr val="2F2F2F"/>
                  </a:solidFill>
                  <a:ea typeface="微软雅黑" panose="020B0503020204020204" charset="-122"/>
                </a:endParaRPr>
              </a:p>
            </p:txBody>
          </p:sp>
          <p:sp>
            <p:nvSpPr>
              <p:cNvPr id="180" name="Number5" descr="808794d7-f1ae-49a5-a6ae-a7b8c5c126a5"/>
              <p:cNvSpPr/>
              <p:nvPr>
                <p:custDataLst>
                  <p:tags r:id="rId21"/>
                </p:custDataLst>
              </p:nvPr>
            </p:nvSpPr>
            <p:spPr>
              <a:xfrm>
                <a:off x="6219936" y="165735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panose="020B0604020202020204"/>
                  </a:rPr>
                  <a:t>5</a:t>
                </a:r>
                <a:endParaRPr lang="en-US" sz="1600" b="0" i="0" u="none">
                  <a:solidFill>
                    <a:srgbClr val="FFFFFF"/>
                  </a:solidFill>
                  <a:latin typeface="Arial" panose="020B0604020202020204"/>
                </a:endParaRPr>
              </a:p>
            </p:txBody>
          </p:sp>
        </p:grpSp>
        <p:grpSp>
          <p:nvGrpSpPr>
            <p:cNvPr id="13" name="组合 12" descr="8ec193fb-93b6-4363-bb30-de2a4850678a"/>
            <p:cNvGrpSpPr/>
            <p:nvPr/>
          </p:nvGrpSpPr>
          <p:grpSpPr>
            <a:xfrm>
              <a:off x="6219936" y="2791235"/>
              <a:ext cx="5298964" cy="1070754"/>
              <a:chOff x="6219936" y="2791235"/>
              <a:chExt cx="5298964" cy="1070754"/>
            </a:xfrm>
          </p:grpSpPr>
          <p:sp>
            <p:nvSpPr>
              <p:cNvPr id="188" name="ComponentBackground6" descr="6122b549-5e1f-4607-8d81-c4fbe7c9216f"/>
              <p:cNvSpPr/>
              <p:nvPr>
                <p:custDataLst>
                  <p:tags r:id="rId22"/>
                </p:custDataLst>
              </p:nvPr>
            </p:nvSpPr>
            <p:spPr>
              <a:xfrm>
                <a:off x="6223000" y="2791235"/>
                <a:ext cx="5295900" cy="1070754"/>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sp>
            <p:nvSpPr>
              <p:cNvPr id="190" name="Text6" descr="92eec190-4f66-4aaf-98f1-b9dec0fb2ad8"/>
              <p:cNvSpPr txBox="1"/>
              <p:nvPr>
                <p:custDataLst>
                  <p:tags r:id="rId23"/>
                </p:custDataLst>
              </p:nvPr>
            </p:nvSpPr>
            <p:spPr>
              <a:xfrm>
                <a:off x="6791693" y="3224392"/>
                <a:ext cx="4679693" cy="585608"/>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2F2F2F"/>
                    </a:solidFill>
                    <a:ea typeface="微软雅黑" panose="020B0503020204020204" charset="-122"/>
                  </a:rPr>
                  <a:t>测量范围覆盖5 cm至100 cm的常见中小型容器。</a:t>
                </a:r>
                <a:endParaRPr lang="en-US" sz="1200" b="0" i="0" u="none">
                  <a:solidFill>
                    <a:srgbClr val="2F2F2F"/>
                  </a:solidFill>
                  <a:ea typeface="微软雅黑" panose="020B0503020204020204" charset="-122"/>
                </a:endParaRPr>
              </a:p>
            </p:txBody>
          </p:sp>
          <p:sp>
            <p:nvSpPr>
              <p:cNvPr id="191" name="Bullet6" descr="ca75984d-711a-4691-a0ba-1ca53da7ef49"/>
              <p:cNvSpPr txBox="1"/>
              <p:nvPr>
                <p:custDataLst>
                  <p:tags r:id="rId24"/>
                </p:custDataLst>
              </p:nvPr>
            </p:nvSpPr>
            <p:spPr>
              <a:xfrm>
                <a:off x="6791693" y="2833439"/>
                <a:ext cx="467969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2F2F2F"/>
                    </a:solidFill>
                    <a:ea typeface="微软雅黑" panose="020B0503020204020204" charset="-122"/>
                  </a:rPr>
                  <a:t>测量范围</a:t>
                </a:r>
                <a:endParaRPr lang="en-US" sz="1800" b="1" i="0" u="none" strike="noStrike">
                  <a:solidFill>
                    <a:srgbClr val="2F2F2F"/>
                  </a:solidFill>
                  <a:ea typeface="微软雅黑" panose="020B0503020204020204" charset="-122"/>
                </a:endParaRPr>
              </a:p>
            </p:txBody>
          </p:sp>
          <p:sp>
            <p:nvSpPr>
              <p:cNvPr id="187" name="Number6" descr="b3004d21-6ed7-484f-ba53-19c2ee8f2d14"/>
              <p:cNvSpPr/>
              <p:nvPr>
                <p:custDataLst>
                  <p:tags r:id="rId25"/>
                </p:custDataLst>
              </p:nvPr>
            </p:nvSpPr>
            <p:spPr>
              <a:xfrm>
                <a:off x="6219936" y="2793405"/>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panose="020B0604020202020204"/>
                  </a:rPr>
                  <a:t>6</a:t>
                </a:r>
                <a:endParaRPr lang="en-US" sz="1600" b="0" i="0" u="none">
                  <a:solidFill>
                    <a:srgbClr val="FFFFFF"/>
                  </a:solidFill>
                  <a:latin typeface="Arial" panose="020B0604020202020204"/>
                </a:endParaRPr>
              </a:p>
            </p:txBody>
          </p:sp>
        </p:grpSp>
        <p:grpSp>
          <p:nvGrpSpPr>
            <p:cNvPr id="14" name="组合 13" descr="e2f5ce0e-c467-470a-8683-bba27e5f7d46"/>
            <p:cNvGrpSpPr/>
            <p:nvPr/>
          </p:nvGrpSpPr>
          <p:grpSpPr>
            <a:xfrm>
              <a:off x="6219936" y="3927290"/>
              <a:ext cx="5298964" cy="1070754"/>
              <a:chOff x="6219936" y="3927290"/>
              <a:chExt cx="5298964" cy="1070754"/>
            </a:xfrm>
          </p:grpSpPr>
          <p:sp>
            <p:nvSpPr>
              <p:cNvPr id="195" name="ComponentBackground7" descr="22cad04d-18ea-416a-b3d4-072d83b0da73"/>
              <p:cNvSpPr/>
              <p:nvPr>
                <p:custDataLst>
                  <p:tags r:id="rId26"/>
                </p:custDataLst>
              </p:nvPr>
            </p:nvSpPr>
            <p:spPr>
              <a:xfrm>
                <a:off x="6223000" y="3927290"/>
                <a:ext cx="5295900" cy="1070754"/>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sp>
            <p:nvSpPr>
              <p:cNvPr id="197" name="Text7" descr="797283b7-3734-4554-a2ee-fda909691bbc"/>
              <p:cNvSpPr txBox="1"/>
              <p:nvPr>
                <p:custDataLst>
                  <p:tags r:id="rId27"/>
                </p:custDataLst>
              </p:nvPr>
            </p:nvSpPr>
            <p:spPr>
              <a:xfrm>
                <a:off x="6791693" y="4360447"/>
                <a:ext cx="4679693" cy="585608"/>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2F2F2F"/>
                    </a:solidFill>
                    <a:ea typeface="微软雅黑" panose="020B0503020204020204" charset="-122"/>
                  </a:rPr>
                  <a:t>静态液位测量误差在全量程范围内不大于±3 mm。</a:t>
                </a:r>
                <a:endParaRPr lang="en-US" sz="1200" b="0" i="0" u="none">
                  <a:solidFill>
                    <a:srgbClr val="2F2F2F"/>
                  </a:solidFill>
                  <a:ea typeface="微软雅黑" panose="020B0503020204020204" charset="-122"/>
                </a:endParaRPr>
              </a:p>
            </p:txBody>
          </p:sp>
          <p:sp>
            <p:nvSpPr>
              <p:cNvPr id="198" name="Bullet7" descr="0a94760f-62f2-4d42-9c32-47e66c5c878e"/>
              <p:cNvSpPr txBox="1"/>
              <p:nvPr>
                <p:custDataLst>
                  <p:tags r:id="rId28"/>
                </p:custDataLst>
              </p:nvPr>
            </p:nvSpPr>
            <p:spPr>
              <a:xfrm>
                <a:off x="6791693" y="3969494"/>
                <a:ext cx="467969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2F2F2F"/>
                    </a:solidFill>
                    <a:ea typeface="微软雅黑" panose="020B0503020204020204" charset="-122"/>
                  </a:rPr>
                  <a:t>测量误差</a:t>
                </a:r>
                <a:endParaRPr lang="en-US" sz="1800" b="1" i="0" u="none" strike="noStrike">
                  <a:solidFill>
                    <a:srgbClr val="2F2F2F"/>
                  </a:solidFill>
                  <a:ea typeface="微软雅黑" panose="020B0503020204020204" charset="-122"/>
                </a:endParaRPr>
              </a:p>
            </p:txBody>
          </p:sp>
          <p:sp>
            <p:nvSpPr>
              <p:cNvPr id="194" name="Number7" descr="c5b64e81-652f-41f2-8701-75256b7b402d"/>
              <p:cNvSpPr/>
              <p:nvPr>
                <p:custDataLst>
                  <p:tags r:id="rId29"/>
                </p:custDataLst>
              </p:nvPr>
            </p:nvSpPr>
            <p:spPr>
              <a:xfrm>
                <a:off x="6219936" y="392946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panose="020B0604020202020204"/>
                  </a:rPr>
                  <a:t>7</a:t>
                </a:r>
                <a:endParaRPr lang="en-US" sz="1600" b="0" i="0" u="none">
                  <a:solidFill>
                    <a:srgbClr val="FFFFFF"/>
                  </a:solidFill>
                  <a:latin typeface="Arial" panose="020B0604020202020204"/>
                </a:endParaRPr>
              </a:p>
            </p:txBody>
          </p:sp>
        </p:grpSp>
        <p:grpSp>
          <p:nvGrpSpPr>
            <p:cNvPr id="15" name="组合 14" descr="c270e249-de01-4504-9bb3-2f8501a3c7c8"/>
            <p:cNvGrpSpPr/>
            <p:nvPr/>
          </p:nvGrpSpPr>
          <p:grpSpPr>
            <a:xfrm>
              <a:off x="6219936" y="5063346"/>
              <a:ext cx="5298964" cy="1070754"/>
              <a:chOff x="6219936" y="5063346"/>
              <a:chExt cx="5298964" cy="1070754"/>
            </a:xfrm>
          </p:grpSpPr>
          <p:sp>
            <p:nvSpPr>
              <p:cNvPr id="202" name="ComponentBackground8" descr="bda8d365-90ac-498e-990b-ea3e29a26c66"/>
              <p:cNvSpPr/>
              <p:nvPr>
                <p:custDataLst>
                  <p:tags r:id="rId30"/>
                </p:custDataLst>
              </p:nvPr>
            </p:nvSpPr>
            <p:spPr>
              <a:xfrm>
                <a:off x="6223000" y="5063346"/>
                <a:ext cx="5295900" cy="1070754"/>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sp>
            <p:nvSpPr>
              <p:cNvPr id="204" name="Text8" descr="e2a42e3d-cb71-434f-a623-858f78c2b0aa"/>
              <p:cNvSpPr txBox="1"/>
              <p:nvPr>
                <p:custDataLst>
                  <p:tags r:id="rId31"/>
                </p:custDataLst>
              </p:nvPr>
            </p:nvSpPr>
            <p:spPr>
              <a:xfrm>
                <a:off x="6791693" y="5496503"/>
                <a:ext cx="4679693" cy="585608"/>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2F2F2F"/>
                    </a:solidFill>
                    <a:ea typeface="微软雅黑" panose="020B0503020204020204" charset="-122"/>
                  </a:rPr>
                  <a:t>能实时显示液位高度变化量，分辨率达到1 mm。</a:t>
                </a:r>
                <a:endParaRPr lang="en-US" sz="1200" b="0" i="0" u="none">
                  <a:solidFill>
                    <a:srgbClr val="2F2F2F"/>
                  </a:solidFill>
                  <a:ea typeface="微软雅黑" panose="020B0503020204020204" charset="-122"/>
                </a:endParaRPr>
              </a:p>
            </p:txBody>
          </p:sp>
          <p:sp>
            <p:nvSpPr>
              <p:cNvPr id="205" name="Bullet8" descr="ae5377d9-6d25-4a96-8e63-fd2c0ddea508"/>
              <p:cNvSpPr txBox="1"/>
              <p:nvPr>
                <p:custDataLst>
                  <p:tags r:id="rId32"/>
                </p:custDataLst>
              </p:nvPr>
            </p:nvSpPr>
            <p:spPr>
              <a:xfrm>
                <a:off x="6791693" y="5105550"/>
                <a:ext cx="467969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2F2F2F"/>
                    </a:solidFill>
                    <a:ea typeface="微软雅黑" panose="020B0503020204020204" charset="-122"/>
                  </a:rPr>
                  <a:t>变化显示</a:t>
                </a:r>
                <a:endParaRPr lang="en-US" sz="1800" b="1" i="0" u="none" strike="noStrike">
                  <a:solidFill>
                    <a:srgbClr val="2F2F2F"/>
                  </a:solidFill>
                  <a:ea typeface="微软雅黑" panose="020B0503020204020204" charset="-122"/>
                </a:endParaRPr>
              </a:p>
            </p:txBody>
          </p:sp>
          <p:sp>
            <p:nvSpPr>
              <p:cNvPr id="201" name="Number8" descr="20677877-05d6-4a85-bd48-b7114d13a91a"/>
              <p:cNvSpPr/>
              <p:nvPr>
                <p:custDataLst>
                  <p:tags r:id="rId33"/>
                </p:custDataLst>
              </p:nvPr>
            </p:nvSpPr>
            <p:spPr>
              <a:xfrm>
                <a:off x="6219936" y="5065516"/>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panose="020B0604020202020204"/>
                  </a:rPr>
                  <a:t>8</a:t>
                </a:r>
                <a:endParaRPr lang="en-US" sz="1600" b="0" i="0" u="none">
                  <a:solidFill>
                    <a:srgbClr val="FFFFFF"/>
                  </a:solidFill>
                  <a:latin typeface="Arial" panose="020B0604020202020204"/>
                </a:endParaRPr>
              </a:p>
            </p:txBody>
          </p:sp>
        </p:grpSp>
      </p:grpSp>
      <p:sp>
        <p:nvSpPr>
          <p:cNvPr id="5" name="标题 4" descr="1d6963f9-18dc-494c-aa9e-6c1cbdf546c4"/>
          <p:cNvSpPr>
            <a:spLocks noGrp="1"/>
          </p:cNvSpPr>
          <p:nvPr>
            <p:ph type="title" hasCustomPrompt="1"/>
          </p:nvPr>
        </p:nvSpPr>
        <p:spPr/>
        <p:txBody>
          <a:bodyPr anchorCtr="0"/>
          <a:lstStyle/>
          <a:p>
            <a:pPr algn="l">
              <a:lnSpc>
                <a:spcPct val="100000"/>
              </a:lnSpc>
              <a:spcBef>
                <a:spcPct val="0"/>
              </a:spcBef>
            </a:pPr>
            <a:r>
              <a:rPr lang="en-US" sz="2800" b="1" i="0" u="none">
                <a:solidFill>
                  <a:srgbClr val="2F2F2F"/>
                </a:solidFill>
                <a:ea typeface="微软雅黑" panose="020B0503020204020204" charset="-122"/>
              </a:rPr>
              <a:t>研究内容</a:t>
            </a:r>
            <a:endParaRPr lang="en-US" sz="2800" b="1" i="0" u="none">
              <a:solidFill>
                <a:srgbClr val="2F2F2F"/>
              </a:solidFill>
              <a:ea typeface="微软雅黑" panose="020B050302020402020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流程图</a:t>
            </a:r>
            <a:r>
              <a:rPr lang="zh-CN" altLang="en-US"/>
              <a:t>如下</a:t>
            </a:r>
            <a:endParaRPr lang="zh-CN" altLang="en-US"/>
          </a:p>
        </p:txBody>
      </p:sp>
      <p:pic>
        <p:nvPicPr>
          <p:cNvPr id="3" name="Picture 2" descr="IMG_256"/>
          <p:cNvPicPr>
            <a:picLocks noChangeAspect="1"/>
          </p:cNvPicPr>
          <p:nvPr/>
        </p:nvPicPr>
        <p:blipFill>
          <a:blip r:embed="rId1"/>
          <a:stretch>
            <a:fillRect/>
          </a:stretch>
        </p:blipFill>
        <p:spPr>
          <a:xfrm>
            <a:off x="4751705" y="632460"/>
            <a:ext cx="3007995" cy="5339080"/>
          </a:xfrm>
          <a:prstGeom prst="rect">
            <a:avLst/>
          </a:prstGeom>
          <a:noFill/>
          <a:ln w="9525">
            <a:noFill/>
          </a:ln>
        </p:spPr>
      </p:pic>
      <p:sp>
        <p:nvSpPr>
          <p:cNvPr id="8" name="文本框 7"/>
          <p:cNvSpPr txBox="1"/>
          <p:nvPr/>
        </p:nvSpPr>
        <p:spPr>
          <a:xfrm>
            <a:off x="558165" y="1732280"/>
            <a:ext cx="4035425" cy="645160"/>
          </a:xfrm>
          <a:prstGeom prst="rect">
            <a:avLst/>
          </a:prstGeom>
          <a:noFill/>
        </p:spPr>
        <p:txBody>
          <a:bodyPr wrap="square" rtlCol="0">
            <a:spAutoFit/>
          </a:bodyPr>
          <a:p>
            <a:r>
              <a:rPr lang="zh-CN" altLang="en-US"/>
              <a:t>控制核心：基于</a:t>
            </a:r>
            <a:r>
              <a:rPr lang="en-US" altLang="zh-CN"/>
              <a:t> ARM Cortex-M3 </a:t>
            </a:r>
            <a:r>
              <a:rPr lang="zh-CN" altLang="en-US"/>
              <a:t>内核，</a:t>
            </a:r>
            <a:r>
              <a:rPr lang="en-US" altLang="zh-CN"/>
              <a:t> </a:t>
            </a:r>
            <a:r>
              <a:rPr lang="zh-CN" altLang="en-US"/>
              <a:t>最高主频可达</a:t>
            </a:r>
            <a:r>
              <a:rPr lang="en-US" altLang="zh-CN"/>
              <a:t> 72 MHz</a:t>
            </a:r>
            <a:endParaRPr lang="en-US" altLang="zh-CN"/>
          </a:p>
        </p:txBody>
      </p:sp>
      <p:sp>
        <p:nvSpPr>
          <p:cNvPr id="9" name="文本框 8"/>
          <p:cNvSpPr txBox="1"/>
          <p:nvPr/>
        </p:nvSpPr>
        <p:spPr>
          <a:xfrm>
            <a:off x="558165" y="2691130"/>
            <a:ext cx="4064000" cy="1476375"/>
          </a:xfrm>
          <a:prstGeom prst="rect">
            <a:avLst/>
          </a:prstGeom>
          <a:noFill/>
        </p:spPr>
        <p:txBody>
          <a:bodyPr wrap="square" rtlCol="0">
            <a:spAutoFit/>
          </a:bodyPr>
          <a:p>
            <a:r>
              <a:rPr lang="en-US" altLang="zh-CN"/>
              <a:t>LCD </a:t>
            </a:r>
            <a:r>
              <a:rPr lang="zh-CN" altLang="en-US"/>
              <a:t>显示屏模块：显示模块通过</a:t>
            </a:r>
            <a:r>
              <a:rPr lang="en-US" altLang="zh-CN"/>
              <a:t> SPI </a:t>
            </a:r>
            <a:r>
              <a:rPr lang="zh-CN" altLang="en-US"/>
              <a:t>接口与</a:t>
            </a:r>
            <a:r>
              <a:rPr lang="en-US" altLang="zh-CN"/>
              <a:t> STM32F103 </a:t>
            </a:r>
            <a:r>
              <a:rPr lang="zh-CN" altLang="en-US"/>
              <a:t>单片机相连，具有通信线少、刷新速度快、驱动方式简单等特点，适合嵌入式测量系统应用</a:t>
            </a:r>
            <a:endParaRPr lang="zh-CN" altLang="en-US"/>
          </a:p>
        </p:txBody>
      </p:sp>
      <p:sp>
        <p:nvSpPr>
          <p:cNvPr id="10" name="文本框 9"/>
          <p:cNvSpPr txBox="1"/>
          <p:nvPr/>
        </p:nvSpPr>
        <p:spPr>
          <a:xfrm>
            <a:off x="8291830" y="1360170"/>
            <a:ext cx="4064000" cy="922020"/>
          </a:xfrm>
          <a:prstGeom prst="rect">
            <a:avLst/>
          </a:prstGeom>
          <a:noFill/>
        </p:spPr>
        <p:txBody>
          <a:bodyPr wrap="square" rtlCol="0">
            <a:spAutoFit/>
          </a:bodyPr>
          <a:p>
            <a:r>
              <a:rPr lang="zh-CN" altLang="en-US"/>
              <a:t>超声波测距模块：本系统选用电应普科技</a:t>
            </a:r>
            <a:r>
              <a:rPr lang="en-US" altLang="zh-CN"/>
              <a:t> DYP-A22-V1.0 </a:t>
            </a:r>
            <a:r>
              <a:rPr lang="zh-CN" altLang="en-US"/>
              <a:t>超声波测距模块作为液位检测核心传感器</a:t>
            </a:r>
            <a:endParaRPr lang="zh-CN" altLang="en-US"/>
          </a:p>
        </p:txBody>
      </p:sp>
      <p:sp>
        <p:nvSpPr>
          <p:cNvPr id="11" name="文本框 10"/>
          <p:cNvSpPr txBox="1"/>
          <p:nvPr/>
        </p:nvSpPr>
        <p:spPr>
          <a:xfrm>
            <a:off x="8291830" y="2613660"/>
            <a:ext cx="4064000" cy="1476375"/>
          </a:xfrm>
          <a:prstGeom prst="rect">
            <a:avLst/>
          </a:prstGeom>
          <a:noFill/>
        </p:spPr>
        <p:txBody>
          <a:bodyPr wrap="square" rtlCol="0">
            <a:spAutoFit/>
          </a:bodyPr>
          <a:p>
            <a:r>
              <a:rPr lang="zh-CN" altLang="en-US"/>
              <a:t>用户按键模块：含</a:t>
            </a:r>
            <a:r>
              <a:rPr lang="en-US" altLang="zh-CN"/>
              <a:t>4</a:t>
            </a:r>
            <a:r>
              <a:rPr lang="zh-CN" altLang="en-US"/>
              <a:t>个独立轻触按键，通过</a:t>
            </a:r>
            <a:r>
              <a:rPr lang="en-US" altLang="zh-CN"/>
              <a:t>GPIO</a:t>
            </a:r>
            <a:r>
              <a:rPr lang="zh-CN" altLang="en-US"/>
              <a:t>连</a:t>
            </a:r>
            <a:r>
              <a:rPr lang="en-US" altLang="zh-CN"/>
              <a:t>STM32</a:t>
            </a:r>
            <a:r>
              <a:rPr lang="zh-CN" altLang="en-US"/>
              <a:t>，输入上拉模式实现低电平触发。硬件</a:t>
            </a:r>
            <a:r>
              <a:rPr lang="en-US" altLang="zh-CN"/>
              <a:t>RC</a:t>
            </a:r>
            <a:r>
              <a:rPr lang="zh-CN" altLang="en-US"/>
              <a:t>滤波</a:t>
            </a:r>
            <a:r>
              <a:rPr lang="en-US" altLang="zh-CN"/>
              <a:t>+</a:t>
            </a:r>
            <a:r>
              <a:rPr lang="zh-CN" altLang="en-US"/>
              <a:t>软件双重防抖，</a:t>
            </a:r>
            <a:r>
              <a:rPr lang="en-US" altLang="zh-CN"/>
              <a:t>20ms</a:t>
            </a:r>
            <a:r>
              <a:rPr lang="zh-CN" altLang="en-US"/>
              <a:t>检测间隔、</a:t>
            </a:r>
            <a:r>
              <a:rPr lang="en-US" altLang="zh-CN"/>
              <a:t>5 </a:t>
            </a:r>
            <a:r>
              <a:rPr lang="zh-CN" altLang="en-US"/>
              <a:t>次稳定判定，过滤抖动。</a:t>
            </a:r>
            <a:endParaRPr lang="zh-CN" altLang="en-US"/>
          </a:p>
        </p:txBody>
      </p:sp>
      <p:sp>
        <p:nvSpPr>
          <p:cNvPr id="12" name="文本框 11"/>
          <p:cNvSpPr txBox="1"/>
          <p:nvPr/>
        </p:nvSpPr>
        <p:spPr>
          <a:xfrm>
            <a:off x="8439785" y="4391025"/>
            <a:ext cx="4064000" cy="922020"/>
          </a:xfrm>
          <a:prstGeom prst="rect">
            <a:avLst/>
          </a:prstGeom>
          <a:noFill/>
        </p:spPr>
        <p:txBody>
          <a:bodyPr wrap="square" rtlCol="0">
            <a:spAutoFit/>
          </a:bodyPr>
          <a:p>
            <a:r>
              <a:rPr lang="zh-CN" altLang="en-US"/>
              <a:t>声光报警模块：有源蜂鸣器与双色</a:t>
            </a:r>
            <a:r>
              <a:rPr lang="en-US" altLang="zh-CN"/>
              <a:t> LED</a:t>
            </a:r>
            <a:r>
              <a:rPr lang="zh-CN" altLang="en-US"/>
              <a:t>，经</a:t>
            </a:r>
            <a:r>
              <a:rPr lang="en-US" altLang="zh-CN"/>
              <a:t> NPN </a:t>
            </a:r>
            <a:r>
              <a:rPr lang="zh-CN" altLang="en-US"/>
              <a:t>三极管驱动连主控，并联续流二极管防损坏。</a:t>
            </a:r>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38c66185-fc6f-4e06-80a3-5baa9f8fa447.source.6.zh-Hans.pptx" descr="b9d9e92a-03c8-45d0-a7ed-ae35e750caeb"/>
          <p:cNvGrpSpPr/>
          <p:nvPr/>
        </p:nvGrpSpPr>
        <p:grpSpPr>
          <a:xfrm>
            <a:off x="660399" y="1130312"/>
            <a:ext cx="10858501" cy="5105388"/>
            <a:chOff x="660399" y="1130312"/>
            <a:chExt cx="10858501" cy="5105388"/>
          </a:xfrm>
        </p:grpSpPr>
        <p:cxnSp>
          <p:nvCxnSpPr>
            <p:cNvPr id="2" name="直接连接符 1" descr="392bc20c-fd68-4c90-9f21-0d1753dbae81"/>
            <p:cNvCxnSpPr/>
            <p:nvPr/>
          </p:nvCxnSpPr>
          <p:spPr>
            <a:xfrm>
              <a:off x="6095981" y="1952012"/>
              <a:ext cx="0" cy="4283688"/>
            </a:xfrm>
            <a:prstGeom prst="line">
              <a:avLst/>
            </a:prstGeom>
            <a:ln w="6350">
              <a:solidFill>
                <a:schemeClr val="tx1">
                  <a:alpha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3" name="Title" descr="d036327d-010b-49cb-bd42-391ed6e98774"/>
            <p:cNvSpPr>
              <a:spLocks noChangeAspect="1"/>
            </p:cNvSpPr>
            <p:nvPr/>
          </p:nvSpPr>
          <p:spPr>
            <a:xfrm>
              <a:off x="660400" y="1130312"/>
              <a:ext cx="10858500" cy="6186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2400" b="1" i="0" u="none">
                  <a:solidFill>
                    <a:srgbClr val="2F2F2F"/>
                  </a:solidFill>
                  <a:ea typeface="微软雅黑" panose="020B0503020204020204" charset="-122"/>
                </a:rPr>
                <a:t>课题研究的关注要点与挑战</a:t>
              </a:r>
              <a:endParaRPr lang="en-US" sz="2400" b="1" i="0" u="none">
                <a:solidFill>
                  <a:srgbClr val="2F2F2F"/>
                </a:solidFill>
                <a:ea typeface="微软雅黑" panose="020B0503020204020204" charset="-122"/>
              </a:endParaRPr>
            </a:p>
          </p:txBody>
        </p:sp>
        <p:grpSp>
          <p:nvGrpSpPr>
            <p:cNvPr id="50" name="组合 49" descr="fd788c60-280c-41d3-8555-84fc3e2f19ab"/>
            <p:cNvGrpSpPr/>
            <p:nvPr/>
          </p:nvGrpSpPr>
          <p:grpSpPr>
            <a:xfrm>
              <a:off x="660399" y="1937499"/>
              <a:ext cx="5436113" cy="1113720"/>
              <a:chOff x="660399" y="1937499"/>
              <a:chExt cx="5436113" cy="1113720"/>
            </a:xfrm>
          </p:grpSpPr>
          <p:sp>
            <p:nvSpPr>
              <p:cNvPr id="7" name="ComponentBackground1" descr="00e24329-0302-4d5a-9414-2d6a11147618"/>
              <p:cNvSpPr/>
              <p:nvPr/>
            </p:nvSpPr>
            <p:spPr>
              <a:xfrm>
                <a:off x="660399" y="1937499"/>
                <a:ext cx="5133600" cy="1113720"/>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p>
            </p:txBody>
          </p:sp>
          <p:sp>
            <p:nvSpPr>
              <p:cNvPr id="8" name="Bullet1" descr="4b8535fb-68bd-484c-b573-0248c7f794df"/>
              <p:cNvSpPr txBox="1"/>
              <p:nvPr/>
            </p:nvSpPr>
            <p:spPr bwMode="auto">
              <a:xfrm>
                <a:off x="895524" y="1978483"/>
                <a:ext cx="4571548" cy="39187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2F2F2F"/>
                    </a:solidFill>
                    <a:ea typeface="微软雅黑" panose="020B0503020204020204" charset="-122"/>
                  </a:rPr>
                  <a:t>静态测量误差</a:t>
                </a:r>
                <a:endParaRPr lang="en-US" sz="1800" b="1" i="0" u="none">
                  <a:solidFill>
                    <a:srgbClr val="2F2F2F"/>
                  </a:solidFill>
                  <a:ea typeface="微软雅黑" panose="020B0503020204020204" charset="-122"/>
                </a:endParaRPr>
              </a:p>
            </p:txBody>
          </p:sp>
          <p:sp>
            <p:nvSpPr>
              <p:cNvPr id="9" name="Text1" descr="d25619ce-72f5-406e-a39f-673145e9a989"/>
              <p:cNvSpPr txBox="1"/>
              <p:nvPr/>
            </p:nvSpPr>
            <p:spPr bwMode="auto">
              <a:xfrm>
                <a:off x="895524" y="2401711"/>
                <a:ext cx="4571548" cy="591449"/>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通过时间差计算液位高度，全量程误差≤3mm，保障测量精度。</a:t>
                </a:r>
                <a:endParaRPr lang="en-US" sz="1200" b="0" i="0" u="none" strike="noStrike">
                  <a:solidFill>
                    <a:srgbClr val="2F2F2F"/>
                  </a:solidFill>
                  <a:ea typeface="微软雅黑" panose="020B0503020204020204" charset="-122"/>
                </a:endParaRPr>
              </a:p>
            </p:txBody>
          </p:sp>
          <p:sp>
            <p:nvSpPr>
              <p:cNvPr id="6" name="Number1" descr="ef5eef94-3d04-4487-93a6-ba0f69440300"/>
              <p:cNvSpPr/>
              <p:nvPr/>
            </p:nvSpPr>
            <p:spPr>
              <a:xfrm>
                <a:off x="5524112" y="2227959"/>
                <a:ext cx="572400" cy="532800"/>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panose="020B0604020202020204"/>
                  </a:rPr>
                  <a:t>1</a:t>
                </a:r>
                <a:endParaRPr lang="en-US" sz="1200" b="0" i="0" u="none">
                  <a:solidFill>
                    <a:srgbClr val="FFFFFF"/>
                  </a:solidFill>
                  <a:latin typeface="Arial" panose="020B0604020202020204"/>
                </a:endParaRPr>
              </a:p>
            </p:txBody>
          </p:sp>
        </p:grpSp>
        <p:grpSp>
          <p:nvGrpSpPr>
            <p:cNvPr id="51" name="组合 50" descr="926a7e3d-da55-4b53-a5e4-3a92a486d3ee"/>
            <p:cNvGrpSpPr/>
            <p:nvPr/>
          </p:nvGrpSpPr>
          <p:grpSpPr>
            <a:xfrm>
              <a:off x="6095980" y="2554076"/>
              <a:ext cx="5422920" cy="1113719"/>
              <a:chOff x="6095980" y="2554076"/>
              <a:chExt cx="5422920" cy="1113719"/>
            </a:xfrm>
          </p:grpSpPr>
          <p:sp>
            <p:nvSpPr>
              <p:cNvPr id="13" name="ComponentBackground2" descr="c720cc6b-d61c-4dee-a73b-8841c7e7d790"/>
              <p:cNvSpPr/>
              <p:nvPr/>
            </p:nvSpPr>
            <p:spPr>
              <a:xfrm flipH="1">
                <a:off x="6396100" y="2554076"/>
                <a:ext cx="5122800" cy="1113719"/>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p>
            </p:txBody>
          </p:sp>
          <p:sp>
            <p:nvSpPr>
              <p:cNvPr id="14" name="Bullet2" descr="b3deb877-c134-44d7-86e3-e844645e587f"/>
              <p:cNvSpPr txBox="1"/>
              <p:nvPr/>
            </p:nvSpPr>
            <p:spPr bwMode="auto">
              <a:xfrm>
                <a:off x="6701006" y="2595060"/>
                <a:ext cx="4571548" cy="391869"/>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2F2F2F"/>
                    </a:solidFill>
                    <a:latin typeface="Arial" panose="020B0604020202020204"/>
                  </a:rPr>
                  <a:t>LCD显示分辨率</a:t>
                </a:r>
                <a:endParaRPr lang="en-US" sz="1800" b="1" i="0" u="none">
                  <a:solidFill>
                    <a:srgbClr val="2F2F2F"/>
                  </a:solidFill>
                  <a:latin typeface="Arial" panose="020B0604020202020204"/>
                </a:endParaRPr>
              </a:p>
            </p:txBody>
          </p:sp>
          <p:sp>
            <p:nvSpPr>
              <p:cNvPr id="15" name="Text2" descr="1a435755-2a59-4c98-b9df-b8fddb153eca"/>
              <p:cNvSpPr txBox="1"/>
              <p:nvPr/>
            </p:nvSpPr>
            <p:spPr bwMode="auto">
              <a:xfrm>
                <a:off x="6701006" y="3018288"/>
                <a:ext cx="4571548" cy="59144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融合多传感器数据，使LCD显示液位变化量分辨率达1mm。</a:t>
                </a:r>
                <a:endParaRPr lang="en-US" sz="1200" b="0" i="0" u="none" strike="noStrike">
                  <a:solidFill>
                    <a:srgbClr val="2F2F2F"/>
                  </a:solidFill>
                  <a:ea typeface="微软雅黑" panose="020B0503020204020204" charset="-122"/>
                </a:endParaRPr>
              </a:p>
            </p:txBody>
          </p:sp>
          <p:sp>
            <p:nvSpPr>
              <p:cNvPr id="12" name="Number2" descr="00007493-bbe9-49ff-9fa3-9e93fdd2c475"/>
              <p:cNvSpPr/>
              <p:nvPr/>
            </p:nvSpPr>
            <p:spPr>
              <a:xfrm>
                <a:off x="6095980" y="2844535"/>
                <a:ext cx="572400" cy="53280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panose="020B0604020202020204"/>
                  </a:rPr>
                  <a:t>2</a:t>
                </a:r>
                <a:endParaRPr lang="en-US" sz="1200" b="0" i="0" u="none">
                  <a:solidFill>
                    <a:srgbClr val="FFFFFF"/>
                  </a:solidFill>
                  <a:latin typeface="Arial" panose="020B0604020202020204"/>
                </a:endParaRPr>
              </a:p>
            </p:txBody>
          </p:sp>
        </p:grpSp>
        <p:grpSp>
          <p:nvGrpSpPr>
            <p:cNvPr id="52" name="组合 51" descr="c2059d20-b2a8-437a-8e8d-04d9606e8af0"/>
            <p:cNvGrpSpPr/>
            <p:nvPr/>
          </p:nvGrpSpPr>
          <p:grpSpPr>
            <a:xfrm>
              <a:off x="660399" y="3170652"/>
              <a:ext cx="5436113" cy="1113720"/>
              <a:chOff x="660399" y="3170652"/>
              <a:chExt cx="5436113" cy="1113720"/>
            </a:xfrm>
          </p:grpSpPr>
          <p:sp>
            <p:nvSpPr>
              <p:cNvPr id="19" name="ComponentBackground3" descr="3d37d9f2-903a-4825-acb5-2b5d66b9c79c"/>
              <p:cNvSpPr/>
              <p:nvPr/>
            </p:nvSpPr>
            <p:spPr>
              <a:xfrm>
                <a:off x="660399" y="3170652"/>
                <a:ext cx="5133600" cy="1113720"/>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p>
            </p:txBody>
          </p:sp>
          <p:sp>
            <p:nvSpPr>
              <p:cNvPr id="20" name="Bullet3" descr="f57af863-da93-4843-81dc-e4c25c5af394"/>
              <p:cNvSpPr txBox="1"/>
              <p:nvPr/>
            </p:nvSpPr>
            <p:spPr bwMode="auto">
              <a:xfrm>
                <a:off x="895524" y="3211636"/>
                <a:ext cx="4571548" cy="39187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2F2F2F"/>
                    </a:solidFill>
                    <a:ea typeface="微软雅黑" panose="020B0503020204020204" charset="-122"/>
                  </a:rPr>
                  <a:t>报警响应延迟</a:t>
                </a:r>
                <a:endParaRPr lang="en-US" sz="1800" b="1" i="0" u="none">
                  <a:solidFill>
                    <a:srgbClr val="2F2F2F"/>
                  </a:solidFill>
                  <a:ea typeface="微软雅黑" panose="020B0503020204020204" charset="-122"/>
                </a:endParaRPr>
              </a:p>
            </p:txBody>
          </p:sp>
          <p:sp>
            <p:nvSpPr>
              <p:cNvPr id="21" name="Text3" descr="4214c783-b6e8-4c29-880e-9f654d0ae99c"/>
              <p:cNvSpPr txBox="1"/>
              <p:nvPr/>
            </p:nvSpPr>
            <p:spPr bwMode="auto">
              <a:xfrm>
                <a:off x="895524" y="3634864"/>
                <a:ext cx="4571548" cy="591449"/>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判断液位超阈值后，系统报警响应延迟≤1秒。</a:t>
                </a:r>
                <a:endParaRPr lang="en-US" sz="1200" b="0" i="0" u="none" strike="noStrike">
                  <a:solidFill>
                    <a:srgbClr val="2F2F2F"/>
                  </a:solidFill>
                  <a:ea typeface="微软雅黑" panose="020B0503020204020204" charset="-122"/>
                </a:endParaRPr>
              </a:p>
            </p:txBody>
          </p:sp>
          <p:sp>
            <p:nvSpPr>
              <p:cNvPr id="18" name="Number3" descr="f08e3fbc-f246-435f-a429-cc5b8ddb67d3"/>
              <p:cNvSpPr/>
              <p:nvPr/>
            </p:nvSpPr>
            <p:spPr>
              <a:xfrm>
                <a:off x="5524112" y="3461112"/>
                <a:ext cx="572400" cy="532800"/>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panose="020B0604020202020204"/>
                  </a:rPr>
                  <a:t>3</a:t>
                </a:r>
                <a:endParaRPr lang="en-US" sz="1200" b="0" i="0" u="none">
                  <a:solidFill>
                    <a:srgbClr val="FFFFFF"/>
                  </a:solidFill>
                  <a:latin typeface="Arial" panose="020B0604020202020204"/>
                </a:endParaRPr>
              </a:p>
            </p:txBody>
          </p:sp>
        </p:grpSp>
        <p:grpSp>
          <p:nvGrpSpPr>
            <p:cNvPr id="53" name="组合 52" descr="c125e4a0-c345-43ec-9f39-6344a3497fa4"/>
            <p:cNvGrpSpPr/>
            <p:nvPr/>
          </p:nvGrpSpPr>
          <p:grpSpPr>
            <a:xfrm>
              <a:off x="6095980" y="3787229"/>
              <a:ext cx="5422920" cy="1113719"/>
              <a:chOff x="6095980" y="3787229"/>
              <a:chExt cx="5422920" cy="1113719"/>
            </a:xfrm>
          </p:grpSpPr>
          <p:sp>
            <p:nvSpPr>
              <p:cNvPr id="25" name="ComponentBackground4" descr="a262c413-881d-4975-916a-af8d85018770"/>
              <p:cNvSpPr/>
              <p:nvPr/>
            </p:nvSpPr>
            <p:spPr>
              <a:xfrm flipH="1">
                <a:off x="6396100" y="3787229"/>
                <a:ext cx="5122800" cy="1113719"/>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p>
            </p:txBody>
          </p:sp>
          <p:sp>
            <p:nvSpPr>
              <p:cNvPr id="26" name="Bullet4" descr="8438be96-873b-4f7b-af01-7e17ba0991e2"/>
              <p:cNvSpPr txBox="1"/>
              <p:nvPr/>
            </p:nvSpPr>
            <p:spPr bwMode="auto">
              <a:xfrm>
                <a:off x="6701006" y="3828213"/>
                <a:ext cx="4571548" cy="391869"/>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2F2F2F"/>
                    </a:solidFill>
                    <a:ea typeface="微软雅黑" panose="020B0503020204020204" charset="-122"/>
                  </a:rPr>
                  <a:t>环境干扰保障</a:t>
                </a:r>
                <a:endParaRPr lang="en-US" sz="1800" b="1" i="0" u="none">
                  <a:solidFill>
                    <a:srgbClr val="2F2F2F"/>
                  </a:solidFill>
                  <a:ea typeface="微软雅黑" panose="020B0503020204020204" charset="-122"/>
                </a:endParaRPr>
              </a:p>
            </p:txBody>
          </p:sp>
          <p:sp>
            <p:nvSpPr>
              <p:cNvPr id="27" name="Text4" descr="7d7f366f-1710-4735-94d0-4e672d6ded8a"/>
              <p:cNvSpPr txBox="1"/>
              <p:nvPr/>
            </p:nvSpPr>
            <p:spPr bwMode="auto">
              <a:xfrm>
                <a:off x="6701006" y="4251441"/>
                <a:ext cx="4571548" cy="59144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静态测量需≤3mm，但温漂等影响大，校准复杂。</a:t>
                </a:r>
                <a:endParaRPr lang="en-US" sz="1200" b="0" i="0" u="none" strike="noStrike">
                  <a:solidFill>
                    <a:srgbClr val="2F2F2F"/>
                  </a:solidFill>
                  <a:ea typeface="微软雅黑" panose="020B0503020204020204" charset="-122"/>
                </a:endParaRPr>
              </a:p>
            </p:txBody>
          </p:sp>
          <p:sp>
            <p:nvSpPr>
              <p:cNvPr id="24" name="Number4" descr="e1e4ed19-be98-4ea4-a751-538cd000d671"/>
              <p:cNvSpPr/>
              <p:nvPr/>
            </p:nvSpPr>
            <p:spPr>
              <a:xfrm>
                <a:off x="6095980" y="4077688"/>
                <a:ext cx="572400" cy="53280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panose="020B0604020202020204"/>
                  </a:rPr>
                  <a:t>4</a:t>
                </a:r>
                <a:endParaRPr lang="en-US" sz="1200" b="0" i="0" u="none">
                  <a:solidFill>
                    <a:srgbClr val="FFFFFF"/>
                  </a:solidFill>
                  <a:latin typeface="Arial" panose="020B0604020202020204"/>
                </a:endParaRPr>
              </a:p>
            </p:txBody>
          </p:sp>
        </p:grpSp>
        <p:grpSp>
          <p:nvGrpSpPr>
            <p:cNvPr id="54" name="组合 53" descr="d571c168-318d-4305-a971-44190837383a"/>
            <p:cNvGrpSpPr/>
            <p:nvPr/>
          </p:nvGrpSpPr>
          <p:grpSpPr>
            <a:xfrm>
              <a:off x="660399" y="4403805"/>
              <a:ext cx="5436113" cy="1113720"/>
              <a:chOff x="660399" y="4403805"/>
              <a:chExt cx="5436113" cy="1113720"/>
            </a:xfrm>
          </p:grpSpPr>
          <p:sp>
            <p:nvSpPr>
              <p:cNvPr id="31" name="ComponentBackground5" descr="7dc5a684-b813-4df4-bca0-f7795a652621"/>
              <p:cNvSpPr/>
              <p:nvPr/>
            </p:nvSpPr>
            <p:spPr>
              <a:xfrm>
                <a:off x="660399" y="4403805"/>
                <a:ext cx="5133600" cy="1113720"/>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p>
            </p:txBody>
          </p:sp>
          <p:sp>
            <p:nvSpPr>
              <p:cNvPr id="32" name="Bullet5" descr="e3371185-077e-4d14-9d8a-d46352bcfec8"/>
              <p:cNvSpPr txBox="1"/>
              <p:nvPr/>
            </p:nvSpPr>
            <p:spPr bwMode="auto">
              <a:xfrm>
                <a:off x="895524" y="4444789"/>
                <a:ext cx="4571548" cy="39187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2F2F2F"/>
                    </a:solidFill>
                    <a:ea typeface="微软雅黑" panose="020B0503020204020204" charset="-122"/>
                  </a:rPr>
                  <a:t>显示报警协同</a:t>
                </a:r>
                <a:endParaRPr lang="en-US" sz="1800" b="1" i="0" u="none">
                  <a:solidFill>
                    <a:srgbClr val="2F2F2F"/>
                  </a:solidFill>
                  <a:ea typeface="微软雅黑" panose="020B0503020204020204" charset="-122"/>
                </a:endParaRPr>
              </a:p>
            </p:txBody>
          </p:sp>
          <p:sp>
            <p:nvSpPr>
              <p:cNvPr id="33" name="Text5" descr="84169e6d-f521-4ec8-9747-cc8e3e07e240"/>
              <p:cNvSpPr txBox="1"/>
              <p:nvPr/>
            </p:nvSpPr>
            <p:spPr bwMode="auto">
              <a:xfrm>
                <a:off x="895524" y="4868017"/>
                <a:ext cx="4571548" cy="591449"/>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液位变化信号传输有延迟，需精准采集并快速同步显示与报警。</a:t>
                </a:r>
                <a:endParaRPr lang="en-US" sz="1200" b="0" i="0" u="none" strike="noStrike">
                  <a:solidFill>
                    <a:srgbClr val="2F2F2F"/>
                  </a:solidFill>
                  <a:ea typeface="微软雅黑" panose="020B0503020204020204" charset="-122"/>
                </a:endParaRPr>
              </a:p>
            </p:txBody>
          </p:sp>
          <p:sp>
            <p:nvSpPr>
              <p:cNvPr id="30" name="Number5" descr="e139b9a0-b2f5-4863-9d91-35eb30c544d2"/>
              <p:cNvSpPr/>
              <p:nvPr/>
            </p:nvSpPr>
            <p:spPr>
              <a:xfrm>
                <a:off x="5524112" y="4694265"/>
                <a:ext cx="572400" cy="532800"/>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panose="020B0604020202020204"/>
                  </a:rPr>
                  <a:t>5</a:t>
                </a:r>
                <a:endParaRPr lang="en-US" sz="1200" b="0" i="0" u="none">
                  <a:solidFill>
                    <a:srgbClr val="FFFFFF"/>
                  </a:solidFill>
                  <a:latin typeface="Arial" panose="020B0604020202020204"/>
                </a:endParaRPr>
              </a:p>
            </p:txBody>
          </p:sp>
        </p:grpSp>
        <p:grpSp>
          <p:nvGrpSpPr>
            <p:cNvPr id="55" name="组合 54" descr="207da1fa-8f78-42ce-8362-569b08101cee"/>
            <p:cNvGrpSpPr/>
            <p:nvPr/>
          </p:nvGrpSpPr>
          <p:grpSpPr>
            <a:xfrm>
              <a:off x="6095980" y="5020381"/>
              <a:ext cx="5422920" cy="1113719"/>
              <a:chOff x="6095980" y="5020381"/>
              <a:chExt cx="5422920" cy="1113719"/>
            </a:xfrm>
          </p:grpSpPr>
          <p:sp>
            <p:nvSpPr>
              <p:cNvPr id="37" name="ComponentBackground6" descr="14a2c677-066b-42e8-a858-12dae6b8181e"/>
              <p:cNvSpPr/>
              <p:nvPr/>
            </p:nvSpPr>
            <p:spPr>
              <a:xfrm flipH="1">
                <a:off x="6396100" y="5020381"/>
                <a:ext cx="5122800" cy="1113719"/>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p>
            </p:txBody>
          </p:sp>
          <p:sp>
            <p:nvSpPr>
              <p:cNvPr id="38" name="Bullet6" descr="efbbe7f8-bdf7-4a5e-ac8b-1832a99f3a1a"/>
              <p:cNvSpPr txBox="1"/>
              <p:nvPr/>
            </p:nvSpPr>
            <p:spPr bwMode="auto">
              <a:xfrm>
                <a:off x="6701006" y="5061365"/>
                <a:ext cx="4571548" cy="391869"/>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2F2F2F"/>
                    </a:solidFill>
                    <a:ea typeface="微软雅黑" panose="020B0503020204020204" charset="-122"/>
                  </a:rPr>
                  <a:t>全量程指标控制</a:t>
                </a:r>
                <a:endParaRPr lang="en-US" sz="1800" b="1" i="0" u="none">
                  <a:solidFill>
                    <a:srgbClr val="2F2F2F"/>
                  </a:solidFill>
                  <a:ea typeface="微软雅黑" panose="020B0503020204020204" charset="-122"/>
                </a:endParaRPr>
              </a:p>
            </p:txBody>
          </p:sp>
          <p:sp>
            <p:nvSpPr>
              <p:cNvPr id="39" name="Text6" descr="e498e0cb-da01-449a-a6af-d977c59c5435"/>
              <p:cNvSpPr txBox="1"/>
              <p:nvPr/>
            </p:nvSpPr>
            <p:spPr bwMode="auto">
              <a:xfrm>
                <a:off x="6701006" y="5484593"/>
                <a:ext cx="4571548" cy="59144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液位影响传感器灵敏度，需全量程精准微调，维持环境稳定。</a:t>
                </a:r>
                <a:endParaRPr lang="en-US" sz="1200" b="0" i="0" u="none" strike="noStrike">
                  <a:solidFill>
                    <a:srgbClr val="2F2F2F"/>
                  </a:solidFill>
                  <a:ea typeface="微软雅黑" panose="020B0503020204020204" charset="-122"/>
                </a:endParaRPr>
              </a:p>
            </p:txBody>
          </p:sp>
          <p:sp>
            <p:nvSpPr>
              <p:cNvPr id="36" name="Number6" descr="04095897-20d7-47db-8168-1ffabf688cc0"/>
              <p:cNvSpPr/>
              <p:nvPr/>
            </p:nvSpPr>
            <p:spPr>
              <a:xfrm>
                <a:off x="6095980" y="5310840"/>
                <a:ext cx="572400" cy="53280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panose="020B0604020202020204"/>
                  </a:rPr>
                  <a:t>6</a:t>
                </a:r>
                <a:endParaRPr lang="en-US" sz="1200" b="0" i="0" u="none">
                  <a:solidFill>
                    <a:srgbClr val="FFFFFF"/>
                  </a:solidFill>
                  <a:latin typeface="Arial" panose="020B0604020202020204"/>
                </a:endParaRPr>
              </a:p>
            </p:txBody>
          </p:sp>
        </p:grpSp>
      </p:grpSp>
      <p:sp>
        <p:nvSpPr>
          <p:cNvPr id="5" name="标题 4" descr="1d6963f9-18dc-494c-aa9e-6c1cbdf546c4"/>
          <p:cNvSpPr>
            <a:spLocks noGrp="1"/>
          </p:cNvSpPr>
          <p:nvPr>
            <p:ph type="title" hasCustomPrompt="1"/>
          </p:nvPr>
        </p:nvSpPr>
        <p:spPr/>
        <p:txBody>
          <a:bodyPr anchorCtr="0"/>
          <a:lstStyle/>
          <a:p>
            <a:pPr algn="l">
              <a:lnSpc>
                <a:spcPct val="100000"/>
              </a:lnSpc>
              <a:spcBef>
                <a:spcPct val="0"/>
              </a:spcBef>
            </a:pPr>
            <a:r>
              <a:rPr lang="en-US" sz="2800" b="1" i="0" u="none">
                <a:solidFill>
                  <a:srgbClr val="2F2F2F"/>
                </a:solidFill>
                <a:ea typeface="微软雅黑" panose="020B0503020204020204" charset="-122"/>
              </a:rPr>
              <a:t>重点与难点</a:t>
            </a:r>
            <a:endParaRPr lang="en-US" sz="2800" b="1" i="0" u="none">
              <a:solidFill>
                <a:srgbClr val="2F2F2F"/>
              </a:solidFill>
              <a:ea typeface="微软雅黑" panose="020B0503020204020204"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c3f67eed-6e94-4f12-8d4a-d91c7e7b9661"/>
          <p:cNvSpPr>
            <a:spLocks noGrp="1"/>
          </p:cNvSpPr>
          <p:nvPr>
            <p:ph type="title" hasCustomPrompt="1"/>
          </p:nvPr>
        </p:nvSpPr>
        <p:spPr/>
        <p:txBody>
          <a:bodyPr anchorCtr="0"/>
          <a:lstStyle/>
          <a:p>
            <a:pPr algn="r">
              <a:lnSpc>
                <a:spcPct val="100000"/>
              </a:lnSpc>
              <a:spcBef>
                <a:spcPct val="0"/>
              </a:spcBef>
            </a:pPr>
            <a:r>
              <a:rPr lang="en-US" sz="3200" b="1" i="0" u="none">
                <a:solidFill>
                  <a:srgbClr val="2F2F2F"/>
                </a:solidFill>
                <a:ea typeface="微软雅黑" panose="020B0503020204020204" charset="-122"/>
              </a:rPr>
              <a:t>准备情况</a:t>
            </a:r>
            <a:endParaRPr lang="en-US" sz="3200" b="1" i="0" u="none">
              <a:solidFill>
                <a:srgbClr val="2F2F2F"/>
              </a:solidFill>
              <a:ea typeface="微软雅黑" panose="020B0503020204020204" charset="-122"/>
            </a:endParaRPr>
          </a:p>
        </p:txBody>
      </p:sp>
      <p:sp>
        <p:nvSpPr>
          <p:cNvPr id="25" name="文本占位符 24" descr="9ee9d0a7-7498-4c9f-a6dc-e95d84b5aef3"/>
          <p:cNvSpPr>
            <a:spLocks noGrp="1"/>
          </p:cNvSpPr>
          <p:nvPr>
            <p:ph type="body" sz="quarter" idx="1" hasCustomPrompt="1"/>
          </p:nvPr>
        </p:nvSpPr>
        <p:spPr/>
        <p:txBody>
          <a:bodyPr anchorCtr="0"/>
          <a:lstStyle/>
          <a:p>
            <a:pPr algn="r">
              <a:lnSpc>
                <a:spcPct val="120000"/>
              </a:lnSpc>
              <a:spcBef>
                <a:spcPts val="1000"/>
              </a:spcBef>
            </a:pPr>
            <a:r>
              <a:rPr lang="en-US" sz="2000" b="0" i="0" u="none">
                <a:solidFill>
                  <a:srgbClr val="2F2F2F"/>
                </a:solidFill>
                <a:ea typeface="微软雅黑" panose="020B0503020204020204" charset="-122"/>
              </a:rPr>
              <a:t>展示课题的前期调研与资料查阅</a:t>
            </a:r>
            <a:endParaRPr lang="en-US" sz="2000" b="0" i="0" u="none">
              <a:solidFill>
                <a:srgbClr val="2F2F2F"/>
              </a:solidFill>
              <a:ea typeface="微软雅黑" panose="020B0503020204020204"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22d6503c-a7b0-43b0-a9f4-cb495473eb5b.source.5.zh-Hans.pptx" descr="e3b589e1-4335-4eca-b2ce-c9b1fa7c12bd"/>
          <p:cNvGrpSpPr/>
          <p:nvPr>
            <p:custDataLst>
              <p:tags r:id="rId1"/>
            </p:custDataLst>
          </p:nvPr>
        </p:nvGrpSpPr>
        <p:grpSpPr>
          <a:xfrm>
            <a:off x="660400" y="1124196"/>
            <a:ext cx="10858500" cy="5009904"/>
            <a:chOff x="660400" y="1124196"/>
            <a:chExt cx="10858500" cy="5009904"/>
          </a:xfrm>
        </p:grpSpPr>
        <p:sp>
          <p:nvSpPr>
            <p:cNvPr id="29" name="Title" descr="fe3a09ef-9cbf-4dbf-a1d3-95a0960740cb"/>
            <p:cNvSpPr txBox="1"/>
            <p:nvPr/>
          </p:nvSpPr>
          <p:spPr>
            <a:xfrm>
              <a:off x="660400" y="1124196"/>
              <a:ext cx="10858500" cy="670924"/>
            </a:xfrm>
            <a:prstGeom prst="rect">
              <a:avLst/>
            </a:prstGeom>
            <a:noFill/>
            <a:ln>
              <a:noFill/>
            </a:ln>
          </p:spPr>
          <p:txBody>
            <a:bodyPr wrap="square" lIns="90000" tIns="46800" rIns="90000" bIns="46800" anchor="t" anchorCtr="0">
              <a:normAutofit/>
            </a:bodyPr>
            <a:lstStyle/>
            <a:p>
              <a:pPr algn="ctr"/>
              <a:r>
                <a:rPr lang="en-US" sz="2400" b="1" i="0" u="none">
                  <a:solidFill>
                    <a:srgbClr val="2F2F2F"/>
                  </a:solidFill>
                  <a:ea typeface="微软雅黑" panose="020B0503020204020204" charset="-122"/>
                </a:rPr>
                <a:t>当前市场与技术的相关情况</a:t>
              </a:r>
              <a:endParaRPr lang="en-US" sz="2400" b="1" i="0" u="none">
                <a:solidFill>
                  <a:srgbClr val="2F2F2F"/>
                </a:solidFill>
                <a:ea typeface="微软雅黑" panose="020B0503020204020204" charset="-122"/>
              </a:endParaRPr>
            </a:p>
          </p:txBody>
        </p:sp>
        <p:grpSp>
          <p:nvGrpSpPr>
            <p:cNvPr id="30" name="组合 29" descr="909ea815-772c-458a-a7ca-14db6bdee61f"/>
            <p:cNvGrpSpPr/>
            <p:nvPr/>
          </p:nvGrpSpPr>
          <p:grpSpPr>
            <a:xfrm>
              <a:off x="777521" y="2189332"/>
              <a:ext cx="2071324" cy="3250283"/>
              <a:chOff x="743004" y="2189332"/>
              <a:chExt cx="1460863" cy="3250283"/>
            </a:xfrm>
          </p:grpSpPr>
          <p:sp>
            <p:nvSpPr>
              <p:cNvPr id="60" name="ComponentBackground1" descr="5a48cd55-657d-4a68-80b0-57725b7d5022"/>
              <p:cNvSpPr/>
              <p:nvPr>
                <p:custDataLst>
                  <p:tags r:id="rId2"/>
                </p:custDataLst>
              </p:nvPr>
            </p:nvSpPr>
            <p:spPr>
              <a:xfrm>
                <a:off x="867573" y="2975883"/>
                <a:ext cx="1211725" cy="1211725"/>
              </a:xfrm>
              <a:prstGeom prst="rect">
                <a:avLst/>
              </a:prstGeom>
              <a:solidFill>
                <a:schemeClr val="tx1">
                  <a:alpha val="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p>
            </p:txBody>
          </p:sp>
          <p:sp>
            <p:nvSpPr>
              <p:cNvPr id="61" name="Number1" descr="17ae8b96-55dd-4a27-9328-ec988d379156"/>
              <p:cNvSpPr txBox="1"/>
              <p:nvPr>
                <p:custDataLst>
                  <p:tags r:id="rId3"/>
                </p:custDataLst>
              </p:nvPr>
            </p:nvSpPr>
            <p:spPr>
              <a:xfrm>
                <a:off x="1030766" y="2189332"/>
                <a:ext cx="885338" cy="7078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spcBef>
                    <a:spcPct val="0"/>
                  </a:spcBef>
                  <a:spcAft>
                    <a:spcPct val="0"/>
                  </a:spcAft>
                </a:pPr>
                <a:r>
                  <a:rPr lang="en-US" sz="4000" b="1" i="0" u="none" strike="noStrike">
                    <a:solidFill>
                      <a:srgbClr val="1552CA"/>
                    </a:solidFill>
                    <a:latin typeface="Arial" panose="020B0604020202020204"/>
                  </a:rPr>
                  <a:t>01</a:t>
                </a:r>
                <a:endParaRPr lang="en-US" sz="4000" b="1" i="0" u="none" strike="noStrike">
                  <a:solidFill>
                    <a:srgbClr val="1552CA"/>
                  </a:solidFill>
                  <a:latin typeface="Arial" panose="020B0604020202020204"/>
                </a:endParaRPr>
              </a:p>
            </p:txBody>
          </p:sp>
          <p:sp>
            <p:nvSpPr>
              <p:cNvPr id="62" name="Bullet1" descr="58d8f321-02ba-4eb2-9877-87be01ed8ba8"/>
              <p:cNvSpPr txBox="1"/>
              <p:nvPr>
                <p:custDataLst>
                  <p:tags r:id="rId4"/>
                </p:custDataLst>
              </p:nvPr>
            </p:nvSpPr>
            <p:spPr>
              <a:xfrm>
                <a:off x="867573" y="3109165"/>
                <a:ext cx="1211725" cy="952591"/>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spcBef>
                    <a:spcPct val="0"/>
                  </a:spcBef>
                  <a:spcAft>
                    <a:spcPct val="0"/>
                  </a:spcAft>
                </a:pPr>
                <a:r>
                  <a:rPr lang="en-US" sz="1800" b="1" i="0" u="none" strike="noStrike">
                    <a:solidFill>
                      <a:srgbClr val="1552CA"/>
                    </a:solidFill>
                    <a:ea typeface="微软雅黑" panose="020B0503020204020204" charset="-122"/>
                  </a:rPr>
                  <a:t>市场需求</a:t>
                </a:r>
                <a:endParaRPr lang="en-US" sz="1800" b="1" i="0" u="none" strike="noStrike">
                  <a:solidFill>
                    <a:srgbClr val="1552CA"/>
                  </a:solidFill>
                  <a:ea typeface="微软雅黑" panose="020B0503020204020204" charset="-122"/>
                </a:endParaRPr>
              </a:p>
            </p:txBody>
          </p:sp>
          <p:sp>
            <p:nvSpPr>
              <p:cNvPr id="63" name="Text1" descr="59ba1edb-da77-472d-83a5-36d2f6e6c7a0"/>
              <p:cNvSpPr txBox="1"/>
              <p:nvPr>
                <p:custDataLst>
                  <p:tags r:id="rId5"/>
                </p:custDataLst>
              </p:nvPr>
            </p:nvSpPr>
            <p:spPr>
              <a:xfrm>
                <a:off x="743004" y="4288329"/>
                <a:ext cx="1460863" cy="11512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spcBef>
                    <a:spcPct val="0"/>
                  </a:spcBef>
                  <a:spcAft>
                    <a:spcPct val="0"/>
                  </a:spcAft>
                </a:pPr>
                <a:r>
                  <a:rPr lang="en-US" sz="1200" b="0" i="0" u="none" strike="noStrike">
                    <a:solidFill>
                      <a:srgbClr val="2F2F2F"/>
                    </a:solidFill>
                    <a:ea typeface="微软雅黑" panose="020B0503020204020204" charset="-122"/>
                  </a:rPr>
                  <a:t>国内超声波液位监测市场需求高速增长，政策与产业升级双驱动。</a:t>
                </a:r>
                <a:endParaRPr lang="en-US" sz="1200" b="0" i="0" u="none" strike="noStrike">
                  <a:solidFill>
                    <a:srgbClr val="2F2F2F"/>
                  </a:solidFill>
                  <a:ea typeface="微软雅黑" panose="020B0503020204020204" charset="-122"/>
                </a:endParaRPr>
              </a:p>
            </p:txBody>
          </p:sp>
        </p:grpSp>
        <p:grpSp>
          <p:nvGrpSpPr>
            <p:cNvPr id="31" name="组合 30" descr="ecfd84cd-2d3e-4578-a334-01561b717327"/>
            <p:cNvGrpSpPr/>
            <p:nvPr/>
          </p:nvGrpSpPr>
          <p:grpSpPr>
            <a:xfrm>
              <a:off x="2915756" y="2883817"/>
              <a:ext cx="2071324" cy="3250283"/>
              <a:chOff x="2589490" y="2883817"/>
              <a:chExt cx="1460863" cy="3250283"/>
            </a:xfrm>
          </p:grpSpPr>
          <p:sp>
            <p:nvSpPr>
              <p:cNvPr id="56" name="ComponentBackground2" descr="f7752584-829d-4438-9a04-fb718222fe0a"/>
              <p:cNvSpPr/>
              <p:nvPr>
                <p:custDataLst>
                  <p:tags r:id="rId6"/>
                </p:custDataLst>
              </p:nvPr>
            </p:nvSpPr>
            <p:spPr>
              <a:xfrm>
                <a:off x="2714059" y="3670368"/>
                <a:ext cx="1211725" cy="1211725"/>
              </a:xfrm>
              <a:prstGeom prst="rect">
                <a:avLst/>
              </a:prstGeom>
              <a:solidFill>
                <a:schemeClr val="tx1">
                  <a:alpha val="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p>
            </p:txBody>
          </p:sp>
          <p:sp>
            <p:nvSpPr>
              <p:cNvPr id="57" name="Number2" descr="01136901-e4dc-4793-a050-7fe5f0c4cf99"/>
              <p:cNvSpPr txBox="1"/>
              <p:nvPr>
                <p:custDataLst>
                  <p:tags r:id="rId7"/>
                </p:custDataLst>
              </p:nvPr>
            </p:nvSpPr>
            <p:spPr>
              <a:xfrm>
                <a:off x="2877252" y="2883817"/>
                <a:ext cx="885338" cy="7078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spcBef>
                    <a:spcPct val="0"/>
                  </a:spcBef>
                  <a:spcAft>
                    <a:spcPct val="0"/>
                  </a:spcAft>
                </a:pPr>
                <a:r>
                  <a:rPr lang="en-US" sz="4000" b="1" i="0" u="none" strike="noStrike">
                    <a:solidFill>
                      <a:srgbClr val="3979FF"/>
                    </a:solidFill>
                    <a:latin typeface="Arial" panose="020B0604020202020204"/>
                  </a:rPr>
                  <a:t>02</a:t>
                </a:r>
                <a:endParaRPr lang="en-US" sz="4000" b="1" i="0" u="none" strike="noStrike">
                  <a:solidFill>
                    <a:srgbClr val="3979FF"/>
                  </a:solidFill>
                  <a:latin typeface="Arial" panose="020B0604020202020204"/>
                </a:endParaRPr>
              </a:p>
            </p:txBody>
          </p:sp>
          <p:sp>
            <p:nvSpPr>
              <p:cNvPr id="58" name="Bullet2" descr="8b278d66-17d8-47ea-aaaf-46f932973d78"/>
              <p:cNvSpPr txBox="1"/>
              <p:nvPr>
                <p:custDataLst>
                  <p:tags r:id="rId8"/>
                </p:custDataLst>
              </p:nvPr>
            </p:nvSpPr>
            <p:spPr>
              <a:xfrm>
                <a:off x="2714059" y="3803650"/>
                <a:ext cx="1211725" cy="952591"/>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spcBef>
                    <a:spcPct val="0"/>
                  </a:spcBef>
                  <a:spcAft>
                    <a:spcPct val="0"/>
                  </a:spcAft>
                </a:pPr>
                <a:r>
                  <a:rPr lang="en-US" sz="1800" b="1" i="0" u="none" strike="noStrike">
                    <a:solidFill>
                      <a:srgbClr val="3979FF"/>
                    </a:solidFill>
                    <a:ea typeface="微软雅黑" panose="020B0503020204020204" charset="-122"/>
                  </a:rPr>
                  <a:t>政策要求</a:t>
                </a:r>
                <a:endParaRPr lang="en-US" sz="1800" b="1" i="0" u="none" strike="noStrike">
                  <a:solidFill>
                    <a:srgbClr val="3979FF"/>
                  </a:solidFill>
                  <a:ea typeface="微软雅黑" panose="020B0503020204020204" charset="-122"/>
                </a:endParaRPr>
              </a:p>
            </p:txBody>
          </p:sp>
          <p:sp>
            <p:nvSpPr>
              <p:cNvPr id="59" name="Text2" descr="9347777f-1a31-4de1-97a9-da8f12fa5cc9"/>
              <p:cNvSpPr txBox="1"/>
              <p:nvPr>
                <p:custDataLst>
                  <p:tags r:id="rId9"/>
                </p:custDataLst>
              </p:nvPr>
            </p:nvSpPr>
            <p:spPr>
              <a:xfrm>
                <a:off x="2589490" y="4982814"/>
                <a:ext cx="1460863" cy="11512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spcBef>
                    <a:spcPct val="0"/>
                  </a:spcBef>
                  <a:spcAft>
                    <a:spcPct val="0"/>
                  </a:spcAft>
                </a:pPr>
                <a:r>
                  <a:rPr lang="en-US" sz="1200" b="0" i="0" u="none" strike="noStrike">
                    <a:solidFill>
                      <a:srgbClr val="2F2F2F"/>
                    </a:solidFill>
                    <a:ea typeface="微软雅黑" panose="020B0503020204020204" charset="-122"/>
                  </a:rPr>
                  <a:t>工信部通知和排水管网规程对液位数据采集精度等提出要求。</a:t>
                </a:r>
                <a:endParaRPr lang="en-US" sz="1200" b="0" i="0" u="none" strike="noStrike">
                  <a:solidFill>
                    <a:srgbClr val="2F2F2F"/>
                  </a:solidFill>
                  <a:ea typeface="微软雅黑" panose="020B0503020204020204" charset="-122"/>
                </a:endParaRPr>
              </a:p>
            </p:txBody>
          </p:sp>
        </p:grpSp>
        <p:grpSp>
          <p:nvGrpSpPr>
            <p:cNvPr id="36" name="组合 35" descr="04e849d1-ccde-4717-8531-e5f77a8faa59"/>
            <p:cNvGrpSpPr/>
            <p:nvPr/>
          </p:nvGrpSpPr>
          <p:grpSpPr>
            <a:xfrm>
              <a:off x="5053990" y="2189332"/>
              <a:ext cx="2071324" cy="3250283"/>
              <a:chOff x="4435976" y="2189332"/>
              <a:chExt cx="1460863" cy="3250283"/>
            </a:xfrm>
          </p:grpSpPr>
          <p:sp>
            <p:nvSpPr>
              <p:cNvPr id="52" name="ComponentBackground3" descr="0deb9424-af8e-4948-8dc5-6e96717c1022"/>
              <p:cNvSpPr/>
              <p:nvPr>
                <p:custDataLst>
                  <p:tags r:id="rId10"/>
                </p:custDataLst>
              </p:nvPr>
            </p:nvSpPr>
            <p:spPr>
              <a:xfrm>
                <a:off x="4560545" y="2975883"/>
                <a:ext cx="1211725" cy="1211725"/>
              </a:xfrm>
              <a:prstGeom prst="rect">
                <a:avLst/>
              </a:prstGeom>
              <a:solidFill>
                <a:schemeClr val="tx1">
                  <a:alpha val="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p>
            </p:txBody>
          </p:sp>
          <p:sp>
            <p:nvSpPr>
              <p:cNvPr id="53" name="Number3" descr="44b30174-ec65-4a07-9c11-11cfc37c31b5"/>
              <p:cNvSpPr txBox="1"/>
              <p:nvPr>
                <p:custDataLst>
                  <p:tags r:id="rId11"/>
                </p:custDataLst>
              </p:nvPr>
            </p:nvSpPr>
            <p:spPr>
              <a:xfrm>
                <a:off x="4723738" y="2189332"/>
                <a:ext cx="885338" cy="7078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spcBef>
                    <a:spcPct val="0"/>
                  </a:spcBef>
                  <a:spcAft>
                    <a:spcPct val="0"/>
                  </a:spcAft>
                </a:pPr>
                <a:r>
                  <a:rPr lang="en-US" sz="4000" b="1" i="0" u="none" strike="noStrike">
                    <a:solidFill>
                      <a:srgbClr val="1552CA"/>
                    </a:solidFill>
                    <a:latin typeface="Arial" panose="020B0604020202020204"/>
                  </a:rPr>
                  <a:t>03</a:t>
                </a:r>
                <a:endParaRPr lang="en-US" sz="4000" b="1" i="0" u="none" strike="noStrike">
                  <a:solidFill>
                    <a:srgbClr val="1552CA"/>
                  </a:solidFill>
                  <a:latin typeface="Arial" panose="020B0604020202020204"/>
                </a:endParaRPr>
              </a:p>
            </p:txBody>
          </p:sp>
          <p:sp>
            <p:nvSpPr>
              <p:cNvPr id="54" name="Bullet3" descr="c7988704-844d-4649-9d00-1228177bba7f"/>
              <p:cNvSpPr txBox="1"/>
              <p:nvPr>
                <p:custDataLst>
                  <p:tags r:id="rId12"/>
                </p:custDataLst>
              </p:nvPr>
            </p:nvSpPr>
            <p:spPr>
              <a:xfrm>
                <a:off x="4560545" y="3109165"/>
                <a:ext cx="1211725" cy="952591"/>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spcBef>
                    <a:spcPct val="0"/>
                  </a:spcBef>
                  <a:spcAft>
                    <a:spcPct val="0"/>
                  </a:spcAft>
                </a:pPr>
                <a:r>
                  <a:rPr lang="en-US" sz="1800" b="1" i="0" u="none" strike="noStrike">
                    <a:solidFill>
                      <a:srgbClr val="1552CA"/>
                    </a:solidFill>
                    <a:ea typeface="微软雅黑" panose="020B0503020204020204" charset="-122"/>
                  </a:rPr>
                  <a:t>传统设备痛点</a:t>
                </a:r>
                <a:endParaRPr lang="en-US" sz="1800" b="1" i="0" u="none" strike="noStrike">
                  <a:solidFill>
                    <a:srgbClr val="1552CA"/>
                  </a:solidFill>
                  <a:ea typeface="微软雅黑" panose="020B0503020204020204" charset="-122"/>
                </a:endParaRPr>
              </a:p>
            </p:txBody>
          </p:sp>
          <p:sp>
            <p:nvSpPr>
              <p:cNvPr id="55" name="Text3" descr="cfa37e50-293e-4e31-a282-3827181b7c4a"/>
              <p:cNvSpPr txBox="1"/>
              <p:nvPr>
                <p:custDataLst>
                  <p:tags r:id="rId13"/>
                </p:custDataLst>
              </p:nvPr>
            </p:nvSpPr>
            <p:spPr>
              <a:xfrm>
                <a:off x="4435976" y="4288329"/>
                <a:ext cx="1460863" cy="11512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spcBef>
                    <a:spcPct val="0"/>
                  </a:spcBef>
                  <a:spcAft>
                    <a:spcPct val="0"/>
                  </a:spcAft>
                </a:pPr>
                <a:r>
                  <a:rPr lang="en-US" sz="1200" b="0" i="0" u="none" strike="noStrike">
                    <a:solidFill>
                      <a:srgbClr val="2F2F2F"/>
                    </a:solidFill>
                    <a:ea typeface="微软雅黑" panose="020B0503020204020204" charset="-122"/>
                  </a:rPr>
                  <a:t>传统设备易腐蚀、精度不足、维护成本高，亟待替代。</a:t>
                </a:r>
                <a:endParaRPr lang="en-US" sz="1200" b="0" i="0" u="none" strike="noStrike">
                  <a:solidFill>
                    <a:srgbClr val="2F2F2F"/>
                  </a:solidFill>
                  <a:ea typeface="微软雅黑" panose="020B0503020204020204" charset="-122"/>
                </a:endParaRPr>
              </a:p>
            </p:txBody>
          </p:sp>
        </p:grpSp>
        <p:grpSp>
          <p:nvGrpSpPr>
            <p:cNvPr id="37" name="组合 36" descr="dbeeb916-ea28-4341-9b5c-ba8117a1f54e"/>
            <p:cNvGrpSpPr/>
            <p:nvPr/>
          </p:nvGrpSpPr>
          <p:grpSpPr>
            <a:xfrm>
              <a:off x="7192224" y="2883817"/>
              <a:ext cx="2071324" cy="3250283"/>
              <a:chOff x="6282462" y="2883817"/>
              <a:chExt cx="1460863" cy="3250283"/>
            </a:xfrm>
          </p:grpSpPr>
          <p:sp>
            <p:nvSpPr>
              <p:cNvPr id="48" name="ComponentBackground4" descr="1db74c0e-5438-400e-bd3c-aac1901cd3f3"/>
              <p:cNvSpPr/>
              <p:nvPr>
                <p:custDataLst>
                  <p:tags r:id="rId14"/>
                </p:custDataLst>
              </p:nvPr>
            </p:nvSpPr>
            <p:spPr>
              <a:xfrm>
                <a:off x="6407031" y="3670368"/>
                <a:ext cx="1211725" cy="1211725"/>
              </a:xfrm>
              <a:prstGeom prst="rect">
                <a:avLst/>
              </a:prstGeom>
              <a:solidFill>
                <a:schemeClr val="tx1">
                  <a:alpha val="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p>
            </p:txBody>
          </p:sp>
          <p:sp>
            <p:nvSpPr>
              <p:cNvPr id="49" name="Number4" descr="f40fc8c6-01df-4d80-8bea-90e400b91c94"/>
              <p:cNvSpPr txBox="1"/>
              <p:nvPr>
                <p:custDataLst>
                  <p:tags r:id="rId15"/>
                </p:custDataLst>
              </p:nvPr>
            </p:nvSpPr>
            <p:spPr>
              <a:xfrm>
                <a:off x="6570224" y="2883817"/>
                <a:ext cx="885338" cy="7078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spcBef>
                    <a:spcPct val="0"/>
                  </a:spcBef>
                  <a:spcAft>
                    <a:spcPct val="0"/>
                  </a:spcAft>
                </a:pPr>
                <a:r>
                  <a:rPr lang="en-US" sz="4000" b="1" i="0" u="none" strike="noStrike">
                    <a:solidFill>
                      <a:srgbClr val="3979FF"/>
                    </a:solidFill>
                    <a:latin typeface="Arial" panose="020B0604020202020204"/>
                  </a:rPr>
                  <a:t>04</a:t>
                </a:r>
                <a:endParaRPr lang="en-US" sz="4000" b="1" i="0" u="none" strike="noStrike">
                  <a:solidFill>
                    <a:srgbClr val="3979FF"/>
                  </a:solidFill>
                  <a:latin typeface="Arial" panose="020B0604020202020204"/>
                </a:endParaRPr>
              </a:p>
            </p:txBody>
          </p:sp>
          <p:sp>
            <p:nvSpPr>
              <p:cNvPr id="50" name="Bullet4" descr="39fbcb2a-c11f-47f0-be72-f7abd31aa48d"/>
              <p:cNvSpPr txBox="1"/>
              <p:nvPr>
                <p:custDataLst>
                  <p:tags r:id="rId16"/>
                </p:custDataLst>
              </p:nvPr>
            </p:nvSpPr>
            <p:spPr>
              <a:xfrm>
                <a:off x="6407031" y="3803650"/>
                <a:ext cx="1211725" cy="952591"/>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spcBef>
                    <a:spcPct val="0"/>
                  </a:spcBef>
                  <a:spcAft>
                    <a:spcPct val="0"/>
                  </a:spcAft>
                </a:pPr>
                <a:r>
                  <a:rPr lang="en-US" sz="1800" b="1" i="0" u="none" strike="noStrike">
                    <a:solidFill>
                      <a:srgbClr val="3979FF"/>
                    </a:solidFill>
                    <a:ea typeface="微软雅黑" panose="020B0503020204020204" charset="-122"/>
                  </a:rPr>
                  <a:t>技术优势</a:t>
                </a:r>
                <a:endParaRPr lang="en-US" sz="1800" b="1" i="0" u="none" strike="noStrike">
                  <a:solidFill>
                    <a:srgbClr val="3979FF"/>
                  </a:solidFill>
                  <a:ea typeface="微软雅黑" panose="020B0503020204020204" charset="-122"/>
                </a:endParaRPr>
              </a:p>
            </p:txBody>
          </p:sp>
          <p:sp>
            <p:nvSpPr>
              <p:cNvPr id="51" name="Text4" descr="58eafee0-71fe-4ebc-bb5e-1c696deda28e"/>
              <p:cNvSpPr txBox="1"/>
              <p:nvPr>
                <p:custDataLst>
                  <p:tags r:id="rId17"/>
                </p:custDataLst>
              </p:nvPr>
            </p:nvSpPr>
            <p:spPr>
              <a:xfrm>
                <a:off x="6282462" y="4982814"/>
                <a:ext cx="1460863" cy="11512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spcBef>
                    <a:spcPct val="0"/>
                  </a:spcBef>
                  <a:spcAft>
                    <a:spcPct val="0"/>
                  </a:spcAft>
                </a:pPr>
                <a:r>
                  <a:rPr lang="en-US" sz="1200" b="0" i="0" u="none" strike="noStrike">
                    <a:solidFill>
                      <a:srgbClr val="2F2F2F"/>
                    </a:solidFill>
                    <a:ea typeface="微软雅黑" panose="020B0503020204020204" charset="-122"/>
                  </a:rPr>
                  <a:t>超声波液位监控系统非接触测量，抗干扰强，适用多行业。</a:t>
                </a:r>
                <a:endParaRPr lang="en-US" sz="1200" b="0" i="0" u="none" strike="noStrike">
                  <a:solidFill>
                    <a:srgbClr val="2F2F2F"/>
                  </a:solidFill>
                  <a:ea typeface="微软雅黑" panose="020B0503020204020204" charset="-122"/>
                </a:endParaRPr>
              </a:p>
            </p:txBody>
          </p:sp>
        </p:grpSp>
        <p:grpSp>
          <p:nvGrpSpPr>
            <p:cNvPr id="38" name="组合 37" descr="abc38a98-e8f4-42b0-9983-2f28a80c48df"/>
            <p:cNvGrpSpPr/>
            <p:nvPr/>
          </p:nvGrpSpPr>
          <p:grpSpPr>
            <a:xfrm>
              <a:off x="9330456" y="2189332"/>
              <a:ext cx="2071324" cy="3250283"/>
              <a:chOff x="8128948" y="2189332"/>
              <a:chExt cx="1460863" cy="3250283"/>
            </a:xfrm>
          </p:grpSpPr>
          <p:sp>
            <p:nvSpPr>
              <p:cNvPr id="44" name="ComponentBackground5" descr="9bcb3111-8db6-4d6e-9d32-b43b70f35c0a"/>
              <p:cNvSpPr/>
              <p:nvPr>
                <p:custDataLst>
                  <p:tags r:id="rId18"/>
                </p:custDataLst>
              </p:nvPr>
            </p:nvSpPr>
            <p:spPr>
              <a:xfrm>
                <a:off x="8253517" y="2975883"/>
                <a:ext cx="1211725" cy="1211725"/>
              </a:xfrm>
              <a:prstGeom prst="rect">
                <a:avLst/>
              </a:prstGeom>
              <a:solidFill>
                <a:schemeClr val="tx1">
                  <a:alpha val="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p>
            </p:txBody>
          </p:sp>
          <p:sp>
            <p:nvSpPr>
              <p:cNvPr id="45" name="Number5" descr="aba5b0d0-b617-4e50-b050-652a08c4596e"/>
              <p:cNvSpPr txBox="1"/>
              <p:nvPr>
                <p:custDataLst>
                  <p:tags r:id="rId19"/>
                </p:custDataLst>
              </p:nvPr>
            </p:nvSpPr>
            <p:spPr>
              <a:xfrm>
                <a:off x="8416710" y="2189332"/>
                <a:ext cx="885338" cy="7078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spcBef>
                    <a:spcPct val="0"/>
                  </a:spcBef>
                  <a:spcAft>
                    <a:spcPct val="0"/>
                  </a:spcAft>
                </a:pPr>
                <a:r>
                  <a:rPr lang="en-US" sz="4000" b="1" i="0" u="none" strike="noStrike">
                    <a:solidFill>
                      <a:srgbClr val="1552CA"/>
                    </a:solidFill>
                    <a:latin typeface="Arial" panose="020B0604020202020204"/>
                  </a:rPr>
                  <a:t>05</a:t>
                </a:r>
                <a:endParaRPr lang="en-US" sz="4000" b="1" i="0" u="none" strike="noStrike">
                  <a:solidFill>
                    <a:srgbClr val="1552CA"/>
                  </a:solidFill>
                  <a:latin typeface="Arial" panose="020B0604020202020204"/>
                </a:endParaRPr>
              </a:p>
            </p:txBody>
          </p:sp>
          <p:sp>
            <p:nvSpPr>
              <p:cNvPr id="46" name="Bullet5" descr="b20269a4-23e5-4872-b827-4e87f2acd124"/>
              <p:cNvSpPr txBox="1"/>
              <p:nvPr>
                <p:custDataLst>
                  <p:tags r:id="rId20"/>
                </p:custDataLst>
              </p:nvPr>
            </p:nvSpPr>
            <p:spPr>
              <a:xfrm>
                <a:off x="8253517" y="3109165"/>
                <a:ext cx="1211725" cy="952591"/>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spcBef>
                    <a:spcPct val="0"/>
                  </a:spcBef>
                  <a:spcAft>
                    <a:spcPct val="0"/>
                  </a:spcAft>
                </a:pPr>
                <a:r>
                  <a:rPr lang="en-US" sz="1800" b="1" i="0" u="none" strike="noStrike">
                    <a:solidFill>
                      <a:srgbClr val="1552CA"/>
                    </a:solidFill>
                    <a:ea typeface="微软雅黑" panose="020B0503020204020204" charset="-122"/>
                  </a:rPr>
                  <a:t>应用场景</a:t>
                </a:r>
                <a:endParaRPr lang="en-US" sz="1800" b="1" i="0" u="none" strike="noStrike">
                  <a:solidFill>
                    <a:srgbClr val="1552CA"/>
                  </a:solidFill>
                  <a:ea typeface="微软雅黑" panose="020B0503020204020204" charset="-122"/>
                </a:endParaRPr>
              </a:p>
            </p:txBody>
          </p:sp>
          <p:sp>
            <p:nvSpPr>
              <p:cNvPr id="47" name="Text5" descr="d27a9c62-da20-4b01-8f4b-b16d4f0e9a8d"/>
              <p:cNvSpPr txBox="1"/>
              <p:nvPr>
                <p:custDataLst>
                  <p:tags r:id="rId21"/>
                </p:custDataLst>
              </p:nvPr>
            </p:nvSpPr>
            <p:spPr>
              <a:xfrm>
                <a:off x="8128948" y="4288329"/>
                <a:ext cx="1460863" cy="11512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spcBef>
                    <a:spcPct val="0"/>
                  </a:spcBef>
                  <a:spcAft>
                    <a:spcPct val="0"/>
                  </a:spcAft>
                </a:pPr>
                <a:r>
                  <a:rPr lang="en-US" sz="1200" b="0" i="0" u="none" strike="noStrike">
                    <a:solidFill>
                      <a:srgbClr val="2F2F2F"/>
                    </a:solidFill>
                    <a:ea typeface="微软雅黑" panose="020B0503020204020204" charset="-122"/>
                  </a:rPr>
                  <a:t>可广泛应用于工业、农业、生活等领域的液位监测场景。</a:t>
                </a:r>
                <a:endParaRPr lang="en-US" sz="1200" b="0" i="0" u="none" strike="noStrike">
                  <a:solidFill>
                    <a:srgbClr val="2F2F2F"/>
                  </a:solidFill>
                  <a:ea typeface="微软雅黑" panose="020B0503020204020204" charset="-122"/>
                </a:endParaRPr>
              </a:p>
            </p:txBody>
          </p:sp>
        </p:grpSp>
      </p:grpSp>
      <p:sp>
        <p:nvSpPr>
          <p:cNvPr id="2" name="标题 1" descr="1d6963f9-18dc-494c-aa9e-6c1cbdf546c4"/>
          <p:cNvSpPr>
            <a:spLocks noGrp="1"/>
          </p:cNvSpPr>
          <p:nvPr>
            <p:ph type="title" hasCustomPrompt="1"/>
          </p:nvPr>
        </p:nvSpPr>
        <p:spPr/>
        <p:txBody>
          <a:bodyPr anchorCtr="0"/>
          <a:lstStyle/>
          <a:p>
            <a:pPr algn="l">
              <a:lnSpc>
                <a:spcPct val="100000"/>
              </a:lnSpc>
              <a:spcBef>
                <a:spcPct val="0"/>
              </a:spcBef>
            </a:pPr>
            <a:r>
              <a:rPr lang="en-US" sz="2800" b="1" i="0" u="none">
                <a:solidFill>
                  <a:srgbClr val="2F2F2F"/>
                </a:solidFill>
                <a:ea typeface="微软雅黑" panose="020B0503020204020204" charset="-122"/>
              </a:rPr>
              <a:t>调研情况</a:t>
            </a:r>
            <a:endParaRPr lang="en-US" sz="2800" b="1" i="0" u="none">
              <a:solidFill>
                <a:srgbClr val="2F2F2F"/>
              </a:solidFill>
              <a:ea typeface="微软雅黑" panose="020B050302020402020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c3f67eed-6e94-4f12-8d4a-d91c7e7b9661"/>
          <p:cNvSpPr>
            <a:spLocks noGrp="1"/>
          </p:cNvSpPr>
          <p:nvPr>
            <p:ph type="title" hasCustomPrompt="1"/>
          </p:nvPr>
        </p:nvSpPr>
        <p:spPr/>
        <p:txBody>
          <a:bodyPr anchorCtr="0"/>
          <a:lstStyle/>
          <a:p>
            <a:pPr algn="r">
              <a:lnSpc>
                <a:spcPct val="100000"/>
              </a:lnSpc>
              <a:spcBef>
                <a:spcPct val="0"/>
              </a:spcBef>
            </a:pPr>
            <a:r>
              <a:rPr lang="en-US" sz="3200" b="1" i="0" u="none">
                <a:solidFill>
                  <a:srgbClr val="2F2F2F"/>
                </a:solidFill>
                <a:ea typeface="微软雅黑" panose="020B0503020204020204" charset="-122"/>
              </a:rPr>
              <a:t>实施方案</a:t>
            </a:r>
            <a:endParaRPr lang="en-US" sz="3200" b="1" i="0" u="none">
              <a:solidFill>
                <a:srgbClr val="2F2F2F"/>
              </a:solidFill>
              <a:ea typeface="微软雅黑" panose="020B0503020204020204" charset="-122"/>
            </a:endParaRPr>
          </a:p>
        </p:txBody>
      </p:sp>
      <p:sp>
        <p:nvSpPr>
          <p:cNvPr id="25" name="文本占位符 24" descr="9ee9d0a7-7498-4c9f-a6dc-e95d84b5aef3"/>
          <p:cNvSpPr>
            <a:spLocks noGrp="1"/>
          </p:cNvSpPr>
          <p:nvPr>
            <p:ph type="body" sz="quarter" idx="1" hasCustomPrompt="1"/>
          </p:nvPr>
        </p:nvSpPr>
        <p:spPr/>
        <p:txBody>
          <a:bodyPr anchorCtr="0"/>
          <a:lstStyle/>
          <a:p>
            <a:pPr algn="r">
              <a:lnSpc>
                <a:spcPct val="120000"/>
              </a:lnSpc>
              <a:spcBef>
                <a:spcPts val="1000"/>
              </a:spcBef>
            </a:pPr>
            <a:r>
              <a:rPr lang="en-US" sz="2000" b="0" i="0" u="none">
                <a:solidFill>
                  <a:srgbClr val="2F2F2F"/>
                </a:solidFill>
                <a:ea typeface="微软雅黑" panose="020B0503020204020204" charset="-122"/>
              </a:rPr>
              <a:t>阐述课题的具体实施方法与计划</a:t>
            </a:r>
            <a:endParaRPr lang="en-US" sz="2000" b="0" i="0" u="none">
              <a:solidFill>
                <a:srgbClr val="2F2F2F"/>
              </a:solidFill>
              <a:ea typeface="微软雅黑" panose="020B050302020402020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bf94ace-2ff4-48ba-881a-49d6ed41180e.source.8.zh-Hans.pptx" descr="0b407a1e-1fbc-461b-be29-926e872cf67d"/>
          <p:cNvGrpSpPr/>
          <p:nvPr>
            <p:custDataLst>
              <p:tags r:id="rId1"/>
            </p:custDataLst>
          </p:nvPr>
        </p:nvGrpSpPr>
        <p:grpSpPr>
          <a:xfrm>
            <a:off x="689610" y="1130300"/>
            <a:ext cx="10858500" cy="5003800"/>
            <a:chOff x="660400" y="1130300"/>
            <a:chExt cx="10858500" cy="5003800"/>
          </a:xfrm>
        </p:grpSpPr>
        <p:sp>
          <p:nvSpPr>
            <p:cNvPr id="87" name="矩形: 圆角 86" descr="257ddb3d-118d-4d4a-b1b5-e8fb69146425"/>
            <p:cNvSpPr/>
            <p:nvPr>
              <p:custDataLst>
                <p:tags r:id="rId2"/>
              </p:custDataLst>
            </p:nvPr>
          </p:nvSpPr>
          <p:spPr>
            <a:xfrm>
              <a:off x="4766310" y="1879600"/>
              <a:ext cx="2646680" cy="3505200"/>
            </a:xfrm>
            <a:prstGeom prst="roundRect">
              <a:avLst>
                <a:gd name="adj" fmla="val 6734"/>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grpSp>
          <p:nvGrpSpPr>
            <p:cNvPr id="94" name="组合 93" descr="55587d58-6369-41ed-a3d2-73bd058c17bd"/>
            <p:cNvGrpSpPr/>
            <p:nvPr/>
          </p:nvGrpSpPr>
          <p:grpSpPr>
            <a:xfrm>
              <a:off x="660400" y="1130300"/>
              <a:ext cx="4021769" cy="1190222"/>
              <a:chOff x="660400" y="1130300"/>
              <a:chExt cx="4021769" cy="1190222"/>
            </a:xfrm>
          </p:grpSpPr>
          <p:sp>
            <p:nvSpPr>
              <p:cNvPr id="123" name="Number1" descr="5998c3e5-f58f-4827-b896-cf6e6ed0526a"/>
              <p:cNvSpPr/>
              <p:nvPr>
                <p:custDataLst>
                  <p:tags r:id="rId3"/>
                </p:custDataLst>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panose="020B0604020202020204"/>
                  </a:rPr>
                  <a:t>1</a:t>
                </a:r>
                <a:endParaRPr lang="en-US" sz="1200" b="0" i="0" u="none">
                  <a:solidFill>
                    <a:srgbClr val="FFFFFF"/>
                  </a:solidFill>
                  <a:latin typeface="Arial" panose="020B0604020202020204"/>
                </a:endParaRPr>
              </a:p>
            </p:txBody>
          </p:sp>
          <p:sp>
            <p:nvSpPr>
              <p:cNvPr id="124" name="Bullet1" descr="52b2b2b6-5937-4867-98a3-ccf71f6bab08"/>
              <p:cNvSpPr txBox="1"/>
              <p:nvPr>
                <p:custDataLst>
                  <p:tags r:id="rId4"/>
                </p:custDataLst>
              </p:nvPr>
            </p:nvSpPr>
            <p:spPr>
              <a:xfrm>
                <a:off x="1158302" y="1130300"/>
                <a:ext cx="3523867"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2F2F2F"/>
                    </a:solidFill>
                    <a:ea typeface="微软雅黑" panose="020B0503020204020204" charset="-122"/>
                  </a:rPr>
                  <a:t>系统组成</a:t>
                </a:r>
                <a:endParaRPr lang="en-US" sz="1800" b="1" i="0" u="none">
                  <a:solidFill>
                    <a:srgbClr val="2F2F2F"/>
                  </a:solidFill>
                  <a:ea typeface="微软雅黑" panose="020B0503020204020204" charset="-122"/>
                </a:endParaRPr>
              </a:p>
            </p:txBody>
          </p:sp>
          <p:sp>
            <p:nvSpPr>
              <p:cNvPr id="125" name="Text1" descr="8d96120f-d9f1-4cdd-b427-a3ff6f8dadb5"/>
              <p:cNvSpPr txBox="1"/>
              <p:nvPr>
                <p:custDataLst>
                  <p:tags r:id="rId5"/>
                </p:custDataLst>
              </p:nvPr>
            </p:nvSpPr>
            <p:spPr>
              <a:xfrm>
                <a:off x="1158302" y="1602961"/>
                <a:ext cx="3523867" cy="71756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由STM32最小系统、电源、超声波测距、LCD显示、按键输入、声光报警模块组成。</a:t>
                </a:r>
                <a:endParaRPr lang="en-US" sz="1200" b="0" i="0" u="none" strike="noStrike">
                  <a:solidFill>
                    <a:srgbClr val="2F2F2F"/>
                  </a:solidFill>
                  <a:ea typeface="微软雅黑" panose="020B0503020204020204" charset="-122"/>
                </a:endParaRPr>
              </a:p>
            </p:txBody>
          </p:sp>
        </p:grpSp>
        <p:grpSp>
          <p:nvGrpSpPr>
            <p:cNvPr id="95" name="组合 94" descr="c2c3b499-b390-4551-bde6-5d3b428c2560"/>
            <p:cNvGrpSpPr/>
            <p:nvPr/>
          </p:nvGrpSpPr>
          <p:grpSpPr>
            <a:xfrm>
              <a:off x="660400" y="2401493"/>
              <a:ext cx="3683001" cy="1190222"/>
              <a:chOff x="660400" y="1130300"/>
              <a:chExt cx="3683001" cy="1190222"/>
            </a:xfrm>
          </p:grpSpPr>
          <p:sp>
            <p:nvSpPr>
              <p:cNvPr id="120" name="Number2" descr="67ff6f6f-c3c1-4db3-b37e-184e8967ee60"/>
              <p:cNvSpPr/>
              <p:nvPr>
                <p:custDataLst>
                  <p:tags r:id="rId6"/>
                </p:custDataLst>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panose="020B0604020202020204"/>
                  </a:rPr>
                  <a:t>2</a:t>
                </a:r>
                <a:endParaRPr lang="en-US" sz="1200" b="0" i="0" u="none">
                  <a:solidFill>
                    <a:srgbClr val="FFFFFF"/>
                  </a:solidFill>
                  <a:latin typeface="Arial" panose="020B0604020202020204"/>
                </a:endParaRPr>
              </a:p>
            </p:txBody>
          </p:sp>
          <p:sp>
            <p:nvSpPr>
              <p:cNvPr id="121" name="Bullet2" descr="e29ddb89-3bb8-4b71-8383-3071bd94dddb"/>
              <p:cNvSpPr txBox="1"/>
              <p:nvPr>
                <p:custDataLst>
                  <p:tags r:id="rId7"/>
                </p:custDataLst>
              </p:nvPr>
            </p:nvSpPr>
            <p:spPr>
              <a:xfrm>
                <a:off x="1158303" y="1130300"/>
                <a:ext cx="31850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2F2F2F"/>
                    </a:solidFill>
                    <a:ea typeface="微软雅黑" panose="020B0503020204020204" charset="-122"/>
                  </a:rPr>
                  <a:t>系统结构</a:t>
                </a:r>
                <a:endParaRPr lang="en-US" sz="1800" b="1" i="0" u="none">
                  <a:solidFill>
                    <a:srgbClr val="2F2F2F"/>
                  </a:solidFill>
                  <a:ea typeface="微软雅黑" panose="020B0503020204020204" charset="-122"/>
                </a:endParaRPr>
              </a:p>
            </p:txBody>
          </p:sp>
          <p:sp>
            <p:nvSpPr>
              <p:cNvPr id="122" name="Text2" descr="4524bdb2-782b-4dce-9538-7b6ac5478405"/>
              <p:cNvSpPr txBox="1"/>
              <p:nvPr>
                <p:custDataLst>
                  <p:tags r:id="rId8"/>
                </p:custDataLst>
              </p:nvPr>
            </p:nvSpPr>
            <p:spPr>
              <a:xfrm>
                <a:off x="1158303" y="1602961"/>
                <a:ext cx="3185098" cy="71756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单片机定时触发测距，计算液位，判断阈值，显示结果并报警。</a:t>
                </a:r>
                <a:endParaRPr lang="en-US" sz="1200" b="0" i="0" u="none" strike="noStrike">
                  <a:solidFill>
                    <a:srgbClr val="2F2F2F"/>
                  </a:solidFill>
                  <a:ea typeface="微软雅黑" panose="020B0503020204020204" charset="-122"/>
                </a:endParaRPr>
              </a:p>
            </p:txBody>
          </p:sp>
        </p:grpSp>
        <p:grpSp>
          <p:nvGrpSpPr>
            <p:cNvPr id="96" name="组合 95" descr="d0b27561-238a-491d-8693-534534b09c89"/>
            <p:cNvGrpSpPr/>
            <p:nvPr/>
          </p:nvGrpSpPr>
          <p:grpSpPr>
            <a:xfrm>
              <a:off x="660400" y="3672686"/>
              <a:ext cx="3683001" cy="1190222"/>
              <a:chOff x="660400" y="1130300"/>
              <a:chExt cx="3683001" cy="1190222"/>
            </a:xfrm>
          </p:grpSpPr>
          <p:sp>
            <p:nvSpPr>
              <p:cNvPr id="117" name="Number3" descr="71e87979-5beb-4197-8925-1049c84b531b"/>
              <p:cNvSpPr/>
              <p:nvPr>
                <p:custDataLst>
                  <p:tags r:id="rId9"/>
                </p:custDataLst>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panose="020B0604020202020204"/>
                  </a:rPr>
                  <a:t>3</a:t>
                </a:r>
                <a:endParaRPr lang="en-US" sz="1200" b="0" i="0" u="none">
                  <a:solidFill>
                    <a:srgbClr val="FFFFFF"/>
                  </a:solidFill>
                  <a:latin typeface="Arial" panose="020B0604020202020204"/>
                </a:endParaRPr>
              </a:p>
            </p:txBody>
          </p:sp>
          <p:sp>
            <p:nvSpPr>
              <p:cNvPr id="118" name="Bullet3" descr="0747a167-b73b-4f5d-9972-10dc44a47606"/>
              <p:cNvSpPr txBox="1"/>
              <p:nvPr>
                <p:custDataLst>
                  <p:tags r:id="rId10"/>
                </p:custDataLst>
              </p:nvPr>
            </p:nvSpPr>
            <p:spPr>
              <a:xfrm>
                <a:off x="1158303" y="1130300"/>
                <a:ext cx="31850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2F2F2F"/>
                    </a:solidFill>
                    <a:ea typeface="微软雅黑" panose="020B0503020204020204" charset="-122"/>
                  </a:rPr>
                  <a:t>结构设计</a:t>
                </a:r>
                <a:endParaRPr lang="en-US" sz="1800" b="1" i="0" u="none">
                  <a:solidFill>
                    <a:srgbClr val="2F2F2F"/>
                  </a:solidFill>
                  <a:ea typeface="微软雅黑" panose="020B0503020204020204" charset="-122"/>
                </a:endParaRPr>
              </a:p>
            </p:txBody>
          </p:sp>
          <p:sp>
            <p:nvSpPr>
              <p:cNvPr id="119" name="Text3" descr="a99609ae-f503-4575-a57d-8f5852bc86e4"/>
              <p:cNvSpPr txBox="1"/>
              <p:nvPr>
                <p:custDataLst>
                  <p:tags r:id="rId11"/>
                </p:custDataLst>
              </p:nvPr>
            </p:nvSpPr>
            <p:spPr>
              <a:xfrm>
                <a:off x="1158303" y="1602961"/>
                <a:ext cx="3185098" cy="71756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多超声波传感器协同工作，模块1标定零点，模块2和3融合数据。</a:t>
                </a:r>
                <a:endParaRPr lang="en-US" sz="1200" b="0" i="0" u="none" strike="noStrike">
                  <a:solidFill>
                    <a:srgbClr val="2F2F2F"/>
                  </a:solidFill>
                  <a:ea typeface="微软雅黑" panose="020B0503020204020204" charset="-122"/>
                </a:endParaRPr>
              </a:p>
            </p:txBody>
          </p:sp>
        </p:grpSp>
        <p:grpSp>
          <p:nvGrpSpPr>
            <p:cNvPr id="97" name="组合 96" descr="2fa1d238-1787-4c42-9cf8-15ff030eff28"/>
            <p:cNvGrpSpPr/>
            <p:nvPr/>
          </p:nvGrpSpPr>
          <p:grpSpPr>
            <a:xfrm>
              <a:off x="660400" y="4943878"/>
              <a:ext cx="4021769" cy="1190222"/>
              <a:chOff x="660400" y="1130300"/>
              <a:chExt cx="4021769" cy="1190222"/>
            </a:xfrm>
          </p:grpSpPr>
          <p:sp>
            <p:nvSpPr>
              <p:cNvPr id="114" name="Number4" descr="9e6ce333-39e1-462d-b49a-74a03ececa0f"/>
              <p:cNvSpPr/>
              <p:nvPr>
                <p:custDataLst>
                  <p:tags r:id="rId12"/>
                </p:custDataLst>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panose="020B0604020202020204"/>
                  </a:rPr>
                  <a:t>4</a:t>
                </a:r>
                <a:endParaRPr lang="en-US" sz="1200" b="0" i="0" u="none">
                  <a:solidFill>
                    <a:srgbClr val="FFFFFF"/>
                  </a:solidFill>
                  <a:latin typeface="Arial" panose="020B0604020202020204"/>
                </a:endParaRPr>
              </a:p>
            </p:txBody>
          </p:sp>
          <p:sp>
            <p:nvSpPr>
              <p:cNvPr id="115" name="Bullet4" descr="4fc43829-804c-49b6-9c9d-8dd151912e17"/>
              <p:cNvSpPr txBox="1"/>
              <p:nvPr>
                <p:custDataLst>
                  <p:tags r:id="rId13"/>
                </p:custDataLst>
              </p:nvPr>
            </p:nvSpPr>
            <p:spPr>
              <a:xfrm>
                <a:off x="1158302" y="1130300"/>
                <a:ext cx="3523867"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2F2F2F"/>
                    </a:solidFill>
                    <a:ea typeface="微软雅黑" panose="020B0503020204020204" charset="-122"/>
                  </a:rPr>
                  <a:t>控制核心</a:t>
                </a:r>
                <a:endParaRPr lang="en-US" sz="1800" b="1" i="0" u="none">
                  <a:solidFill>
                    <a:srgbClr val="2F2F2F"/>
                  </a:solidFill>
                  <a:ea typeface="微软雅黑" panose="020B0503020204020204" charset="-122"/>
                </a:endParaRPr>
              </a:p>
            </p:txBody>
          </p:sp>
          <p:sp>
            <p:nvSpPr>
              <p:cNvPr id="116" name="Text4" descr="a5aad7f2-2180-4fd1-979a-e4937a59850d"/>
              <p:cNvSpPr txBox="1"/>
              <p:nvPr>
                <p:custDataLst>
                  <p:tags r:id="rId14"/>
                </p:custDataLst>
              </p:nvPr>
            </p:nvSpPr>
            <p:spPr>
              <a:xfrm>
                <a:off x="1158302" y="1602961"/>
                <a:ext cx="3523867" cy="71756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2F2F2F"/>
                    </a:solidFill>
                    <a:latin typeface="Arial" panose="020B0604020202020204"/>
                  </a:rPr>
                  <a:t>STM32F103单片机为控制单元，运算能力强，资源丰富。</a:t>
                </a:r>
                <a:endParaRPr lang="en-US" sz="1200" b="0" i="0" u="none" strike="noStrike">
                  <a:solidFill>
                    <a:srgbClr val="2F2F2F"/>
                  </a:solidFill>
                  <a:latin typeface="Arial" panose="020B0604020202020204"/>
                </a:endParaRPr>
              </a:p>
            </p:txBody>
          </p:sp>
        </p:grpSp>
        <p:grpSp>
          <p:nvGrpSpPr>
            <p:cNvPr id="98" name="组合 97" descr="5e0b9c0a-c9e5-4835-8d1f-db199bcfc8a1"/>
            <p:cNvGrpSpPr/>
            <p:nvPr/>
          </p:nvGrpSpPr>
          <p:grpSpPr>
            <a:xfrm>
              <a:off x="7894641" y="1130300"/>
              <a:ext cx="3624259" cy="1190222"/>
              <a:chOff x="660400" y="1130300"/>
              <a:chExt cx="3624259" cy="1190222"/>
            </a:xfrm>
          </p:grpSpPr>
          <p:sp>
            <p:nvSpPr>
              <p:cNvPr id="111" name="Number5" descr="644fdebf-103e-44ec-92d9-5e17d9146a71"/>
              <p:cNvSpPr/>
              <p:nvPr>
                <p:custDataLst>
                  <p:tags r:id="rId15"/>
                </p:custDataLst>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panose="020B0604020202020204"/>
                  </a:rPr>
                  <a:t>5</a:t>
                </a:r>
                <a:endParaRPr lang="en-US" sz="1200" b="0" i="0" u="none">
                  <a:solidFill>
                    <a:srgbClr val="FFFFFF"/>
                  </a:solidFill>
                  <a:latin typeface="Arial" panose="020B0604020202020204"/>
                </a:endParaRPr>
              </a:p>
            </p:txBody>
          </p:sp>
          <p:sp>
            <p:nvSpPr>
              <p:cNvPr id="112" name="Bullet5" descr="9d86140c-cc8d-4fce-81ad-53acee0a47cc"/>
              <p:cNvSpPr txBox="1"/>
              <p:nvPr>
                <p:custDataLst>
                  <p:tags r:id="rId16"/>
                </p:custDataLst>
              </p:nvPr>
            </p:nvSpPr>
            <p:spPr>
              <a:xfrm>
                <a:off x="1158303" y="1130300"/>
                <a:ext cx="3126356"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2F2F2F"/>
                    </a:solidFill>
                    <a:latin typeface="Arial" panose="020B0604020202020204"/>
                  </a:rPr>
                  <a:t>LCD模块</a:t>
                </a:r>
                <a:endParaRPr lang="en-US" sz="1800" b="1" i="0" u="none">
                  <a:solidFill>
                    <a:srgbClr val="2F2F2F"/>
                  </a:solidFill>
                  <a:latin typeface="Arial" panose="020B0604020202020204"/>
                </a:endParaRPr>
              </a:p>
            </p:txBody>
          </p:sp>
          <p:sp>
            <p:nvSpPr>
              <p:cNvPr id="113" name="Text5" descr="33d0a91d-089b-464f-9f3a-84175613546b"/>
              <p:cNvSpPr txBox="1"/>
              <p:nvPr>
                <p:custDataLst>
                  <p:tags r:id="rId17"/>
                </p:custDataLst>
              </p:nvPr>
            </p:nvSpPr>
            <p:spPr>
              <a:xfrm>
                <a:off x="1158303" y="1602961"/>
                <a:ext cx="3126356" cy="71756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通过SPI接口连单片机，实时显示测量与系统信息。</a:t>
                </a:r>
                <a:endParaRPr lang="en-US" sz="1200" b="0" i="0" u="none" strike="noStrike">
                  <a:solidFill>
                    <a:srgbClr val="2F2F2F"/>
                  </a:solidFill>
                  <a:ea typeface="微软雅黑" panose="020B0503020204020204" charset="-122"/>
                </a:endParaRPr>
              </a:p>
            </p:txBody>
          </p:sp>
        </p:grpSp>
        <p:grpSp>
          <p:nvGrpSpPr>
            <p:cNvPr id="99" name="组合 98" descr="9903341f-c588-4c57-b6de-b77314ef6f56"/>
            <p:cNvGrpSpPr/>
            <p:nvPr/>
          </p:nvGrpSpPr>
          <p:grpSpPr>
            <a:xfrm>
              <a:off x="7894641" y="2401493"/>
              <a:ext cx="3624258" cy="1190222"/>
              <a:chOff x="660400" y="1130300"/>
              <a:chExt cx="3624258" cy="1190222"/>
            </a:xfrm>
          </p:grpSpPr>
          <p:sp>
            <p:nvSpPr>
              <p:cNvPr id="108" name="Number6" descr="7777fc2e-e9d8-43e3-82e0-4c028f4ba172"/>
              <p:cNvSpPr/>
              <p:nvPr>
                <p:custDataLst>
                  <p:tags r:id="rId18"/>
                </p:custDataLst>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panose="020B0604020202020204"/>
                  </a:rPr>
                  <a:t>6</a:t>
                </a:r>
                <a:endParaRPr lang="en-US" sz="1200" b="0" i="0" u="none">
                  <a:solidFill>
                    <a:srgbClr val="FFFFFF"/>
                  </a:solidFill>
                  <a:latin typeface="Arial" panose="020B0604020202020204"/>
                </a:endParaRPr>
              </a:p>
            </p:txBody>
          </p:sp>
          <p:sp>
            <p:nvSpPr>
              <p:cNvPr id="109" name="Bullet6" descr="cd2200dd-7dd7-45ac-bcce-77a92518b0c6"/>
              <p:cNvSpPr txBox="1"/>
              <p:nvPr>
                <p:custDataLst>
                  <p:tags r:id="rId19"/>
                </p:custDataLst>
              </p:nvPr>
            </p:nvSpPr>
            <p:spPr>
              <a:xfrm>
                <a:off x="1158303" y="1130300"/>
                <a:ext cx="3126355"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2F2F2F"/>
                    </a:solidFill>
                    <a:ea typeface="微软雅黑" panose="020B0503020204020204" charset="-122"/>
                  </a:rPr>
                  <a:t>超声波模块</a:t>
                </a:r>
                <a:endParaRPr lang="en-US" sz="1800" b="1" i="0" u="none">
                  <a:solidFill>
                    <a:srgbClr val="2F2F2F"/>
                  </a:solidFill>
                  <a:ea typeface="微软雅黑" panose="020B0503020204020204" charset="-122"/>
                </a:endParaRPr>
              </a:p>
            </p:txBody>
          </p:sp>
          <p:sp>
            <p:nvSpPr>
              <p:cNvPr id="110" name="Text6" descr="59a41916-9b08-4824-bf60-efac1ef860b3"/>
              <p:cNvSpPr txBox="1"/>
              <p:nvPr>
                <p:custDataLst>
                  <p:tags r:id="rId20"/>
                </p:custDataLst>
              </p:nvPr>
            </p:nvSpPr>
            <p:spPr>
              <a:xfrm>
                <a:off x="1158303" y="1602961"/>
                <a:ext cx="3126355" cy="71756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选用DYP-A22-V1.0模块，支持UART通信，适用于非接触液位测量。</a:t>
                </a:r>
                <a:endParaRPr lang="en-US" sz="1200" b="0" i="0" u="none" strike="noStrike">
                  <a:solidFill>
                    <a:srgbClr val="2F2F2F"/>
                  </a:solidFill>
                  <a:ea typeface="微软雅黑" panose="020B0503020204020204" charset="-122"/>
                </a:endParaRPr>
              </a:p>
            </p:txBody>
          </p:sp>
        </p:grpSp>
        <p:grpSp>
          <p:nvGrpSpPr>
            <p:cNvPr id="100" name="组合 99" descr="8207f159-a4bb-46e8-ac2c-146366f8eb11"/>
            <p:cNvGrpSpPr/>
            <p:nvPr/>
          </p:nvGrpSpPr>
          <p:grpSpPr>
            <a:xfrm>
              <a:off x="7894641" y="3672686"/>
              <a:ext cx="3624258" cy="1190222"/>
              <a:chOff x="660400" y="1130300"/>
              <a:chExt cx="3624258" cy="1190222"/>
            </a:xfrm>
          </p:grpSpPr>
          <p:sp>
            <p:nvSpPr>
              <p:cNvPr id="105" name="Number7" descr="3a7d70a1-776d-42d1-a5cf-06a2c17306ff"/>
              <p:cNvSpPr/>
              <p:nvPr>
                <p:custDataLst>
                  <p:tags r:id="rId21"/>
                </p:custDataLst>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panose="020B0604020202020204"/>
                  </a:rPr>
                  <a:t>7</a:t>
                </a:r>
                <a:endParaRPr lang="en-US" sz="1200" b="0" i="0" u="none">
                  <a:solidFill>
                    <a:srgbClr val="FFFFFF"/>
                  </a:solidFill>
                  <a:latin typeface="Arial" panose="020B0604020202020204"/>
                </a:endParaRPr>
              </a:p>
            </p:txBody>
          </p:sp>
          <p:sp>
            <p:nvSpPr>
              <p:cNvPr id="106" name="Bullet7" descr="031586d1-c20d-4cb4-ad0f-1a2b2582d77e"/>
              <p:cNvSpPr txBox="1"/>
              <p:nvPr>
                <p:custDataLst>
                  <p:tags r:id="rId22"/>
                </p:custDataLst>
              </p:nvPr>
            </p:nvSpPr>
            <p:spPr>
              <a:xfrm>
                <a:off x="1158303" y="1130300"/>
                <a:ext cx="3126355"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2F2F2F"/>
                    </a:solidFill>
                    <a:ea typeface="微软雅黑" panose="020B0503020204020204" charset="-122"/>
                  </a:rPr>
                  <a:t>按键模块</a:t>
                </a:r>
                <a:endParaRPr lang="en-US" sz="1800" b="1" i="0" u="none">
                  <a:solidFill>
                    <a:srgbClr val="2F2F2F"/>
                  </a:solidFill>
                  <a:ea typeface="微软雅黑" panose="020B0503020204020204" charset="-122"/>
                </a:endParaRPr>
              </a:p>
            </p:txBody>
          </p:sp>
          <p:sp>
            <p:nvSpPr>
              <p:cNvPr id="107" name="Text7" descr="1a061908-2c94-4f39-b0be-1f05ee593b4b"/>
              <p:cNvSpPr txBox="1"/>
              <p:nvPr>
                <p:custDataLst>
                  <p:tags r:id="rId23"/>
                </p:custDataLst>
              </p:nvPr>
            </p:nvSpPr>
            <p:spPr>
              <a:xfrm>
                <a:off x="1158303" y="1602961"/>
                <a:ext cx="3126355" cy="71756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2F2F2F"/>
                    </a:solidFill>
                    <a:latin typeface="微软雅黑" panose="020B0503020204020204" charset="-122"/>
                  </a:rPr>
                  <a:t>4个独立轻触按键，实现参数设置与状态切换。</a:t>
                </a:r>
                <a:endParaRPr lang="en-US" sz="1200" b="0" i="0" u="none" strike="noStrike">
                  <a:solidFill>
                    <a:srgbClr val="2F2F2F"/>
                  </a:solidFill>
                  <a:latin typeface="微软雅黑" panose="020B0503020204020204" charset="-122"/>
                </a:endParaRPr>
              </a:p>
            </p:txBody>
          </p:sp>
        </p:grpSp>
        <p:grpSp>
          <p:nvGrpSpPr>
            <p:cNvPr id="101" name="组合 100" descr="ef306465-fcfa-49a2-a42f-69ea1a5ca75e"/>
            <p:cNvGrpSpPr/>
            <p:nvPr/>
          </p:nvGrpSpPr>
          <p:grpSpPr>
            <a:xfrm>
              <a:off x="7894641" y="4943878"/>
              <a:ext cx="3624259" cy="1190222"/>
              <a:chOff x="660400" y="1130300"/>
              <a:chExt cx="3624259" cy="1190222"/>
            </a:xfrm>
          </p:grpSpPr>
          <p:sp>
            <p:nvSpPr>
              <p:cNvPr id="102" name="Number8" descr="e5a91443-daa0-48bc-94af-83cc9e639fc6"/>
              <p:cNvSpPr/>
              <p:nvPr>
                <p:custDataLst>
                  <p:tags r:id="rId24"/>
                </p:custDataLst>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panose="020B0604020202020204"/>
                  </a:rPr>
                  <a:t>8</a:t>
                </a:r>
                <a:endParaRPr lang="en-US" sz="1200" b="0" i="0" u="none">
                  <a:solidFill>
                    <a:srgbClr val="FFFFFF"/>
                  </a:solidFill>
                  <a:latin typeface="Arial" panose="020B0604020202020204"/>
                </a:endParaRPr>
              </a:p>
            </p:txBody>
          </p:sp>
          <p:sp>
            <p:nvSpPr>
              <p:cNvPr id="103" name="Bullet8" descr="405c8520-4108-49f7-a19b-0a020c377b7d"/>
              <p:cNvSpPr txBox="1"/>
              <p:nvPr>
                <p:custDataLst>
                  <p:tags r:id="rId25"/>
                </p:custDataLst>
              </p:nvPr>
            </p:nvSpPr>
            <p:spPr>
              <a:xfrm>
                <a:off x="1158303" y="1130300"/>
                <a:ext cx="3126356"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2F2F2F"/>
                    </a:solidFill>
                    <a:ea typeface="微软雅黑" panose="020B0503020204020204" charset="-122"/>
                  </a:rPr>
                  <a:t>报警模块</a:t>
                </a:r>
                <a:endParaRPr lang="en-US" sz="1800" b="1" i="0" u="none">
                  <a:solidFill>
                    <a:srgbClr val="2F2F2F"/>
                  </a:solidFill>
                  <a:ea typeface="微软雅黑" panose="020B0503020204020204" charset="-122"/>
                </a:endParaRPr>
              </a:p>
            </p:txBody>
          </p:sp>
          <p:sp>
            <p:nvSpPr>
              <p:cNvPr id="104" name="Text8" descr="6fddaf3c-54c9-4f6b-8197-525adfde9533"/>
              <p:cNvSpPr txBox="1"/>
              <p:nvPr>
                <p:custDataLst>
                  <p:tags r:id="rId26"/>
                </p:custDataLst>
              </p:nvPr>
            </p:nvSpPr>
            <p:spPr>
              <a:xfrm>
                <a:off x="1158303" y="1602961"/>
                <a:ext cx="3126356" cy="71756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2F2F2F"/>
                    </a:solidFill>
                    <a:ea typeface="微软雅黑" panose="020B0503020204020204" charset="-122"/>
                  </a:rPr>
                  <a:t>含蜂鸣器与LED，超阈值时报警，正常时绿灯常亮。</a:t>
                </a:r>
                <a:endParaRPr lang="en-US" sz="1200" b="0" i="0" u="none" strike="noStrike">
                  <a:solidFill>
                    <a:srgbClr val="2F2F2F"/>
                  </a:solidFill>
                  <a:ea typeface="微软雅黑" panose="020B0503020204020204" charset="-122"/>
                </a:endParaRPr>
              </a:p>
            </p:txBody>
          </p:sp>
        </p:grpSp>
      </p:grpSp>
      <p:sp>
        <p:nvSpPr>
          <p:cNvPr id="3" name="标题 2" descr="1d6963f9-18dc-494c-aa9e-6c1cbdf546c4"/>
          <p:cNvSpPr>
            <a:spLocks noGrp="1"/>
          </p:cNvSpPr>
          <p:nvPr>
            <p:ph type="title" hasCustomPrompt="1"/>
          </p:nvPr>
        </p:nvSpPr>
        <p:spPr/>
        <p:txBody>
          <a:bodyPr anchorCtr="0"/>
          <a:lstStyle/>
          <a:p>
            <a:pPr algn="l">
              <a:lnSpc>
                <a:spcPct val="100000"/>
              </a:lnSpc>
              <a:spcBef>
                <a:spcPct val="0"/>
              </a:spcBef>
            </a:pPr>
            <a:r>
              <a:rPr lang="en-US" sz="2800" b="1" i="0" u="none">
                <a:solidFill>
                  <a:srgbClr val="2F2F2F"/>
                </a:solidFill>
                <a:ea typeface="微软雅黑" panose="020B0503020204020204" charset="-122"/>
              </a:rPr>
              <a:t>实施方案</a:t>
            </a:r>
            <a:endParaRPr lang="en-US" sz="2800" b="1" i="0" u="none">
              <a:solidFill>
                <a:srgbClr val="2F2F2F"/>
              </a:solidFill>
              <a:ea typeface="微软雅黑" panose="020B0503020204020204" charset="-122"/>
            </a:endParaRPr>
          </a:p>
        </p:txBody>
      </p:sp>
      <p:pic>
        <p:nvPicPr>
          <p:cNvPr id="4" name="Picture 2" descr="IMG_256"/>
          <p:cNvPicPr>
            <a:picLocks noChangeAspect="1"/>
          </p:cNvPicPr>
          <p:nvPr>
            <p:custDataLst>
              <p:tags r:id="rId27"/>
            </p:custDataLst>
          </p:nvPr>
        </p:nvPicPr>
        <p:blipFill>
          <a:blip r:embed="rId28"/>
          <a:stretch>
            <a:fillRect/>
          </a:stretch>
        </p:blipFill>
        <p:spPr>
          <a:xfrm>
            <a:off x="4795520" y="1130300"/>
            <a:ext cx="2797810" cy="4966335"/>
          </a:xfrm>
          <a:prstGeom prst="rect">
            <a:avLst/>
          </a:prstGeom>
          <a:noFill/>
          <a:ln w="9525">
            <a:noFill/>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c6fa3a5e-47ad-4334-9a05-df025bdf6e66.source.7.zh-Hans.pptx" descr="f54848ba-082e-477a-9d03-02675c56d888"/>
          <p:cNvGrpSpPr/>
          <p:nvPr/>
        </p:nvGrpSpPr>
        <p:grpSpPr>
          <a:xfrm>
            <a:off x="9510" y="1130300"/>
            <a:ext cx="12172979" cy="5177971"/>
            <a:chOff x="9510" y="1130300"/>
            <a:chExt cx="12172979" cy="5177971"/>
          </a:xfrm>
        </p:grpSpPr>
        <p:sp>
          <p:nvSpPr>
            <p:cNvPr id="20" name="图形 18" descr="1694fccc-0e1d-4c3b-9ce6-65f4b60b31ee"/>
            <p:cNvSpPr/>
            <p:nvPr/>
          </p:nvSpPr>
          <p:spPr>
            <a:xfrm>
              <a:off x="9510" y="3473506"/>
              <a:ext cx="12172979" cy="1114854"/>
            </a:xfrm>
            <a:custGeom>
              <a:avLst/>
              <a:gdLst>
                <a:gd name="connsiteX0" fmla="*/ 0 w 12172979"/>
                <a:gd name="connsiteY0" fmla="*/ 994127 h 1114854"/>
                <a:gd name="connsiteX1" fmla="*/ 4803192 w 12172979"/>
                <a:gd name="connsiteY1" fmla="*/ 690563 h 1114854"/>
                <a:gd name="connsiteX2" fmla="*/ 5331956 w 12172979"/>
                <a:gd name="connsiteY2" fmla="*/ 911896 h 1114854"/>
                <a:gd name="connsiteX3" fmla="*/ 10121959 w 12172979"/>
                <a:gd name="connsiteY3" fmla="*/ 0 h 1114854"/>
                <a:gd name="connsiteX4" fmla="*/ 12172980 w 12172979"/>
                <a:gd name="connsiteY4" fmla="*/ 729111 h 11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72979" h="1114854">
                  <a:moveTo>
                    <a:pt x="0" y="994127"/>
                  </a:moveTo>
                  <a:cubicBezTo>
                    <a:pt x="0" y="994127"/>
                    <a:pt x="2331189" y="-548608"/>
                    <a:pt x="4803192" y="690563"/>
                  </a:cubicBezTo>
                  <a:cubicBezTo>
                    <a:pt x="4974248" y="776281"/>
                    <a:pt x="5150375" y="851602"/>
                    <a:pt x="5331956" y="911896"/>
                  </a:cubicBezTo>
                  <a:cubicBezTo>
                    <a:pt x="7660482" y="1685070"/>
                    <a:pt x="8813301" y="0"/>
                    <a:pt x="10121959" y="0"/>
                  </a:cubicBezTo>
                  <a:cubicBezTo>
                    <a:pt x="11528002" y="0"/>
                    <a:pt x="12172980" y="729111"/>
                    <a:pt x="12172980" y="729111"/>
                  </a:cubicBezTo>
                </a:path>
              </a:pathLst>
            </a:custGeom>
            <a:noFill/>
            <a:ln w="6350" cap="rnd">
              <a:solidFill>
                <a:schemeClr val="tx1">
                  <a:alpha val="50000"/>
                </a:schemeClr>
              </a:solidFill>
              <a:prstDash val="solid"/>
              <a:round/>
            </a:ln>
          </p:spPr>
          <p:txBody>
            <a:bodyPr rtlCol="0" anchor="ctr" anchorCtr="0"/>
            <a:lstStyle/>
            <a:p>
              <a:pPr algn="l"/>
            </a:p>
          </p:txBody>
        </p:sp>
        <p:sp>
          <p:nvSpPr>
            <p:cNvPr id="42" name="Title" descr="54c8f513-c0a4-472e-8f65-a7b8809fa60b"/>
            <p:cNvSpPr txBox="1"/>
            <p:nvPr/>
          </p:nvSpPr>
          <p:spPr>
            <a:xfrm>
              <a:off x="660399" y="1130300"/>
              <a:ext cx="10858500" cy="461665"/>
            </a:xfrm>
            <a:prstGeom prst="rect">
              <a:avLst/>
            </a:prstGeom>
            <a:noFill/>
          </p:spPr>
          <p:txBody>
            <a:bodyPr vert="horz" wrap="square" rtlCol="0" anchor="ctr" anchorCtr="1">
              <a:normAutofit/>
            </a:bodyPr>
            <a:lstStyle/>
            <a:p>
              <a:pPr algn="ctr"/>
              <a:r>
                <a:rPr lang="en-US" sz="2400" b="1" i="0" u="none">
                  <a:solidFill>
                    <a:srgbClr val="2F2F2F"/>
                  </a:solidFill>
                  <a:ea typeface="微软雅黑" panose="020B0503020204020204" charset="-122"/>
                </a:rPr>
                <a:t>课题研究的进度安排</a:t>
              </a:r>
              <a:endParaRPr lang="en-US" sz="2400" b="1" i="0" u="none">
                <a:solidFill>
                  <a:srgbClr val="2F2F2F"/>
                </a:solidFill>
                <a:ea typeface="微软雅黑" panose="020B0503020204020204" charset="-122"/>
              </a:endParaRPr>
            </a:p>
          </p:txBody>
        </p:sp>
        <p:grpSp>
          <p:nvGrpSpPr>
            <p:cNvPr id="60" name="组合 59" descr="98e9dcc8-c22e-4613-bde4-7ac3f4857fb0"/>
            <p:cNvGrpSpPr/>
            <p:nvPr/>
          </p:nvGrpSpPr>
          <p:grpSpPr>
            <a:xfrm>
              <a:off x="344495" y="2040630"/>
              <a:ext cx="2519469" cy="2110456"/>
              <a:chOff x="344495" y="2040630"/>
              <a:chExt cx="2519469" cy="2110456"/>
            </a:xfrm>
          </p:grpSpPr>
          <p:sp>
            <p:nvSpPr>
              <p:cNvPr id="21" name="Bullet1" descr="5f8d4665-4f34-49e7-bfc9-9a5f039edf3a"/>
              <p:cNvSpPr txBox="1"/>
              <p:nvPr/>
            </p:nvSpPr>
            <p:spPr>
              <a:xfrm>
                <a:off x="344495" y="2040630"/>
                <a:ext cx="2519468" cy="548986"/>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r>
                  <a:rPr lang="en-US" sz="1800" b="1" i="0" u="none">
                    <a:solidFill>
                      <a:srgbClr val="2F2F2F"/>
                    </a:solidFill>
                    <a:ea typeface="微软雅黑" panose="020B0503020204020204" charset="-122"/>
                  </a:rPr>
                  <a:t>查阅文献</a:t>
                </a:r>
                <a:endParaRPr lang="en-US" sz="1800" b="1" i="0" u="none">
                  <a:solidFill>
                    <a:srgbClr val="2F2F2F"/>
                  </a:solidFill>
                  <a:ea typeface="微软雅黑" panose="020B0503020204020204" charset="-122"/>
                </a:endParaRPr>
              </a:p>
            </p:txBody>
          </p:sp>
          <p:sp>
            <p:nvSpPr>
              <p:cNvPr id="22" name="Text1" descr="e28ef292-8187-4873-ad8d-6ea382395713"/>
              <p:cNvSpPr txBox="1"/>
              <p:nvPr/>
            </p:nvSpPr>
            <p:spPr>
              <a:xfrm>
                <a:off x="344496" y="2590374"/>
                <a:ext cx="2519468" cy="883129"/>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pPr>
                <a:r>
                  <a:rPr lang="en-US" sz="1200" b="0" i="0" u="none">
                    <a:solidFill>
                      <a:srgbClr val="2F2F2F"/>
                    </a:solidFill>
                    <a:latin typeface="微软雅黑" panose="020B0503020204020204" charset="-122"/>
                  </a:rPr>
                  <a:t>2025.12.15 - 2026.1.05，查阅资料，完成开题报告答辩。</a:t>
                </a:r>
                <a:endParaRPr lang="en-US" sz="1200" b="0" i="0" u="none">
                  <a:solidFill>
                    <a:srgbClr val="2F2F2F"/>
                  </a:solidFill>
                  <a:latin typeface="微软雅黑" panose="020B0503020204020204" charset="-122"/>
                </a:endParaRPr>
              </a:p>
            </p:txBody>
          </p:sp>
          <p:sp>
            <p:nvSpPr>
              <p:cNvPr id="43" name="Number1" descr="d5a56d44-6498-48ea-8ab9-024cfb03aa24"/>
              <p:cNvSpPr/>
              <p:nvPr/>
            </p:nvSpPr>
            <p:spPr>
              <a:xfrm>
                <a:off x="1088571" y="3643086"/>
                <a:ext cx="508000" cy="508000"/>
              </a:xfrm>
              <a:prstGeom prst="ellipse">
                <a:avLst/>
              </a:prstGeom>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800" b="0" i="0" u="none">
                    <a:solidFill>
                      <a:srgbClr val="FFFFFF"/>
                    </a:solidFill>
                    <a:latin typeface="Arial" panose="020B0604020202020204"/>
                  </a:rPr>
                  <a:t>1</a:t>
                </a:r>
                <a:endParaRPr lang="en-US" sz="1800" b="0" i="0" u="none">
                  <a:solidFill>
                    <a:srgbClr val="FFFFFF"/>
                  </a:solidFill>
                  <a:latin typeface="Arial" panose="020B0604020202020204"/>
                </a:endParaRPr>
              </a:p>
            </p:txBody>
          </p:sp>
        </p:grpSp>
        <p:grpSp>
          <p:nvGrpSpPr>
            <p:cNvPr id="62" name="组合 61" descr="e90b2a4e-1f52-4f65-94f9-2db2bbc84dd0"/>
            <p:cNvGrpSpPr/>
            <p:nvPr/>
          </p:nvGrpSpPr>
          <p:grpSpPr>
            <a:xfrm>
              <a:off x="1838621" y="3472436"/>
              <a:ext cx="2519469" cy="2526492"/>
              <a:chOff x="1838621" y="3472436"/>
              <a:chExt cx="2519469" cy="2526492"/>
            </a:xfrm>
          </p:grpSpPr>
          <p:sp>
            <p:nvSpPr>
              <p:cNvPr id="44" name="Number2" descr="5160c080-16fb-4571-b8e8-ebf127f649b6"/>
              <p:cNvSpPr/>
              <p:nvPr/>
            </p:nvSpPr>
            <p:spPr>
              <a:xfrm>
                <a:off x="2844355" y="3472436"/>
                <a:ext cx="508000" cy="508000"/>
              </a:xfrm>
              <a:prstGeom prst="ellipse">
                <a:avLst/>
              </a:prstGeom>
              <a:solidFill>
                <a:schemeClr val="accent2"/>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800" b="0" i="0" u="none">
                    <a:solidFill>
                      <a:srgbClr val="FFFFFF"/>
                    </a:solidFill>
                    <a:latin typeface="Arial" panose="020B0604020202020204"/>
                  </a:rPr>
                  <a:t>2</a:t>
                </a:r>
                <a:endParaRPr lang="en-US" sz="1800" b="0" i="0" u="none">
                  <a:solidFill>
                    <a:srgbClr val="FFFFFF"/>
                  </a:solidFill>
                  <a:latin typeface="Arial" panose="020B0604020202020204"/>
                </a:endParaRPr>
              </a:p>
            </p:txBody>
          </p:sp>
          <p:sp>
            <p:nvSpPr>
              <p:cNvPr id="29" name="Bullet2" descr="dbcf6f51-5ff2-40e5-bc2d-1f19fba55d3b"/>
              <p:cNvSpPr txBox="1"/>
              <p:nvPr/>
            </p:nvSpPr>
            <p:spPr>
              <a:xfrm>
                <a:off x="1838621" y="4566055"/>
                <a:ext cx="2519468" cy="548986"/>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r>
                  <a:rPr lang="en-US" sz="1800" b="1" i="0" u="none">
                    <a:solidFill>
                      <a:srgbClr val="2F2F2F"/>
                    </a:solidFill>
                    <a:ea typeface="微软雅黑" panose="020B0503020204020204" charset="-122"/>
                  </a:rPr>
                  <a:t>确定方案</a:t>
                </a:r>
                <a:endParaRPr lang="en-US" sz="1800" b="1" i="0" u="none">
                  <a:solidFill>
                    <a:srgbClr val="2F2F2F"/>
                  </a:solidFill>
                  <a:ea typeface="微软雅黑" panose="020B0503020204020204" charset="-122"/>
                </a:endParaRPr>
              </a:p>
            </p:txBody>
          </p:sp>
          <p:sp>
            <p:nvSpPr>
              <p:cNvPr id="30" name="Text2" descr="b8f2e57e-bd4d-431c-b6b1-714a5ed0e8e9"/>
              <p:cNvSpPr txBox="1"/>
              <p:nvPr/>
            </p:nvSpPr>
            <p:spPr>
              <a:xfrm>
                <a:off x="1838622" y="5115799"/>
                <a:ext cx="2519468" cy="883129"/>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pPr>
                <a:r>
                  <a:rPr lang="en-US" sz="1200" b="0" i="0" u="none">
                    <a:solidFill>
                      <a:srgbClr val="2F2F2F"/>
                    </a:solidFill>
                    <a:latin typeface="微软雅黑" panose="020B0503020204020204" charset="-122"/>
                  </a:rPr>
                  <a:t>2026.1.06 - 2026.01.22，确定方案，翻译资料，学习算法。</a:t>
                </a:r>
                <a:endParaRPr lang="en-US" sz="1200" b="0" i="0" u="none">
                  <a:solidFill>
                    <a:srgbClr val="2F2F2F"/>
                  </a:solidFill>
                  <a:latin typeface="微软雅黑" panose="020B0503020204020204" charset="-122"/>
                </a:endParaRPr>
              </a:p>
            </p:txBody>
          </p:sp>
        </p:grpSp>
        <p:grpSp>
          <p:nvGrpSpPr>
            <p:cNvPr id="61" name="组合 60" descr="2c4ab900-5fc8-417f-bd83-b2a65fa40bf2"/>
            <p:cNvGrpSpPr/>
            <p:nvPr/>
          </p:nvGrpSpPr>
          <p:grpSpPr>
            <a:xfrm>
              <a:off x="3326184" y="2353147"/>
              <a:ext cx="2571811" cy="1931786"/>
              <a:chOff x="3326184" y="2353147"/>
              <a:chExt cx="2571811" cy="1931786"/>
            </a:xfrm>
          </p:grpSpPr>
          <p:sp>
            <p:nvSpPr>
              <p:cNvPr id="23" name="Bullet3" descr="aec2f356-0db1-4f4e-a340-4fbf4eb90b6f"/>
              <p:cNvSpPr txBox="1"/>
              <p:nvPr/>
            </p:nvSpPr>
            <p:spPr>
              <a:xfrm>
                <a:off x="3326185" y="2353147"/>
                <a:ext cx="2571810" cy="548986"/>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r>
                  <a:rPr lang="en-US" sz="1800" b="1" i="0" u="none">
                    <a:solidFill>
                      <a:srgbClr val="2F2F2F"/>
                    </a:solidFill>
                    <a:ea typeface="微软雅黑" panose="020B0503020204020204" charset="-122"/>
                  </a:rPr>
                  <a:t>硬件设计</a:t>
                </a:r>
                <a:endParaRPr lang="en-US" sz="1800" b="1" i="0" u="none">
                  <a:solidFill>
                    <a:srgbClr val="2F2F2F"/>
                  </a:solidFill>
                  <a:ea typeface="微软雅黑" panose="020B0503020204020204" charset="-122"/>
                </a:endParaRPr>
              </a:p>
            </p:txBody>
          </p:sp>
          <p:sp>
            <p:nvSpPr>
              <p:cNvPr id="24" name="Text3" descr="a4f7e2d5-7e54-4e62-a353-6ff1aa4f3b6c"/>
              <p:cNvSpPr txBox="1"/>
              <p:nvPr/>
            </p:nvSpPr>
            <p:spPr>
              <a:xfrm>
                <a:off x="3326184" y="2902891"/>
                <a:ext cx="2571810" cy="883129"/>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pPr>
                <a:r>
                  <a:rPr lang="en-US" sz="1200" b="0" i="0" u="none">
                    <a:solidFill>
                      <a:srgbClr val="2F2F2F"/>
                    </a:solidFill>
                    <a:latin typeface="微软雅黑" panose="020B0503020204020204" charset="-122"/>
                  </a:rPr>
                  <a:t>2026.01.23 - 2026.02.10，完成硬件电路设计，采集数据训练。</a:t>
                </a:r>
                <a:endParaRPr lang="en-US" sz="1200" b="0" i="0" u="none">
                  <a:solidFill>
                    <a:srgbClr val="2F2F2F"/>
                  </a:solidFill>
                  <a:latin typeface="微软雅黑" panose="020B0503020204020204" charset="-122"/>
                </a:endParaRPr>
              </a:p>
            </p:txBody>
          </p:sp>
          <p:sp>
            <p:nvSpPr>
              <p:cNvPr id="45" name="Number3" descr="2179cc99-9356-4e6c-b804-e9fd3f29572c"/>
              <p:cNvSpPr/>
              <p:nvPr/>
            </p:nvSpPr>
            <p:spPr>
              <a:xfrm>
                <a:off x="4358089" y="3776933"/>
                <a:ext cx="508000" cy="508000"/>
              </a:xfrm>
              <a:prstGeom prst="ellipse">
                <a:avLst/>
              </a:prstGeom>
              <a:solidFill>
                <a:schemeClr val="accent3"/>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800" b="0" i="0" u="none">
                    <a:solidFill>
                      <a:srgbClr val="FFFFFF"/>
                    </a:solidFill>
                    <a:latin typeface="Arial" panose="020B0604020202020204"/>
                  </a:rPr>
                  <a:t>3</a:t>
                </a:r>
                <a:endParaRPr lang="en-US" sz="1800" b="0" i="0" u="none">
                  <a:solidFill>
                    <a:srgbClr val="FFFFFF"/>
                  </a:solidFill>
                  <a:latin typeface="Arial" panose="020B0604020202020204"/>
                </a:endParaRPr>
              </a:p>
            </p:txBody>
          </p:sp>
        </p:grpSp>
        <p:grpSp>
          <p:nvGrpSpPr>
            <p:cNvPr id="65" name="组合 64" descr="4ec3679d-3918-43c1-9f69-2f144f7f3d39"/>
            <p:cNvGrpSpPr/>
            <p:nvPr/>
          </p:nvGrpSpPr>
          <p:grpSpPr>
            <a:xfrm>
              <a:off x="4859526" y="4309923"/>
              <a:ext cx="2571811" cy="1998348"/>
              <a:chOff x="4859526" y="4309923"/>
              <a:chExt cx="2571811" cy="1998348"/>
            </a:xfrm>
          </p:grpSpPr>
          <p:sp>
            <p:nvSpPr>
              <p:cNvPr id="46" name="Number4" descr="7b82db88-2e7a-461a-889d-aa9ff6998074"/>
              <p:cNvSpPr/>
              <p:nvPr/>
            </p:nvSpPr>
            <p:spPr>
              <a:xfrm>
                <a:off x="5891431" y="4309923"/>
                <a:ext cx="508000" cy="508000"/>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800" b="0" i="0" u="none">
                    <a:solidFill>
                      <a:srgbClr val="FFFFFF"/>
                    </a:solidFill>
                    <a:latin typeface="Arial" panose="020B0604020202020204"/>
                  </a:rPr>
                  <a:t>4</a:t>
                </a:r>
                <a:endParaRPr lang="en-US" sz="1800" b="0" i="0" u="none">
                  <a:solidFill>
                    <a:srgbClr val="FFFFFF"/>
                  </a:solidFill>
                  <a:latin typeface="Arial" panose="020B0604020202020204"/>
                </a:endParaRPr>
              </a:p>
            </p:txBody>
          </p:sp>
          <p:sp>
            <p:nvSpPr>
              <p:cNvPr id="31" name="Bullet4" descr="3bd402dd-6660-4c51-ac9b-e8cac8d92c84"/>
              <p:cNvSpPr txBox="1"/>
              <p:nvPr/>
            </p:nvSpPr>
            <p:spPr>
              <a:xfrm>
                <a:off x="4859527" y="4875398"/>
                <a:ext cx="2571810" cy="548986"/>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r>
                  <a:rPr lang="en-US" sz="1800" b="1" i="0" u="none">
                    <a:solidFill>
                      <a:srgbClr val="2F2F2F"/>
                    </a:solidFill>
                    <a:ea typeface="微软雅黑" panose="020B0503020204020204" charset="-122"/>
                  </a:rPr>
                  <a:t>软件设计</a:t>
                </a:r>
                <a:endParaRPr lang="en-US" sz="1800" b="1" i="0" u="none">
                  <a:solidFill>
                    <a:srgbClr val="2F2F2F"/>
                  </a:solidFill>
                  <a:ea typeface="微软雅黑" panose="020B0503020204020204" charset="-122"/>
                </a:endParaRPr>
              </a:p>
            </p:txBody>
          </p:sp>
          <p:sp>
            <p:nvSpPr>
              <p:cNvPr id="32" name="Text4" descr="493cbf14-6f5e-44b7-b97c-3c7dcf2a982a"/>
              <p:cNvSpPr txBox="1"/>
              <p:nvPr/>
            </p:nvSpPr>
            <p:spPr>
              <a:xfrm>
                <a:off x="4859526" y="5425142"/>
                <a:ext cx="2571810" cy="883129"/>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pPr>
                <a:r>
                  <a:rPr lang="en-US" sz="1200" b="0" i="0" u="none">
                    <a:solidFill>
                      <a:srgbClr val="2F2F2F"/>
                    </a:solidFill>
                    <a:latin typeface="微软雅黑" panose="020B0503020204020204" charset="-122"/>
                  </a:rPr>
                  <a:t>2026.02.11 - 2026.02.23，完成系统软件设计，优化程序调试。</a:t>
                </a:r>
                <a:endParaRPr lang="en-US" sz="1200" b="0" i="0" u="none">
                  <a:solidFill>
                    <a:srgbClr val="2F2F2F"/>
                  </a:solidFill>
                  <a:latin typeface="微软雅黑" panose="020B0503020204020204" charset="-122"/>
                </a:endParaRPr>
              </a:p>
            </p:txBody>
          </p:sp>
        </p:grpSp>
        <p:grpSp>
          <p:nvGrpSpPr>
            <p:cNvPr id="63" name="组合 62" descr="afc95e35-9879-41f7-9a5c-2ab1681261ed"/>
            <p:cNvGrpSpPr/>
            <p:nvPr/>
          </p:nvGrpSpPr>
          <p:grpSpPr>
            <a:xfrm>
              <a:off x="6403467" y="2411022"/>
              <a:ext cx="2487280" cy="2320179"/>
              <a:chOff x="6403467" y="2411022"/>
              <a:chExt cx="2487280" cy="2320179"/>
            </a:xfrm>
          </p:grpSpPr>
          <p:sp>
            <p:nvSpPr>
              <p:cNvPr id="25" name="Bullet5" descr="19dc7dc3-8d0f-4657-b8ac-e0be54f36db6"/>
              <p:cNvSpPr txBox="1"/>
              <p:nvPr/>
            </p:nvSpPr>
            <p:spPr>
              <a:xfrm>
                <a:off x="6403467" y="2411022"/>
                <a:ext cx="2487280" cy="548984"/>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r>
                  <a:rPr lang="en-US" sz="1800" b="1" i="0" u="none">
                    <a:solidFill>
                      <a:srgbClr val="2F2F2F"/>
                    </a:solidFill>
                    <a:ea typeface="微软雅黑" panose="020B0503020204020204" charset="-122"/>
                  </a:rPr>
                  <a:t>优化功能</a:t>
                </a:r>
                <a:endParaRPr lang="en-US" sz="1800" b="1" i="0" u="none">
                  <a:solidFill>
                    <a:srgbClr val="2F2F2F"/>
                  </a:solidFill>
                  <a:ea typeface="微软雅黑" panose="020B0503020204020204" charset="-122"/>
                </a:endParaRPr>
              </a:p>
            </p:txBody>
          </p:sp>
          <p:sp>
            <p:nvSpPr>
              <p:cNvPr id="26" name="Text5" descr="d1d15f68-f4de-4088-bab2-4ca9061ee400"/>
              <p:cNvSpPr txBox="1"/>
              <p:nvPr/>
            </p:nvSpPr>
            <p:spPr>
              <a:xfrm>
                <a:off x="6403467" y="2960767"/>
                <a:ext cx="2487280" cy="883129"/>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pPr>
                <a:r>
                  <a:rPr lang="en-US" sz="1200" b="0" i="0" u="none">
                    <a:solidFill>
                      <a:srgbClr val="2F2F2F"/>
                    </a:solidFill>
                    <a:latin typeface="微软雅黑" panose="020B0503020204020204" charset="-122"/>
                  </a:rPr>
                  <a:t>2026.02.24 - 2026.03.14，优化代码，完善各模块功能。</a:t>
                </a:r>
                <a:endParaRPr lang="en-US" sz="1200" b="0" i="0" u="none">
                  <a:solidFill>
                    <a:srgbClr val="2F2F2F"/>
                  </a:solidFill>
                  <a:latin typeface="微软雅黑" panose="020B0503020204020204" charset="-122"/>
                </a:endParaRPr>
              </a:p>
            </p:txBody>
          </p:sp>
          <p:sp>
            <p:nvSpPr>
              <p:cNvPr id="47" name="Number5" descr="e323485a-a014-4ccd-8227-413cbf0e608c"/>
              <p:cNvSpPr/>
              <p:nvPr/>
            </p:nvSpPr>
            <p:spPr>
              <a:xfrm>
                <a:off x="7393107" y="4223201"/>
                <a:ext cx="508000" cy="508000"/>
              </a:xfrm>
              <a:prstGeom prst="ellipse">
                <a:avLst/>
              </a:prstGeom>
              <a:solidFill>
                <a:schemeClr val="accent5"/>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800" b="0" i="0" u="none">
                    <a:solidFill>
                      <a:srgbClr val="FFFFFF"/>
                    </a:solidFill>
                    <a:latin typeface="Arial" panose="020B0604020202020204"/>
                  </a:rPr>
                  <a:t>5</a:t>
                </a:r>
                <a:endParaRPr lang="en-US" sz="1800" b="0" i="0" u="none">
                  <a:solidFill>
                    <a:srgbClr val="FFFFFF"/>
                  </a:solidFill>
                  <a:latin typeface="Arial" panose="020B0604020202020204"/>
                </a:endParaRPr>
              </a:p>
            </p:txBody>
          </p:sp>
        </p:grpSp>
        <p:grpSp>
          <p:nvGrpSpPr>
            <p:cNvPr id="66" name="组合 65" descr="43b694bf-2598-4ef9-a5fc-e9a2cd3c4afd"/>
            <p:cNvGrpSpPr/>
            <p:nvPr/>
          </p:nvGrpSpPr>
          <p:grpSpPr>
            <a:xfrm>
              <a:off x="7873476" y="3526048"/>
              <a:ext cx="2487282" cy="2472880"/>
              <a:chOff x="7873476" y="3526048"/>
              <a:chExt cx="2487282" cy="2472880"/>
            </a:xfrm>
          </p:grpSpPr>
          <p:sp>
            <p:nvSpPr>
              <p:cNvPr id="48" name="Number6" descr="a405fa90-73ba-416c-8745-5701791725d9"/>
              <p:cNvSpPr/>
              <p:nvPr/>
            </p:nvSpPr>
            <p:spPr>
              <a:xfrm>
                <a:off x="8863117" y="3526048"/>
                <a:ext cx="508000" cy="508000"/>
              </a:xfrm>
              <a:prstGeom prst="ellipse">
                <a:avLst/>
              </a:prstGeom>
              <a:solidFill>
                <a:schemeClr val="accent6"/>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800" b="0" i="0" u="none">
                    <a:solidFill>
                      <a:srgbClr val="FFFFFF"/>
                    </a:solidFill>
                    <a:latin typeface="Arial" panose="020B0604020202020204"/>
                  </a:rPr>
                  <a:t>6</a:t>
                </a:r>
                <a:endParaRPr lang="en-US" sz="1800" b="0" i="0" u="none">
                  <a:solidFill>
                    <a:srgbClr val="FFFFFF"/>
                  </a:solidFill>
                  <a:latin typeface="Arial" panose="020B0604020202020204"/>
                </a:endParaRPr>
              </a:p>
            </p:txBody>
          </p:sp>
          <p:sp>
            <p:nvSpPr>
              <p:cNvPr id="33" name="Bullet6" descr="c74c8e3f-689d-493c-9352-f582a09623c0"/>
              <p:cNvSpPr txBox="1"/>
              <p:nvPr/>
            </p:nvSpPr>
            <p:spPr>
              <a:xfrm>
                <a:off x="7873476" y="4566055"/>
                <a:ext cx="2487280" cy="548986"/>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r>
                  <a:rPr lang="en-US" sz="1800" b="1" i="0" u="none">
                    <a:solidFill>
                      <a:srgbClr val="2F2F2F"/>
                    </a:solidFill>
                    <a:ea typeface="微软雅黑" panose="020B0503020204020204" charset="-122"/>
                  </a:rPr>
                  <a:t>撰写论文</a:t>
                </a:r>
                <a:endParaRPr lang="en-US" sz="1800" b="1" i="0" u="none">
                  <a:solidFill>
                    <a:srgbClr val="2F2F2F"/>
                  </a:solidFill>
                  <a:ea typeface="微软雅黑" panose="020B0503020204020204" charset="-122"/>
                </a:endParaRPr>
              </a:p>
            </p:txBody>
          </p:sp>
          <p:sp>
            <p:nvSpPr>
              <p:cNvPr id="34" name="Text6" descr="9c233e8c-2380-41b0-8736-fbcd7117d9f1"/>
              <p:cNvSpPr txBox="1"/>
              <p:nvPr/>
            </p:nvSpPr>
            <p:spPr>
              <a:xfrm>
                <a:off x="7873478" y="5115799"/>
                <a:ext cx="2487280" cy="883129"/>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pPr>
                <a:r>
                  <a:rPr lang="en-US" sz="1200" b="0" i="0" u="none">
                    <a:solidFill>
                      <a:srgbClr val="2F2F2F"/>
                    </a:solidFill>
                    <a:latin typeface="微软雅黑" panose="020B0503020204020204" charset="-122"/>
                  </a:rPr>
                  <a:t>2026.03.14 - 2026.03.29，撰写毕业论文，完成答辩PPT。</a:t>
                </a:r>
                <a:endParaRPr lang="en-US" sz="1200" b="0" i="0" u="none">
                  <a:solidFill>
                    <a:srgbClr val="2F2F2F"/>
                  </a:solidFill>
                  <a:latin typeface="微软雅黑" panose="020B0503020204020204" charset="-122"/>
                </a:endParaRPr>
              </a:p>
            </p:txBody>
          </p:sp>
        </p:grpSp>
        <p:grpSp>
          <p:nvGrpSpPr>
            <p:cNvPr id="64" name="组合 63" descr="8436cd7c-78fb-41ad-9776-54727fc2b8a6"/>
            <p:cNvGrpSpPr/>
            <p:nvPr/>
          </p:nvGrpSpPr>
          <p:grpSpPr>
            <a:xfrm>
              <a:off x="9343489" y="1890160"/>
              <a:ext cx="2487280" cy="1898336"/>
              <a:chOff x="9343489" y="1890160"/>
              <a:chExt cx="2487280" cy="1898336"/>
            </a:xfrm>
          </p:grpSpPr>
          <p:sp>
            <p:nvSpPr>
              <p:cNvPr id="27" name="Bullet7" descr="4b2789a3-41a2-409a-86bb-bc509118c353"/>
              <p:cNvSpPr txBox="1"/>
              <p:nvPr/>
            </p:nvSpPr>
            <p:spPr>
              <a:xfrm>
                <a:off x="9343489" y="1890160"/>
                <a:ext cx="2487280" cy="548986"/>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r>
                  <a:rPr lang="en-US" sz="1800" b="1" i="0" u="none">
                    <a:solidFill>
                      <a:srgbClr val="2F2F2F"/>
                    </a:solidFill>
                    <a:ea typeface="微软雅黑" panose="020B0503020204020204" charset="-122"/>
                  </a:rPr>
                  <a:t>论文修改</a:t>
                </a:r>
                <a:endParaRPr lang="en-US" sz="1800" b="1" i="0" u="none">
                  <a:solidFill>
                    <a:srgbClr val="2F2F2F"/>
                  </a:solidFill>
                  <a:ea typeface="微软雅黑" panose="020B0503020204020204" charset="-122"/>
                </a:endParaRPr>
              </a:p>
            </p:txBody>
          </p:sp>
          <p:sp>
            <p:nvSpPr>
              <p:cNvPr id="28" name="Text7" descr="670c06a9-ef0c-4ac7-94d1-c3293ed92d9f"/>
              <p:cNvSpPr txBox="1"/>
              <p:nvPr/>
            </p:nvSpPr>
            <p:spPr>
              <a:xfrm>
                <a:off x="9343489" y="2439907"/>
                <a:ext cx="2487280" cy="883128"/>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pPr>
                <a:r>
                  <a:rPr lang="en-US" sz="1200" b="0" i="0" u="none">
                    <a:solidFill>
                      <a:srgbClr val="2F2F2F"/>
                    </a:solidFill>
                    <a:latin typeface="微软雅黑" panose="020B0503020204020204" charset="-122"/>
                  </a:rPr>
                  <a:t>2026.03.30 - 2026.04.06，修改论文，整理资料并答辩。</a:t>
                </a:r>
                <a:endParaRPr lang="en-US" sz="1200" b="0" i="0" u="none">
                  <a:solidFill>
                    <a:srgbClr val="2F2F2F"/>
                  </a:solidFill>
                  <a:latin typeface="微软雅黑" panose="020B0503020204020204" charset="-122"/>
                </a:endParaRPr>
              </a:p>
            </p:txBody>
          </p:sp>
          <p:sp>
            <p:nvSpPr>
              <p:cNvPr id="49" name="Number7" descr="bd7fe153-e043-4dd4-ae2a-9c7914d84aaf"/>
              <p:cNvSpPr/>
              <p:nvPr/>
            </p:nvSpPr>
            <p:spPr>
              <a:xfrm>
                <a:off x="10333129" y="3280496"/>
                <a:ext cx="508000" cy="508000"/>
              </a:xfrm>
              <a:prstGeom prst="ellipse">
                <a:avLst/>
              </a:prstGeom>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800" b="0" i="0" u="none">
                    <a:solidFill>
                      <a:srgbClr val="FFFFFF"/>
                    </a:solidFill>
                    <a:latin typeface="Arial" panose="020B0604020202020204"/>
                  </a:rPr>
                  <a:t>7</a:t>
                </a:r>
                <a:endParaRPr lang="en-US" sz="1800" b="0" i="0" u="none">
                  <a:solidFill>
                    <a:srgbClr val="FFFFFF"/>
                  </a:solidFill>
                  <a:latin typeface="Arial" panose="020B0604020202020204"/>
                </a:endParaRPr>
              </a:p>
            </p:txBody>
          </p:sp>
        </p:grpSp>
      </p:grpSp>
      <p:sp>
        <p:nvSpPr>
          <p:cNvPr id="2" name="标题 1" descr="1d6963f9-18dc-494c-aa9e-6c1cbdf546c4"/>
          <p:cNvSpPr>
            <a:spLocks noGrp="1"/>
          </p:cNvSpPr>
          <p:nvPr>
            <p:ph type="title" hasCustomPrompt="1"/>
          </p:nvPr>
        </p:nvSpPr>
        <p:spPr/>
        <p:txBody>
          <a:bodyPr anchorCtr="0"/>
          <a:lstStyle/>
          <a:p>
            <a:pPr algn="l">
              <a:lnSpc>
                <a:spcPct val="100000"/>
              </a:lnSpc>
              <a:spcBef>
                <a:spcPct val="0"/>
              </a:spcBef>
            </a:pPr>
            <a:r>
              <a:rPr lang="en-US" sz="2800" b="1" i="0" u="none">
                <a:solidFill>
                  <a:srgbClr val="2F2F2F"/>
                </a:solidFill>
                <a:ea typeface="微软雅黑" panose="020B0503020204020204" charset="-122"/>
              </a:rPr>
              <a:t>进度实施计划</a:t>
            </a:r>
            <a:endParaRPr lang="en-US" sz="2800" b="1" i="0" u="none">
              <a:solidFill>
                <a:srgbClr val="2F2F2F"/>
              </a:solidFill>
              <a:ea typeface="微软雅黑" panose="020B0503020204020204"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ff31d728-3f30-4af6-840b-653df7ef8042"/>
          <p:cNvSpPr>
            <a:spLocks noGrp="1"/>
          </p:cNvSpPr>
          <p:nvPr>
            <p:ph type="title" hasCustomPrompt="1"/>
          </p:nvPr>
        </p:nvSpPr>
        <p:spPr/>
        <p:txBody>
          <a:bodyPr anchorCtr="0"/>
          <a:lstStyle/>
          <a:p>
            <a:pPr algn="l">
              <a:lnSpc>
                <a:spcPct val="100000"/>
              </a:lnSpc>
              <a:spcBef>
                <a:spcPct val="0"/>
              </a:spcBef>
            </a:pPr>
            <a:r>
              <a:rPr lang="en-US" sz="4800" b="1" i="0" u="none">
                <a:solidFill>
                  <a:srgbClr val="FFFFFF"/>
                </a:solidFill>
                <a:ea typeface="微软雅黑" panose="020B0503020204020204" charset="-122"/>
              </a:rPr>
              <a:t>谢谢观看</a:t>
            </a:r>
            <a:endParaRPr lang="en-US" sz="4800" b="1" i="0" u="none">
              <a:solidFill>
                <a:srgbClr val="FFFFFF"/>
              </a:solidFill>
              <a:ea typeface="微软雅黑" panose="020B0503020204020204" charset="-122"/>
            </a:endParaRPr>
          </a:p>
        </p:txBody>
      </p:sp>
      <p:sp>
        <p:nvSpPr>
          <p:cNvPr id="4" name="文本占位符 3" descr="5d66e315-180e-4bbe-9973-204d454f731e"/>
          <p:cNvSpPr>
            <a:spLocks noGrp="1"/>
          </p:cNvSpPr>
          <p:nvPr>
            <p:ph type="body" sz="quarter" idx="13" hasCustomPrompt="1"/>
          </p:nvPr>
        </p:nvSpPr>
        <p:spPr/>
        <p:txBody>
          <a:bodyPr anchorCtr="0">
            <a:normAutofit fontScale="90000"/>
          </a:bodyPr>
          <a:lstStyle/>
          <a:p>
            <a:pPr algn="l">
              <a:lnSpc>
                <a:spcPct val="100000"/>
              </a:lnSpc>
              <a:spcBef>
                <a:spcPts val="1000"/>
              </a:spcBef>
            </a:pPr>
            <a:r>
              <a:rPr lang="en-US" sz="1200" b="0" i="0" u="none">
                <a:solidFill>
                  <a:srgbClr val="FFFFFF"/>
                </a:solidFill>
                <a:ea typeface="微软雅黑" panose="020B0503020204020204" charset="-122"/>
              </a:rPr>
              <a:t>报告人名称</a:t>
            </a:r>
            <a:r>
              <a:rPr lang="zh-CN" altLang="en-US" sz="1200" b="0" i="0" u="none">
                <a:solidFill>
                  <a:srgbClr val="FFFFFF"/>
                </a:solidFill>
                <a:ea typeface="微软雅黑" panose="020B0503020204020204" charset="-122"/>
              </a:rPr>
              <a:t>：</a:t>
            </a:r>
            <a:r>
              <a:rPr lang="zh-CN" altLang="en-US" sz="1200" b="0" i="0" u="none">
                <a:solidFill>
                  <a:srgbClr val="FFFFFF"/>
                </a:solidFill>
                <a:ea typeface="微软雅黑" panose="020B0503020204020204" charset="-122"/>
              </a:rPr>
              <a:t>刘皓然</a:t>
            </a:r>
            <a:endParaRPr lang="zh-CN" altLang="en-US" sz="1200" b="0" i="0" u="none">
              <a:solidFill>
                <a:srgbClr val="FFFFFF"/>
              </a:solidFill>
              <a:ea typeface="微软雅黑" panose="020B0503020204020204" charset="-122"/>
            </a:endParaRPr>
          </a:p>
        </p:txBody>
      </p:sp>
      <p:sp>
        <p:nvSpPr>
          <p:cNvPr id="7" name="文本占位符 6" descr="47777db8-ab0c-41f8-9661-271568555a7f"/>
          <p:cNvSpPr>
            <a:spLocks noGrp="1"/>
          </p:cNvSpPr>
          <p:nvPr>
            <p:ph type="body" sz="quarter" idx="14" hasCustomPrompt="1"/>
          </p:nvPr>
        </p:nvSpPr>
        <p:spPr/>
        <p:txBody>
          <a:bodyPr anchorCtr="0">
            <a:normAutofit fontScale="90000"/>
          </a:bodyPr>
          <a:lstStyle/>
          <a:p>
            <a:pPr algn="l">
              <a:lnSpc>
                <a:spcPct val="100000"/>
              </a:lnSpc>
              <a:spcBef>
                <a:spcPts val="1000"/>
              </a:spcBef>
            </a:pPr>
            <a:r>
              <a:rPr lang="en-US">
                <a:latin typeface="微软雅黑" panose="020B0503020204020204" charset="-122"/>
              </a:rPr>
              <a:t>2026.01.05</a:t>
            </a:r>
            <a:endParaRPr lang="zh-CN" altLang="en-US">
              <a:latin typeface="微软雅黑" panose="020B0503020204020204" charset="-122"/>
            </a:endParaRPr>
          </a:p>
        </p:txBody>
      </p:sp>
    </p:spTree>
  </p:cSld>
  <p:clrMapOvr>
    <a:masterClrMapping/>
  </p:clrMapOvr>
  <p:transition/>
</p:sld>
</file>

<file path=ppt/tags/tag1.xml><?xml version="1.0" encoding="utf-8"?>
<p:tagLst xmlns:p="http://schemas.openxmlformats.org/presentationml/2006/main">
  <p:tag name="KSO_WM_DIAGRAM_VIRTUALLY_FRAME" val="{&quot;height&quot;:394,&quot;left&quot;:52,&quot;top&quot;:89,&quot;width&quot;:855}"/>
</p:tagLst>
</file>

<file path=ppt/tags/tag2.xml><?xml version="1.0" encoding="utf-8"?>
<p:tagLst xmlns:p="http://schemas.openxmlformats.org/presentationml/2006/main">
  <p:tag name="KSO_WM_DIAGRAM_VIRTUALLY_FRAME" val="{&quot;height&quot;:394,&quot;left&quot;:52,&quot;top&quot;:89,&quot;width&quot;:855}"/>
</p:tagLst>
</file>

<file path=ppt/tags/tag3.xml><?xml version="1.0" encoding="utf-8"?>
<p:tagLst xmlns:p="http://schemas.openxmlformats.org/presentationml/2006/main">
  <p:tag name="KSO_WM_DIAGRAM_VIRTUALLY_FRAME" val="{&quot;height&quot;:394,&quot;left&quot;:52,&quot;top&quot;:89,&quot;width&quot;:855}"/>
</p:tagLst>
</file>

<file path=ppt/tags/tag4.xml><?xml version="1.0" encoding="utf-8"?>
<p:tagLst xmlns:p="http://schemas.openxmlformats.org/presentationml/2006/main">
  <p:tag name="KSO_WM_DIAGRAM_VIRTUALLY_FRAME" val="{&quot;height&quot;:394,&quot;left&quot;:52,&quot;top&quot;:89,&quot;width&quot;:855}"/>
</p:tagLst>
</file>

<file path=ppt/tags/tag5.xml><?xml version="1.0" encoding="utf-8"?>
<p:tagLst xmlns:p="http://schemas.openxmlformats.org/presentationml/2006/main">
  <p:tag name="KSO_WM_DIAGRAM_VIRTUALLY_FRAME" val="{&quot;height&quot;:394,&quot;left&quot;:52,&quot;top&quot;:89,&quot;width&quot;:855}"/>
</p:tagLst>
</file>

<file path=ppt/tags/tag6.xml><?xml version="1.0" encoding="utf-8"?>
<p:tagLst xmlns:p="http://schemas.openxmlformats.org/presentationml/2006/main">
  <p:tag name="KSO_WM_DIAGRAM_VIRTUALLY_FRAME" val="{&quot;height&quot;:394,&quot;left&quot;:52,&quot;top&quot;:89,&quot;width&quot;:855}"/>
</p:tagLst>
</file>

<file path=ppt/tags/tag7.xml><?xml version="1.0" encoding="utf-8"?>
<p:tagLst xmlns:p="http://schemas.openxmlformats.org/presentationml/2006/main">
  <p:tag name="KSO_WM_DIAGRAM_VIRTUALLY_FRAME" val="{&quot;height&quot;:394,&quot;left&quot;:52,&quot;top&quot;:89,&quot;width&quot;:855}"/>
</p:tagLst>
</file>

<file path=ppt/tags/tag8.xml><?xml version="1.0" encoding="utf-8"?>
<p:tagLst xmlns:p="http://schemas.openxmlformats.org/presentationml/2006/main">
  <p:tag name="KSO_WM_DIAGRAM_VIRTUALLY_FRAME" val="{&quot;height&quot;:394,&quot;left&quot;:52,&quot;top&quot;:89,&quot;width&quot;:855}"/>
</p:tagLst>
</file>

<file path=ppt/tags/tag9.xml><?xml version="1.0" encoding="utf-8"?>
<p:tagLst xmlns:p="http://schemas.openxmlformats.org/presentationml/2006/main">
  <p:tag name="KSO_WM_DIAGRAM_VIRTUALLY_FRAME" val="{&quot;height&quot;:394,&quot;left&quot;:52,&quot;top&quot;:89,&quot;width&quot;:855}"/>
</p:tagLst>
</file>

<file path=ppt/tags/tag10.xml><?xml version="1.0" encoding="utf-8"?>
<p:tagLst xmlns:p="http://schemas.openxmlformats.org/presentationml/2006/main">
  <p:tag name="KSO_WM_DIAGRAM_VIRTUALLY_FRAME" val="{&quot;height&quot;:394,&quot;left&quot;:52,&quot;top&quot;:89,&quot;width&quot;:855}"/>
</p:tagLst>
</file>

<file path=ppt/tags/tag11.xml><?xml version="1.0" encoding="utf-8"?>
<p:tagLst xmlns:p="http://schemas.openxmlformats.org/presentationml/2006/main">
  <p:tag name="KSO_WM_DIAGRAM_VIRTUALLY_FRAME" val="{&quot;height&quot;:394,&quot;left&quot;:52,&quot;top&quot;:89,&quot;width&quot;:855}"/>
</p:tagLst>
</file>

<file path=ppt/tags/tag12.xml><?xml version="1.0" encoding="utf-8"?>
<p:tagLst xmlns:p="http://schemas.openxmlformats.org/presentationml/2006/main">
  <p:tag name="KSO_WM_DIAGRAM_VIRTUALLY_FRAME" val="{&quot;height&quot;:394,&quot;left&quot;:52,&quot;top&quot;:89,&quot;width&quot;:855}"/>
</p:tagLst>
</file>

<file path=ppt/tags/tag13.xml><?xml version="1.0" encoding="utf-8"?>
<p:tagLst xmlns:p="http://schemas.openxmlformats.org/presentationml/2006/main">
  <p:tag name="KSO_WM_DIAGRAM_VIRTUALLY_FRAME" val="{&quot;height&quot;:394,&quot;left&quot;:52,&quot;top&quot;:89,&quot;width&quot;:855}"/>
</p:tagLst>
</file>

<file path=ppt/tags/tag14.xml><?xml version="1.0" encoding="utf-8"?>
<p:tagLst xmlns:p="http://schemas.openxmlformats.org/presentationml/2006/main">
  <p:tag name="KSO_WM_DIAGRAM_VIRTUALLY_FRAME" val="{&quot;height&quot;:394,&quot;left&quot;:52,&quot;top&quot;:89,&quot;width&quot;:855}"/>
</p:tagLst>
</file>

<file path=ppt/tags/tag15.xml><?xml version="1.0" encoding="utf-8"?>
<p:tagLst xmlns:p="http://schemas.openxmlformats.org/presentationml/2006/main">
  <p:tag name="KSO_WM_DIAGRAM_VIRTUALLY_FRAME" val="{&quot;height&quot;:394,&quot;left&quot;:52,&quot;top&quot;:89,&quot;width&quot;:855}"/>
</p:tagLst>
</file>

<file path=ppt/tags/tag16.xml><?xml version="1.0" encoding="utf-8"?>
<p:tagLst xmlns:p="http://schemas.openxmlformats.org/presentationml/2006/main">
  <p:tag name="KSO_WM_DIAGRAM_VIRTUALLY_FRAME" val="{&quot;height&quot;:394,&quot;left&quot;:52,&quot;top&quot;:89,&quot;width&quot;:855}"/>
</p:tagLst>
</file>

<file path=ppt/tags/tag17.xml><?xml version="1.0" encoding="utf-8"?>
<p:tagLst xmlns:p="http://schemas.openxmlformats.org/presentationml/2006/main">
  <p:tag name="KSO_WM_DIAGRAM_VIRTUALLY_FRAME" val="{&quot;height&quot;:394,&quot;left&quot;:52,&quot;top&quot;:89,&quot;width&quot;:855}"/>
</p:tagLst>
</file>

<file path=ppt/tags/tag18.xml><?xml version="1.0" encoding="utf-8"?>
<p:tagLst xmlns:p="http://schemas.openxmlformats.org/presentationml/2006/main">
  <p:tag name="KSO_WM_DIAGRAM_VIRTUALLY_FRAME" val="{&quot;height&quot;:394,&quot;left&quot;:52,&quot;top&quot;:89,&quot;width&quot;:855}"/>
</p:tagLst>
</file>

<file path=ppt/tags/tag19.xml><?xml version="1.0" encoding="utf-8"?>
<p:tagLst xmlns:p="http://schemas.openxmlformats.org/presentationml/2006/main">
  <p:tag name="KSO_WM_DIAGRAM_VIRTUALLY_FRAME" val="{&quot;height&quot;:394,&quot;left&quot;:52,&quot;top&quot;:89,&quot;width&quot;:855}"/>
</p:tagLst>
</file>

<file path=ppt/tags/tag20.xml><?xml version="1.0" encoding="utf-8"?>
<p:tagLst xmlns:p="http://schemas.openxmlformats.org/presentationml/2006/main">
  <p:tag name="KSO_WM_DIAGRAM_VIRTUALLY_FRAME" val="{&quot;height&quot;:394,&quot;left&quot;:52,&quot;top&quot;:89,&quot;width&quot;:855}"/>
</p:tagLst>
</file>

<file path=ppt/tags/tag21.xml><?xml version="1.0" encoding="utf-8"?>
<p:tagLst xmlns:p="http://schemas.openxmlformats.org/presentationml/2006/main">
  <p:tag name="KSO_WM_DIAGRAM_VIRTUALLY_FRAME" val="{&quot;height&quot;:394,&quot;left&quot;:52,&quot;top&quot;:89,&quot;width&quot;:855}"/>
</p:tagLst>
</file>

<file path=ppt/tags/tag22.xml><?xml version="1.0" encoding="utf-8"?>
<p:tagLst xmlns:p="http://schemas.openxmlformats.org/presentationml/2006/main">
  <p:tag name="KSO_WM_DIAGRAM_VIRTUALLY_FRAME" val="{&quot;height&quot;:394,&quot;left&quot;:52,&quot;top&quot;:89,&quot;width&quot;:855}"/>
</p:tagLst>
</file>

<file path=ppt/tags/tag23.xml><?xml version="1.0" encoding="utf-8"?>
<p:tagLst xmlns:p="http://schemas.openxmlformats.org/presentationml/2006/main">
  <p:tag name="KSO_WM_DIAGRAM_VIRTUALLY_FRAME" val="{&quot;height&quot;:394,&quot;left&quot;:52,&quot;top&quot;:89,&quot;width&quot;:855}"/>
</p:tagLst>
</file>

<file path=ppt/tags/tag24.xml><?xml version="1.0" encoding="utf-8"?>
<p:tagLst xmlns:p="http://schemas.openxmlformats.org/presentationml/2006/main">
  <p:tag name="KSO_WM_DIAGRAM_VIRTUALLY_FRAME" val="{&quot;height&quot;:394,&quot;left&quot;:52,&quot;top&quot;:89,&quot;width&quot;:855}"/>
</p:tagLst>
</file>

<file path=ppt/tags/tag25.xml><?xml version="1.0" encoding="utf-8"?>
<p:tagLst xmlns:p="http://schemas.openxmlformats.org/presentationml/2006/main">
  <p:tag name="KSO_WM_DIAGRAM_VIRTUALLY_FRAME" val="{&quot;height&quot;:394,&quot;left&quot;:52,&quot;top&quot;:89,&quot;width&quot;:855}"/>
</p:tagLst>
</file>

<file path=ppt/tags/tag26.xml><?xml version="1.0" encoding="utf-8"?>
<p:tagLst xmlns:p="http://schemas.openxmlformats.org/presentationml/2006/main">
  <p:tag name="KSO_WM_DIAGRAM_VIRTUALLY_FRAME" val="{&quot;height&quot;:394,&quot;left&quot;:52,&quot;top&quot;:89,&quot;width&quot;:855}"/>
</p:tagLst>
</file>

<file path=ppt/tags/tag27.xml><?xml version="1.0" encoding="utf-8"?>
<p:tagLst xmlns:p="http://schemas.openxmlformats.org/presentationml/2006/main">
  <p:tag name="KSO_WM_DIAGRAM_VIRTUALLY_FRAME" val="{&quot;height&quot;:394,&quot;left&quot;:52,&quot;top&quot;:89,&quot;width&quot;:855}"/>
</p:tagLst>
</file>

<file path=ppt/tags/tag28.xml><?xml version="1.0" encoding="utf-8"?>
<p:tagLst xmlns:p="http://schemas.openxmlformats.org/presentationml/2006/main">
  <p:tag name="KSO_WM_DIAGRAM_VIRTUALLY_FRAME" val="{&quot;height&quot;:394,&quot;left&quot;:52,&quot;top&quot;:89,&quot;width&quot;:855}"/>
</p:tagLst>
</file>

<file path=ppt/tags/tag29.xml><?xml version="1.0" encoding="utf-8"?>
<p:tagLst xmlns:p="http://schemas.openxmlformats.org/presentationml/2006/main">
  <p:tag name="KSO_WM_DIAGRAM_VIRTUALLY_FRAME" val="{&quot;height&quot;:394,&quot;left&quot;:52,&quot;top&quot;:89,&quot;width&quot;:855}"/>
</p:tagLst>
</file>

<file path=ppt/tags/tag30.xml><?xml version="1.0" encoding="utf-8"?>
<p:tagLst xmlns:p="http://schemas.openxmlformats.org/presentationml/2006/main">
  <p:tag name="KSO_WM_DIAGRAM_VIRTUALLY_FRAME" val="{&quot;height&quot;:394,&quot;left&quot;:52,&quot;top&quot;:89,&quot;width&quot;:855}"/>
</p:tagLst>
</file>

<file path=ppt/tags/tag31.xml><?xml version="1.0" encoding="utf-8"?>
<p:tagLst xmlns:p="http://schemas.openxmlformats.org/presentationml/2006/main">
  <p:tag name="KSO_WM_DIAGRAM_VIRTUALLY_FRAME" val="{&quot;height&quot;:394,&quot;left&quot;:52,&quot;top&quot;:89,&quot;width&quot;:855}"/>
</p:tagLst>
</file>

<file path=ppt/tags/tag32.xml><?xml version="1.0" encoding="utf-8"?>
<p:tagLst xmlns:p="http://schemas.openxmlformats.org/presentationml/2006/main">
  <p:tag name="KSO_WM_DIAGRAM_VIRTUALLY_FRAME" val="{&quot;height&quot;:394,&quot;left&quot;:52,&quot;top&quot;:89,&quot;width&quot;:855}"/>
</p:tagLst>
</file>

<file path=ppt/tags/tag33.xml><?xml version="1.0" encoding="utf-8"?>
<p:tagLst xmlns:p="http://schemas.openxmlformats.org/presentationml/2006/main">
  <p:tag name="KSO_WM_DIAGRAM_VIRTUALLY_FRAME" val="{&quot;height&quot;:394,&quot;left&quot;:52,&quot;top&quot;:89,&quot;width&quot;:855}"/>
</p:tagLst>
</file>

<file path=ppt/tags/tag34.xml><?xml version="1.0" encoding="utf-8"?>
<p:tagLst xmlns:p="http://schemas.openxmlformats.org/presentationml/2006/main">
  <p:tag name="KSO_WM_DIAGRAM_VIRTUALLY_FRAME" val="{&quot;height&quot;:394.48062992125983,&quot;left&quot;:52,&quot;top&quot;:88.51937007874015,&quot;width&quot;:855}"/>
</p:tagLst>
</file>

<file path=ppt/tags/tag35.xml><?xml version="1.0" encoding="utf-8"?>
<p:tagLst xmlns:p="http://schemas.openxmlformats.org/presentationml/2006/main">
  <p:tag name="KSO_WM_DIAGRAM_VIRTUALLY_FRAME" val="{&quot;height&quot;:394.48062992125983,&quot;left&quot;:52,&quot;top&quot;:88.51937007874015,&quot;width&quot;:855}"/>
</p:tagLst>
</file>

<file path=ppt/tags/tag36.xml><?xml version="1.0" encoding="utf-8"?>
<p:tagLst xmlns:p="http://schemas.openxmlformats.org/presentationml/2006/main">
  <p:tag name="KSO_WM_DIAGRAM_VIRTUALLY_FRAME" val="{&quot;height&quot;:394.48062992125983,&quot;left&quot;:52,&quot;top&quot;:88.51937007874015,&quot;width&quot;:855}"/>
</p:tagLst>
</file>

<file path=ppt/tags/tag37.xml><?xml version="1.0" encoding="utf-8"?>
<p:tagLst xmlns:p="http://schemas.openxmlformats.org/presentationml/2006/main">
  <p:tag name="KSO_WM_DIAGRAM_VIRTUALLY_FRAME" val="{&quot;height&quot;:394.48062992125983,&quot;left&quot;:52,&quot;top&quot;:88.51937007874015,&quot;width&quot;:855}"/>
</p:tagLst>
</file>

<file path=ppt/tags/tag38.xml><?xml version="1.0" encoding="utf-8"?>
<p:tagLst xmlns:p="http://schemas.openxmlformats.org/presentationml/2006/main">
  <p:tag name="KSO_WM_DIAGRAM_VIRTUALLY_FRAME" val="{&quot;height&quot;:394.48062992125983,&quot;left&quot;:52,&quot;top&quot;:88.51937007874015,&quot;width&quot;:855}"/>
</p:tagLst>
</file>

<file path=ppt/tags/tag39.xml><?xml version="1.0" encoding="utf-8"?>
<p:tagLst xmlns:p="http://schemas.openxmlformats.org/presentationml/2006/main">
  <p:tag name="KSO_WM_DIAGRAM_VIRTUALLY_FRAME" val="{&quot;height&quot;:394.48062992125983,&quot;left&quot;:52,&quot;top&quot;:88.51937007874015,&quot;width&quot;:855}"/>
</p:tagLst>
</file>

<file path=ppt/tags/tag40.xml><?xml version="1.0" encoding="utf-8"?>
<p:tagLst xmlns:p="http://schemas.openxmlformats.org/presentationml/2006/main">
  <p:tag name="KSO_WM_DIAGRAM_VIRTUALLY_FRAME" val="{&quot;height&quot;:394.48062992125983,&quot;left&quot;:52,&quot;top&quot;:88.51937007874015,&quot;width&quot;:855}"/>
</p:tagLst>
</file>

<file path=ppt/tags/tag41.xml><?xml version="1.0" encoding="utf-8"?>
<p:tagLst xmlns:p="http://schemas.openxmlformats.org/presentationml/2006/main">
  <p:tag name="KSO_WM_DIAGRAM_VIRTUALLY_FRAME" val="{&quot;height&quot;:394.48062992125983,&quot;left&quot;:52,&quot;top&quot;:88.51937007874015,&quot;width&quot;:855}"/>
</p:tagLst>
</file>

<file path=ppt/tags/tag42.xml><?xml version="1.0" encoding="utf-8"?>
<p:tagLst xmlns:p="http://schemas.openxmlformats.org/presentationml/2006/main">
  <p:tag name="KSO_WM_DIAGRAM_VIRTUALLY_FRAME" val="{&quot;height&quot;:394.48062992125983,&quot;left&quot;:52,&quot;top&quot;:88.51937007874015,&quot;width&quot;:855}"/>
</p:tagLst>
</file>

<file path=ppt/tags/tag43.xml><?xml version="1.0" encoding="utf-8"?>
<p:tagLst xmlns:p="http://schemas.openxmlformats.org/presentationml/2006/main">
  <p:tag name="KSO_WM_DIAGRAM_VIRTUALLY_FRAME" val="{&quot;height&quot;:394.48062992125983,&quot;left&quot;:52,&quot;top&quot;:88.51937007874015,&quot;width&quot;:855}"/>
</p:tagLst>
</file>

<file path=ppt/tags/tag44.xml><?xml version="1.0" encoding="utf-8"?>
<p:tagLst xmlns:p="http://schemas.openxmlformats.org/presentationml/2006/main">
  <p:tag name="KSO_WM_DIAGRAM_VIRTUALLY_FRAME" val="{&quot;height&quot;:394.48062992125983,&quot;left&quot;:52,&quot;top&quot;:88.51937007874015,&quot;width&quot;:855}"/>
</p:tagLst>
</file>

<file path=ppt/tags/tag45.xml><?xml version="1.0" encoding="utf-8"?>
<p:tagLst xmlns:p="http://schemas.openxmlformats.org/presentationml/2006/main">
  <p:tag name="KSO_WM_DIAGRAM_VIRTUALLY_FRAME" val="{&quot;height&quot;:394.48062992125983,&quot;left&quot;:52,&quot;top&quot;:88.51937007874015,&quot;width&quot;:855}"/>
</p:tagLst>
</file>

<file path=ppt/tags/tag46.xml><?xml version="1.0" encoding="utf-8"?>
<p:tagLst xmlns:p="http://schemas.openxmlformats.org/presentationml/2006/main">
  <p:tag name="KSO_WM_DIAGRAM_VIRTUALLY_FRAME" val="{&quot;height&quot;:394.48062992125983,&quot;left&quot;:52,&quot;top&quot;:88.51937007874015,&quot;width&quot;:855}"/>
</p:tagLst>
</file>

<file path=ppt/tags/tag47.xml><?xml version="1.0" encoding="utf-8"?>
<p:tagLst xmlns:p="http://schemas.openxmlformats.org/presentationml/2006/main">
  <p:tag name="KSO_WM_DIAGRAM_VIRTUALLY_FRAME" val="{&quot;height&quot;:394.48062992125983,&quot;left&quot;:52,&quot;top&quot;:88.51937007874015,&quot;width&quot;:855}"/>
</p:tagLst>
</file>

<file path=ppt/tags/tag48.xml><?xml version="1.0" encoding="utf-8"?>
<p:tagLst xmlns:p="http://schemas.openxmlformats.org/presentationml/2006/main">
  <p:tag name="KSO_WM_DIAGRAM_VIRTUALLY_FRAME" val="{&quot;height&quot;:394.48062992125983,&quot;left&quot;:52,&quot;top&quot;:88.51937007874015,&quot;width&quot;:855}"/>
</p:tagLst>
</file>

<file path=ppt/tags/tag49.xml><?xml version="1.0" encoding="utf-8"?>
<p:tagLst xmlns:p="http://schemas.openxmlformats.org/presentationml/2006/main">
  <p:tag name="KSO_WM_DIAGRAM_VIRTUALLY_FRAME" val="{&quot;height&quot;:394.48062992125983,&quot;left&quot;:52,&quot;top&quot;:88.51937007874015,&quot;width&quot;:855}"/>
</p:tagLst>
</file>

<file path=ppt/tags/tag50.xml><?xml version="1.0" encoding="utf-8"?>
<p:tagLst xmlns:p="http://schemas.openxmlformats.org/presentationml/2006/main">
  <p:tag name="KSO_WM_DIAGRAM_VIRTUALLY_FRAME" val="{&quot;height&quot;:394.48062992125983,&quot;left&quot;:52,&quot;top&quot;:88.51937007874015,&quot;width&quot;:855}"/>
</p:tagLst>
</file>

<file path=ppt/tags/tag51.xml><?xml version="1.0" encoding="utf-8"?>
<p:tagLst xmlns:p="http://schemas.openxmlformats.org/presentationml/2006/main">
  <p:tag name="KSO_WM_DIAGRAM_VIRTUALLY_FRAME" val="{&quot;height&quot;:394.48062992125983,&quot;left&quot;:52,&quot;top&quot;:88.51937007874015,&quot;width&quot;:855}"/>
</p:tagLst>
</file>

<file path=ppt/tags/tag52.xml><?xml version="1.0" encoding="utf-8"?>
<p:tagLst xmlns:p="http://schemas.openxmlformats.org/presentationml/2006/main">
  <p:tag name="KSO_WM_DIAGRAM_VIRTUALLY_FRAME" val="{&quot;height&quot;:394.48062992125983,&quot;left&quot;:52,&quot;top&quot;:88.51937007874015,&quot;width&quot;:855}"/>
</p:tagLst>
</file>

<file path=ppt/tags/tag53.xml><?xml version="1.0" encoding="utf-8"?>
<p:tagLst xmlns:p="http://schemas.openxmlformats.org/presentationml/2006/main">
  <p:tag name="KSO_WM_DIAGRAM_VIRTUALLY_FRAME" val="{&quot;height&quot;:394.48062992125983,&quot;left&quot;:52,&quot;top&quot;:88.51937007874015,&quot;width&quot;:855}"/>
</p:tagLst>
</file>

<file path=ppt/tags/tag54.xml><?xml version="1.0" encoding="utf-8"?>
<p:tagLst xmlns:p="http://schemas.openxmlformats.org/presentationml/2006/main">
  <p:tag name="KSO_WM_DIAGRAM_VIRTUALLY_FRAME" val="{&quot;height&quot;:394.48062992125983,&quot;left&quot;:52,&quot;top&quot;:88.51937007874015,&quot;width&quot;:855}"/>
</p:tagLst>
</file>

<file path=ppt/tags/tag55.xml><?xml version="1.0" encoding="utf-8"?>
<p:tagLst xmlns:p="http://schemas.openxmlformats.org/presentationml/2006/main">
  <p:tag name="KSO_WM_DIAGRAM_VIRTUALLY_FRAME" val="{&quot;height&quot;:394,&quot;left&quot;:54.3,&quot;top&quot;:89,&quot;width&quot;:855}"/>
</p:tagLst>
</file>

<file path=ppt/tags/tag56.xml><?xml version="1.0" encoding="utf-8"?>
<p:tagLst xmlns:p="http://schemas.openxmlformats.org/presentationml/2006/main">
  <p:tag name="KSO_WM_DIAGRAM_VIRTUALLY_FRAME" val="{&quot;height&quot;:394,&quot;left&quot;:54.3,&quot;top&quot;:89,&quot;width&quot;:855}"/>
</p:tagLst>
</file>

<file path=ppt/tags/tag57.xml><?xml version="1.0" encoding="utf-8"?>
<p:tagLst xmlns:p="http://schemas.openxmlformats.org/presentationml/2006/main">
  <p:tag name="KSO_WM_DIAGRAM_VIRTUALLY_FRAME" val="{&quot;height&quot;:394,&quot;left&quot;:54.3,&quot;top&quot;:89,&quot;width&quot;:855}"/>
</p:tagLst>
</file>

<file path=ppt/tags/tag58.xml><?xml version="1.0" encoding="utf-8"?>
<p:tagLst xmlns:p="http://schemas.openxmlformats.org/presentationml/2006/main">
  <p:tag name="KSO_WM_DIAGRAM_VIRTUALLY_FRAME" val="{&quot;height&quot;:394,&quot;left&quot;:54.3,&quot;top&quot;:89,&quot;width&quot;:855}"/>
</p:tagLst>
</file>

<file path=ppt/tags/tag59.xml><?xml version="1.0" encoding="utf-8"?>
<p:tagLst xmlns:p="http://schemas.openxmlformats.org/presentationml/2006/main">
  <p:tag name="KSO_WM_DIAGRAM_VIRTUALLY_FRAME" val="{&quot;height&quot;:394,&quot;left&quot;:54.3,&quot;top&quot;:89,&quot;width&quot;:855}"/>
</p:tagLst>
</file>

<file path=ppt/tags/tag60.xml><?xml version="1.0" encoding="utf-8"?>
<p:tagLst xmlns:p="http://schemas.openxmlformats.org/presentationml/2006/main">
  <p:tag name="KSO_WM_DIAGRAM_VIRTUALLY_FRAME" val="{&quot;height&quot;:394,&quot;left&quot;:54.3,&quot;top&quot;:89,&quot;width&quot;:855}"/>
</p:tagLst>
</file>

<file path=ppt/tags/tag61.xml><?xml version="1.0" encoding="utf-8"?>
<p:tagLst xmlns:p="http://schemas.openxmlformats.org/presentationml/2006/main">
  <p:tag name="KSO_WM_DIAGRAM_VIRTUALLY_FRAME" val="{&quot;height&quot;:394,&quot;left&quot;:54.3,&quot;top&quot;:89,&quot;width&quot;:855}"/>
</p:tagLst>
</file>

<file path=ppt/tags/tag62.xml><?xml version="1.0" encoding="utf-8"?>
<p:tagLst xmlns:p="http://schemas.openxmlformats.org/presentationml/2006/main">
  <p:tag name="KSO_WM_DIAGRAM_VIRTUALLY_FRAME" val="{&quot;height&quot;:394,&quot;left&quot;:54.3,&quot;top&quot;:89,&quot;width&quot;:855}"/>
</p:tagLst>
</file>

<file path=ppt/tags/tag63.xml><?xml version="1.0" encoding="utf-8"?>
<p:tagLst xmlns:p="http://schemas.openxmlformats.org/presentationml/2006/main">
  <p:tag name="KSO_WM_DIAGRAM_VIRTUALLY_FRAME" val="{&quot;height&quot;:394,&quot;left&quot;:54.3,&quot;top&quot;:89,&quot;width&quot;:855}"/>
</p:tagLst>
</file>

<file path=ppt/tags/tag64.xml><?xml version="1.0" encoding="utf-8"?>
<p:tagLst xmlns:p="http://schemas.openxmlformats.org/presentationml/2006/main">
  <p:tag name="KSO_WM_DIAGRAM_VIRTUALLY_FRAME" val="{&quot;height&quot;:394,&quot;left&quot;:54.3,&quot;top&quot;:89,&quot;width&quot;:855}"/>
</p:tagLst>
</file>

<file path=ppt/tags/tag65.xml><?xml version="1.0" encoding="utf-8"?>
<p:tagLst xmlns:p="http://schemas.openxmlformats.org/presentationml/2006/main">
  <p:tag name="KSO_WM_DIAGRAM_VIRTUALLY_FRAME" val="{&quot;height&quot;:394,&quot;left&quot;:54.3,&quot;top&quot;:89,&quot;width&quot;:855}"/>
</p:tagLst>
</file>

<file path=ppt/tags/tag66.xml><?xml version="1.0" encoding="utf-8"?>
<p:tagLst xmlns:p="http://schemas.openxmlformats.org/presentationml/2006/main">
  <p:tag name="KSO_WM_DIAGRAM_VIRTUALLY_FRAME" val="{&quot;height&quot;:394,&quot;left&quot;:54.3,&quot;top&quot;:89,&quot;width&quot;:855}"/>
</p:tagLst>
</file>

<file path=ppt/tags/tag67.xml><?xml version="1.0" encoding="utf-8"?>
<p:tagLst xmlns:p="http://schemas.openxmlformats.org/presentationml/2006/main">
  <p:tag name="KSO_WM_DIAGRAM_VIRTUALLY_FRAME" val="{&quot;height&quot;:394,&quot;left&quot;:54.3,&quot;top&quot;:89,&quot;width&quot;:855}"/>
</p:tagLst>
</file>

<file path=ppt/tags/tag68.xml><?xml version="1.0" encoding="utf-8"?>
<p:tagLst xmlns:p="http://schemas.openxmlformats.org/presentationml/2006/main">
  <p:tag name="KSO_WM_DIAGRAM_VIRTUALLY_FRAME" val="{&quot;height&quot;:394,&quot;left&quot;:54.3,&quot;top&quot;:89,&quot;width&quot;:855}"/>
</p:tagLst>
</file>

<file path=ppt/tags/tag69.xml><?xml version="1.0" encoding="utf-8"?>
<p:tagLst xmlns:p="http://schemas.openxmlformats.org/presentationml/2006/main">
  <p:tag name="KSO_WM_DIAGRAM_VIRTUALLY_FRAME" val="{&quot;height&quot;:394,&quot;left&quot;:54.3,&quot;top&quot;:89,&quot;width&quot;:855}"/>
</p:tagLst>
</file>

<file path=ppt/tags/tag70.xml><?xml version="1.0" encoding="utf-8"?>
<p:tagLst xmlns:p="http://schemas.openxmlformats.org/presentationml/2006/main">
  <p:tag name="KSO_WM_DIAGRAM_VIRTUALLY_FRAME" val="{&quot;height&quot;:394,&quot;left&quot;:54.3,&quot;top&quot;:89,&quot;width&quot;:855}"/>
</p:tagLst>
</file>

<file path=ppt/tags/tag71.xml><?xml version="1.0" encoding="utf-8"?>
<p:tagLst xmlns:p="http://schemas.openxmlformats.org/presentationml/2006/main">
  <p:tag name="KSO_WM_DIAGRAM_VIRTUALLY_FRAME" val="{&quot;height&quot;:394,&quot;left&quot;:54.3,&quot;top&quot;:89,&quot;width&quot;:855}"/>
</p:tagLst>
</file>

<file path=ppt/tags/tag72.xml><?xml version="1.0" encoding="utf-8"?>
<p:tagLst xmlns:p="http://schemas.openxmlformats.org/presentationml/2006/main">
  <p:tag name="KSO_WM_DIAGRAM_VIRTUALLY_FRAME" val="{&quot;height&quot;:394,&quot;left&quot;:54.3,&quot;top&quot;:89,&quot;width&quot;:855}"/>
</p:tagLst>
</file>

<file path=ppt/tags/tag73.xml><?xml version="1.0" encoding="utf-8"?>
<p:tagLst xmlns:p="http://schemas.openxmlformats.org/presentationml/2006/main">
  <p:tag name="KSO_WM_DIAGRAM_VIRTUALLY_FRAME" val="{&quot;height&quot;:394,&quot;left&quot;:54.3,&quot;top&quot;:89,&quot;width&quot;:855}"/>
</p:tagLst>
</file>

<file path=ppt/tags/tag74.xml><?xml version="1.0" encoding="utf-8"?>
<p:tagLst xmlns:p="http://schemas.openxmlformats.org/presentationml/2006/main">
  <p:tag name="KSO_WM_DIAGRAM_VIRTUALLY_FRAME" val="{&quot;height&quot;:394,&quot;left&quot;:54.3,&quot;top&quot;:89,&quot;width&quot;:855}"/>
</p:tagLst>
</file>

<file path=ppt/tags/tag75.xml><?xml version="1.0" encoding="utf-8"?>
<p:tagLst xmlns:p="http://schemas.openxmlformats.org/presentationml/2006/main">
  <p:tag name="KSO_WM_DIAGRAM_VIRTUALLY_FRAME" val="{&quot;height&quot;:394,&quot;left&quot;:54.3,&quot;top&quot;:89,&quot;width&quot;:855}"/>
</p:tagLst>
</file>

<file path=ppt/tags/tag76.xml><?xml version="1.0" encoding="utf-8"?>
<p:tagLst xmlns:p="http://schemas.openxmlformats.org/presentationml/2006/main">
  <p:tag name="KSO_WM_DIAGRAM_VIRTUALLY_FRAME" val="{&quot;height&quot;:394,&quot;left&quot;:54.3,&quot;top&quot;:89,&quot;width&quot;:855}"/>
</p:tagLst>
</file>

<file path=ppt/tags/tag77.xml><?xml version="1.0" encoding="utf-8"?>
<p:tagLst xmlns:p="http://schemas.openxmlformats.org/presentationml/2006/main">
  <p:tag name="KSO_WM_DIAGRAM_VIRTUALLY_FRAME" val="{&quot;height&quot;:394,&quot;left&quot;:54.3,&quot;top&quot;:89,&quot;width&quot;:855}"/>
</p:tagLst>
</file>

<file path=ppt/tags/tag78.xml><?xml version="1.0" encoding="utf-8"?>
<p:tagLst xmlns:p="http://schemas.openxmlformats.org/presentationml/2006/main">
  <p:tag name="KSO_WM_DIAGRAM_VIRTUALLY_FRAME" val="{&quot;height&quot;:394,&quot;left&quot;:54.3,&quot;top&quot;:89,&quot;width&quot;:855}"/>
</p:tagLst>
</file>

<file path=ppt/tags/tag79.xml><?xml version="1.0" encoding="utf-8"?>
<p:tagLst xmlns:p="http://schemas.openxmlformats.org/presentationml/2006/main">
  <p:tag name="KSO_WM_DIAGRAM_VIRTUALLY_FRAME" val="{&quot;height&quot;:394,&quot;left&quot;:54.3,&quot;top&quot;:89,&quot;width&quot;:855}"/>
</p:tagLst>
</file>

<file path=ppt/tags/tag80.xml><?xml version="1.0" encoding="utf-8"?>
<p:tagLst xmlns:p="http://schemas.openxmlformats.org/presentationml/2006/main">
  <p:tag name="KSO_WM_DIAGRAM_VIRTUALLY_FRAME" val="{&quot;height&quot;:394,&quot;left&quot;:54.3,&quot;top&quot;:89,&quot;width&quot;:855}"/>
</p:tagLst>
</file>

<file path=ppt/tags/tag81.xml><?xml version="1.0" encoding="utf-8"?>
<p:tagLst xmlns:p="http://schemas.openxmlformats.org/presentationml/2006/main">
  <p:tag name="KSO_WM_DIAGRAM_VIRTUALLY_FRAME" val="{&quot;height&quot;:394,&quot;left&quot;:54.3,&quot;top&quot;:89,&quot;width&quot;:855}"/>
</p:tagLst>
</file>

<file path=ppt/tags/tag82.xml><?xml version="1.0" encoding="utf-8"?>
<p:tagLst xmlns:p="http://schemas.openxmlformats.org/presentationml/2006/main">
  <p:tag name="AS_NET" val="8.0.2"/>
  <p:tag name="AS_OS" val="Microsoft Windows NT 10.0.22631.0"/>
  <p:tag name="AS_RELEASE_DATE" val="2023.10.14"/>
  <p:tag name="AS_TITLE" val="Aspose.Slides for .NET6"/>
  <p:tag name="AS_VERSION" val="23.10"/>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a="http://schemas.openxmlformats.org/drawingml/2006/main" name="Designed by iSlide">
  <a:themeElements>
    <a:clrScheme name="iSlide">
      <a:dk1>
        <a:srgbClr val="2F2F2F"/>
      </a:dk1>
      <a:lt1>
        <a:srgbClr val="FFFFFF"/>
      </a:lt1>
      <a:dk2>
        <a:srgbClr val="778495"/>
      </a:dk2>
      <a:lt2>
        <a:srgbClr val="F0F0F0"/>
      </a:lt2>
      <a:accent1>
        <a:srgbClr val="3979FF"/>
      </a:accent1>
      <a:accent2>
        <a:srgbClr val="1552CA"/>
      </a:accent2>
      <a:accent3>
        <a:srgbClr val="5998B2"/>
      </a:accent3>
      <a:accent4>
        <a:srgbClr val="FFD95A"/>
      </a:accent4>
      <a:accent5>
        <a:srgbClr val="ACACAC"/>
      </a:accent5>
      <a:accent6>
        <a:srgbClr val="838383"/>
      </a:accent6>
      <a:hlink>
        <a:srgbClr val="F84D4D"/>
      </a:hlink>
      <a:folHlink>
        <a:srgbClr val="979797"/>
      </a:folHlink>
    </a:clrScheme>
    <a:fontScheme name="iSlide">
      <a:majorFont>
        <a:latin typeface="Arial"/>
        <a:ea typeface="微软雅黑"/>
        <a:cs typeface="Arial"/>
      </a:majorFont>
      <a:minorFont>
        <a:latin typeface="Arial"/>
        <a:ea typeface="微软雅黑"/>
        <a:cs typeface="Arial"/>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 Presentation Template</Template>
  <TotalTime>0</TotalTime>
  <Words>1792</Words>
  <Application>WPS 演示</Application>
  <PresentationFormat>宽屏</PresentationFormat>
  <Paragraphs>282</Paragraphs>
  <Slides>13</Slides>
  <Notes>0</Notes>
  <HiddenSlides>7</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宋体</vt:lpstr>
      <vt:lpstr>Wingdings</vt:lpstr>
      <vt:lpstr>微软雅黑</vt:lpstr>
      <vt:lpstr>Arial</vt:lpstr>
      <vt:lpstr>Arial Unicode MS</vt:lpstr>
      <vt:lpstr>Calibri</vt:lpstr>
      <vt:lpstr>Designed by iSlide</vt:lpstr>
      <vt:lpstr>基于超声波测距原理的液位监控系统设计</vt:lpstr>
      <vt:lpstr>目录</vt:lpstr>
      <vt:lpstr>课题概述</vt:lpstr>
      <vt:lpstr>研究内容</vt:lpstr>
      <vt:lpstr>研究内容</vt:lpstr>
      <vt:lpstr>流程图如下</vt:lpstr>
      <vt:lpstr>重点与难点</vt:lpstr>
      <vt:lpstr>准备情况</vt:lpstr>
      <vt:lpstr>调研情况</vt:lpstr>
      <vt:lpstr>实施方案</vt:lpstr>
      <vt:lpstr>实施方案</vt:lpstr>
      <vt:lpstr>进度实施计划</vt:lpstr>
      <vt:lpstr>谢谢观看</vt:lpstr>
    </vt:vector>
  </TitlesOfParts>
  <Company>iSlide</Company>
  <LinksUpToDate>false</LinksUpToDate>
  <SharedDoc>false</SharedDoc>
  <HyperlinksChanged>false</HyperlinksChanged>
  <AppVersion>14.0000</AppVersion>
  <Manager>iSlide</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iSlide</dc:creator>
  <cp:lastModifiedBy>差点感觉</cp:lastModifiedBy>
  <cp:revision>3</cp:revision>
  <cp:lastPrinted>2024-02-05T00:00:00Z</cp:lastPrinted>
  <dcterms:created xsi:type="dcterms:W3CDTF">2024-02-05T00:00:00Z</dcterms:created>
  <dcterms:modified xsi:type="dcterms:W3CDTF">2026-01-04T06:53:22Z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6f67c743-1c14-4679-bab8-5f1eb308eb36</vt:lpwstr>
  </property>
  <property fmtid="{D5CDD505-2E9C-101B-9397-08002B2CF9AE}" pid="3" name="KSOProductBuildVer">
    <vt:lpwstr>2052-12.1.0.24034</vt:lpwstr>
  </property>
  <property fmtid="{D5CDD505-2E9C-101B-9397-08002B2CF9AE}" pid="4" name="ICV">
    <vt:lpwstr>BDF1D56A449D47D5BC66C96D4982683A_13</vt:lpwstr>
  </property>
</Properties>
</file>