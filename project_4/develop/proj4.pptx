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20"/>
  </p:handoutMasterIdLst>
  <p:sldIdLst>
    <p:sldId id="256" r:id="rId3"/>
    <p:sldId id="269" r:id="rId4"/>
    <p:sldId id="258" r:id="rId5"/>
    <p:sldId id="270" r:id="rId6"/>
    <p:sldId id="271" r:id="rId7"/>
    <p:sldId id="272" r:id="rId8"/>
    <p:sldId id="275" r:id="rId9"/>
    <p:sldId id="276" r:id="rId10"/>
    <p:sldId id="273" r:id="rId11"/>
    <p:sldId id="274" r:id="rId12"/>
    <p:sldId id="284" r:id="rId13"/>
    <p:sldId id="280" r:id="rId15"/>
    <p:sldId id="281" r:id="rId16"/>
    <p:sldId id="282" r:id="rId17"/>
    <p:sldId id="283" r:id="rId18"/>
    <p:sldId id="261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A40000"/>
    <a:srgbClr val="9E0000"/>
    <a:srgbClr val="C7450B"/>
    <a:srgbClr val="E24E0C"/>
    <a:srgbClr val="DC6140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6200" autoAdjust="0"/>
  </p:normalViewPr>
  <p:slideViewPr>
    <p:cSldViewPr snapToGrid="0">
      <p:cViewPr>
        <p:scale>
          <a:sx n="66" d="100"/>
          <a:sy n="66" d="100"/>
        </p:scale>
        <p:origin x="260" y="5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40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>
          <a:xfrm>
            <a:off x="3027975" y="-25398"/>
            <a:ext cx="9164025" cy="6900816"/>
          </a:xfrm>
          <a:custGeom>
            <a:avLst/>
            <a:gdLst>
              <a:gd name="connsiteX0" fmla="*/ 7232663 w 9285945"/>
              <a:gd name="connsiteY0" fmla="*/ 0 h 6883399"/>
              <a:gd name="connsiteX1" fmla="*/ 9285945 w 9285945"/>
              <a:gd name="connsiteY1" fmla="*/ 0 h 6883399"/>
              <a:gd name="connsiteX2" fmla="*/ 9285945 w 9285945"/>
              <a:gd name="connsiteY2" fmla="*/ 5167071 h 6883399"/>
              <a:gd name="connsiteX3" fmla="*/ 7482530 w 9285945"/>
              <a:gd name="connsiteY3" fmla="*/ 6883399 h 6883399"/>
              <a:gd name="connsiteX4" fmla="*/ 0 w 9285945"/>
              <a:gd name="connsiteY4" fmla="*/ 6883399 h 6883399"/>
              <a:gd name="connsiteX0-1" fmla="*/ 7345875 w 9285945"/>
              <a:gd name="connsiteY0-2" fmla="*/ 17417 h 6883399"/>
              <a:gd name="connsiteX1-3" fmla="*/ 9285945 w 9285945"/>
              <a:gd name="connsiteY1-4" fmla="*/ 0 h 6883399"/>
              <a:gd name="connsiteX2-5" fmla="*/ 9285945 w 9285945"/>
              <a:gd name="connsiteY2-6" fmla="*/ 5167071 h 6883399"/>
              <a:gd name="connsiteX3-7" fmla="*/ 7482530 w 9285945"/>
              <a:gd name="connsiteY3-8" fmla="*/ 6883399 h 6883399"/>
              <a:gd name="connsiteX4-9" fmla="*/ 0 w 9285945"/>
              <a:gd name="connsiteY4-10" fmla="*/ 6883399 h 6883399"/>
              <a:gd name="connsiteX5" fmla="*/ 7345875 w 9285945"/>
              <a:gd name="connsiteY5" fmla="*/ 17417 h 6883399"/>
              <a:gd name="connsiteX0-11" fmla="*/ 7223955 w 9164025"/>
              <a:gd name="connsiteY0-12" fmla="*/ 17417 h 6900816"/>
              <a:gd name="connsiteX1-13" fmla="*/ 9164025 w 9164025"/>
              <a:gd name="connsiteY1-14" fmla="*/ 0 h 6900816"/>
              <a:gd name="connsiteX2-15" fmla="*/ 9164025 w 9164025"/>
              <a:gd name="connsiteY2-16" fmla="*/ 5167071 h 6900816"/>
              <a:gd name="connsiteX3-17" fmla="*/ 7360610 w 9164025"/>
              <a:gd name="connsiteY3-18" fmla="*/ 6883399 h 6900816"/>
              <a:gd name="connsiteX4-19" fmla="*/ 0 w 9164025"/>
              <a:gd name="connsiteY4-20" fmla="*/ 6900816 h 6900816"/>
              <a:gd name="connsiteX5-21" fmla="*/ 7223955 w 9164025"/>
              <a:gd name="connsiteY5-22" fmla="*/ 17417 h 69008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9164025" h="6900816">
                <a:moveTo>
                  <a:pt x="7223955" y="17417"/>
                </a:moveTo>
                <a:lnTo>
                  <a:pt x="9164025" y="0"/>
                </a:lnTo>
                <a:lnTo>
                  <a:pt x="9164025" y="5167071"/>
                </a:lnTo>
                <a:lnTo>
                  <a:pt x="7360610" y="6883399"/>
                </a:lnTo>
                <a:lnTo>
                  <a:pt x="0" y="6900816"/>
                </a:lnTo>
                <a:lnTo>
                  <a:pt x="7223955" y="1741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0" y="0"/>
            <a:ext cx="10069945" cy="6896052"/>
          </a:xfrm>
          <a:custGeom>
            <a:avLst/>
            <a:gdLst>
              <a:gd name="connsiteX0" fmla="*/ 15959 w 10069945"/>
              <a:gd name="connsiteY0" fmla="*/ 0 h 6896052"/>
              <a:gd name="connsiteX1" fmla="*/ 10069945 w 10069945"/>
              <a:gd name="connsiteY1" fmla="*/ 0 h 6896052"/>
              <a:gd name="connsiteX2" fmla="*/ 3057287 w 10069945"/>
              <a:gd name="connsiteY2" fmla="*/ 6883399 h 6896052"/>
              <a:gd name="connsiteX3" fmla="*/ 0 w 10069945"/>
              <a:gd name="connsiteY3" fmla="*/ 6896052 h 6896052"/>
              <a:gd name="connsiteX4" fmla="*/ 15959 w 10069945"/>
              <a:gd name="connsiteY4" fmla="*/ 0 h 6896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9945" h="6896052">
                <a:moveTo>
                  <a:pt x="15959" y="0"/>
                </a:moveTo>
                <a:lnTo>
                  <a:pt x="10069945" y="0"/>
                </a:lnTo>
                <a:lnTo>
                  <a:pt x="3057287" y="6883399"/>
                </a:lnTo>
                <a:lnTo>
                  <a:pt x="0" y="6896052"/>
                </a:lnTo>
                <a:cubicBezTo>
                  <a:pt x="5319" y="4597369"/>
                  <a:pt x="10640" y="2298684"/>
                  <a:pt x="1595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 dirty="0"/>
          </a:p>
        </p:txBody>
      </p:sp>
      <p:sp>
        <p:nvSpPr>
          <p:cNvPr id="20" name="平行四边形 19"/>
          <p:cNvSpPr/>
          <p:nvPr userDrawn="1"/>
        </p:nvSpPr>
        <p:spPr>
          <a:xfrm>
            <a:off x="2869427" y="-25399"/>
            <a:ext cx="7409115" cy="6883399"/>
          </a:xfrm>
          <a:prstGeom prst="parallelogram">
            <a:avLst>
              <a:gd name="adj" fmla="val 10486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 userDrawn="1"/>
        </p:nvSpPr>
        <p:spPr>
          <a:xfrm rot="10800000" flipH="1">
            <a:off x="2" y="-3"/>
            <a:ext cx="840126" cy="800271"/>
          </a:xfrm>
          <a:custGeom>
            <a:avLst/>
            <a:gdLst>
              <a:gd name="connsiteX0" fmla="*/ 0 w 8941515"/>
              <a:gd name="connsiteY0" fmla="*/ 8517338 h 8517338"/>
              <a:gd name="connsiteX1" fmla="*/ 8941515 w 8941515"/>
              <a:gd name="connsiteY1" fmla="*/ 8517338 h 8517338"/>
              <a:gd name="connsiteX2" fmla="*/ 0 w 8941515"/>
              <a:gd name="connsiteY2" fmla="*/ 0 h 8517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41515" h="8517338">
                <a:moveTo>
                  <a:pt x="0" y="8517338"/>
                </a:moveTo>
                <a:lnTo>
                  <a:pt x="8941515" y="85173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572490" y="2856990"/>
            <a:ext cx="38779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 flipV="1">
            <a:off x="264319" y="6456398"/>
            <a:ext cx="575809" cy="6097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 flipV="1">
            <a:off x="-22466" y="5713632"/>
            <a:ext cx="1258513" cy="1287243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 userDrawn="1"/>
        </p:nvGrpSpPr>
        <p:grpSpPr>
          <a:xfrm>
            <a:off x="691284" y="218973"/>
            <a:ext cx="2564358" cy="422472"/>
            <a:chOff x="375330" y="714579"/>
            <a:chExt cx="2564358" cy="422472"/>
          </a:xfrm>
        </p:grpSpPr>
        <p:sp>
          <p:nvSpPr>
            <p:cNvPr id="26" name="文本框 25"/>
            <p:cNvSpPr txBox="1"/>
            <p:nvPr/>
          </p:nvSpPr>
          <p:spPr>
            <a:xfrm>
              <a:off x="797702" y="983163"/>
              <a:ext cx="2141986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400" b="1" dirty="0">
                  <a:solidFill>
                    <a:schemeClr val="accent1"/>
                  </a:solidFill>
                  <a:latin typeface="+mj-ea"/>
                  <a:ea typeface="+mj-ea"/>
                </a:rPr>
                <a:t>GUNLIN UNIVERSITY OF ELECTRONIC TECHNOLOGY</a:t>
              </a:r>
              <a:endParaRPr lang="zh-CN" altLang="en-US" sz="4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843279" y="743400"/>
              <a:ext cx="2040247" cy="265084"/>
              <a:chOff x="3451226" y="1804988"/>
              <a:chExt cx="7208838" cy="936626"/>
            </a:xfrm>
            <a:solidFill>
              <a:schemeClr val="accent1"/>
            </a:solidFill>
          </p:grpSpPr>
          <p:sp>
            <p:nvSpPr>
              <p:cNvPr id="92" name="任意多边形: 形状 91"/>
              <p:cNvSpPr/>
              <p:nvPr/>
            </p:nvSpPr>
            <p:spPr bwMode="auto">
              <a:xfrm>
                <a:off x="3451226" y="1876426"/>
                <a:ext cx="490538" cy="728663"/>
              </a:xfrm>
              <a:custGeom>
                <a:avLst/>
                <a:gdLst>
                  <a:gd name="T0" fmla="*/ 184 w 319"/>
                  <a:gd name="T1" fmla="*/ 100 h 473"/>
                  <a:gd name="T2" fmla="*/ 222 w 319"/>
                  <a:gd name="T3" fmla="*/ 20 h 473"/>
                  <a:gd name="T4" fmla="*/ 256 w 319"/>
                  <a:gd name="T5" fmla="*/ 38 h 473"/>
                  <a:gd name="T6" fmla="*/ 267 w 319"/>
                  <a:gd name="T7" fmla="*/ 91 h 473"/>
                  <a:gd name="T8" fmla="*/ 318 w 319"/>
                  <a:gd name="T9" fmla="*/ 126 h 473"/>
                  <a:gd name="T10" fmla="*/ 289 w 319"/>
                  <a:gd name="T11" fmla="*/ 156 h 473"/>
                  <a:gd name="T12" fmla="*/ 209 w 319"/>
                  <a:gd name="T13" fmla="*/ 209 h 473"/>
                  <a:gd name="T14" fmla="*/ 216 w 319"/>
                  <a:gd name="T15" fmla="*/ 245 h 473"/>
                  <a:gd name="T16" fmla="*/ 275 w 319"/>
                  <a:gd name="T17" fmla="*/ 209 h 473"/>
                  <a:gd name="T18" fmla="*/ 271 w 319"/>
                  <a:gd name="T19" fmla="*/ 257 h 473"/>
                  <a:gd name="T20" fmla="*/ 199 w 319"/>
                  <a:gd name="T21" fmla="*/ 321 h 473"/>
                  <a:gd name="T22" fmla="*/ 189 w 319"/>
                  <a:gd name="T23" fmla="*/ 472 h 473"/>
                  <a:gd name="T24" fmla="*/ 146 w 319"/>
                  <a:gd name="T25" fmla="*/ 458 h 473"/>
                  <a:gd name="T26" fmla="*/ 130 w 319"/>
                  <a:gd name="T27" fmla="*/ 418 h 473"/>
                  <a:gd name="T28" fmla="*/ 128 w 319"/>
                  <a:gd name="T29" fmla="*/ 374 h 473"/>
                  <a:gd name="T30" fmla="*/ 101 w 319"/>
                  <a:gd name="T31" fmla="*/ 382 h 473"/>
                  <a:gd name="T32" fmla="*/ 44 w 319"/>
                  <a:gd name="T33" fmla="*/ 399 h 473"/>
                  <a:gd name="T34" fmla="*/ 45 w 319"/>
                  <a:gd name="T35" fmla="*/ 335 h 473"/>
                  <a:gd name="T36" fmla="*/ 109 w 319"/>
                  <a:gd name="T37" fmla="*/ 272 h 473"/>
                  <a:gd name="T38" fmla="*/ 152 w 319"/>
                  <a:gd name="T39" fmla="*/ 244 h 473"/>
                  <a:gd name="T40" fmla="*/ 137 w 319"/>
                  <a:gd name="T41" fmla="*/ 211 h 473"/>
                  <a:gd name="T42" fmla="*/ 26 w 319"/>
                  <a:gd name="T43" fmla="*/ 201 h 473"/>
                  <a:gd name="T44" fmla="*/ 29 w 319"/>
                  <a:gd name="T45" fmla="*/ 158 h 473"/>
                  <a:gd name="T46" fmla="*/ 184 w 319"/>
                  <a:gd name="T47" fmla="*/ 100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19" h="473">
                    <a:moveTo>
                      <a:pt x="184" y="100"/>
                    </a:moveTo>
                    <a:cubicBezTo>
                      <a:pt x="184" y="100"/>
                      <a:pt x="208" y="40"/>
                      <a:pt x="222" y="20"/>
                    </a:cubicBezTo>
                    <a:cubicBezTo>
                      <a:pt x="236" y="0"/>
                      <a:pt x="256" y="10"/>
                      <a:pt x="256" y="38"/>
                    </a:cubicBezTo>
                    <a:cubicBezTo>
                      <a:pt x="256" y="66"/>
                      <a:pt x="249" y="78"/>
                      <a:pt x="267" y="91"/>
                    </a:cubicBezTo>
                    <a:cubicBezTo>
                      <a:pt x="285" y="104"/>
                      <a:pt x="318" y="110"/>
                      <a:pt x="318" y="126"/>
                    </a:cubicBezTo>
                    <a:cubicBezTo>
                      <a:pt x="318" y="142"/>
                      <a:pt x="319" y="145"/>
                      <a:pt x="289" y="156"/>
                    </a:cubicBezTo>
                    <a:cubicBezTo>
                      <a:pt x="259" y="167"/>
                      <a:pt x="214" y="188"/>
                      <a:pt x="209" y="209"/>
                    </a:cubicBezTo>
                    <a:cubicBezTo>
                      <a:pt x="204" y="230"/>
                      <a:pt x="197" y="257"/>
                      <a:pt x="216" y="245"/>
                    </a:cubicBezTo>
                    <a:cubicBezTo>
                      <a:pt x="235" y="233"/>
                      <a:pt x="271" y="214"/>
                      <a:pt x="275" y="209"/>
                    </a:cubicBezTo>
                    <a:cubicBezTo>
                      <a:pt x="279" y="204"/>
                      <a:pt x="281" y="243"/>
                      <a:pt x="271" y="257"/>
                    </a:cubicBezTo>
                    <a:cubicBezTo>
                      <a:pt x="261" y="271"/>
                      <a:pt x="205" y="311"/>
                      <a:pt x="199" y="321"/>
                    </a:cubicBezTo>
                    <a:cubicBezTo>
                      <a:pt x="193" y="331"/>
                      <a:pt x="188" y="439"/>
                      <a:pt x="189" y="472"/>
                    </a:cubicBezTo>
                    <a:cubicBezTo>
                      <a:pt x="189" y="472"/>
                      <a:pt x="154" y="473"/>
                      <a:pt x="146" y="458"/>
                    </a:cubicBezTo>
                    <a:cubicBezTo>
                      <a:pt x="138" y="443"/>
                      <a:pt x="130" y="423"/>
                      <a:pt x="130" y="418"/>
                    </a:cubicBezTo>
                    <a:cubicBezTo>
                      <a:pt x="130" y="413"/>
                      <a:pt x="128" y="374"/>
                      <a:pt x="128" y="374"/>
                    </a:cubicBezTo>
                    <a:cubicBezTo>
                      <a:pt x="128" y="374"/>
                      <a:pt x="107" y="371"/>
                      <a:pt x="101" y="382"/>
                    </a:cubicBezTo>
                    <a:cubicBezTo>
                      <a:pt x="95" y="393"/>
                      <a:pt x="58" y="415"/>
                      <a:pt x="44" y="399"/>
                    </a:cubicBezTo>
                    <a:cubicBezTo>
                      <a:pt x="30" y="383"/>
                      <a:pt x="31" y="351"/>
                      <a:pt x="45" y="335"/>
                    </a:cubicBezTo>
                    <a:cubicBezTo>
                      <a:pt x="59" y="319"/>
                      <a:pt x="105" y="276"/>
                      <a:pt x="109" y="272"/>
                    </a:cubicBezTo>
                    <a:cubicBezTo>
                      <a:pt x="113" y="268"/>
                      <a:pt x="151" y="255"/>
                      <a:pt x="152" y="244"/>
                    </a:cubicBezTo>
                    <a:cubicBezTo>
                      <a:pt x="153" y="233"/>
                      <a:pt x="163" y="198"/>
                      <a:pt x="137" y="211"/>
                    </a:cubicBezTo>
                    <a:cubicBezTo>
                      <a:pt x="115" y="222"/>
                      <a:pt x="50" y="234"/>
                      <a:pt x="26" y="201"/>
                    </a:cubicBezTo>
                    <a:cubicBezTo>
                      <a:pt x="2" y="168"/>
                      <a:pt x="0" y="149"/>
                      <a:pt x="29" y="158"/>
                    </a:cubicBezTo>
                    <a:cubicBezTo>
                      <a:pt x="58" y="167"/>
                      <a:pt x="166" y="119"/>
                      <a:pt x="184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 bwMode="auto">
              <a:xfrm>
                <a:off x="3914776" y="1822451"/>
                <a:ext cx="384175" cy="815975"/>
              </a:xfrm>
              <a:custGeom>
                <a:avLst/>
                <a:gdLst>
                  <a:gd name="T0" fmla="*/ 106 w 250"/>
                  <a:gd name="T1" fmla="*/ 118 h 529"/>
                  <a:gd name="T2" fmla="*/ 126 w 250"/>
                  <a:gd name="T3" fmla="*/ 34 h 529"/>
                  <a:gd name="T4" fmla="*/ 161 w 250"/>
                  <a:gd name="T5" fmla="*/ 20 h 529"/>
                  <a:gd name="T6" fmla="*/ 162 w 250"/>
                  <a:gd name="T7" fmla="*/ 69 h 529"/>
                  <a:gd name="T8" fmla="*/ 151 w 250"/>
                  <a:gd name="T9" fmla="*/ 111 h 529"/>
                  <a:gd name="T10" fmla="*/ 176 w 250"/>
                  <a:gd name="T11" fmla="*/ 110 h 529"/>
                  <a:gd name="T12" fmla="*/ 233 w 250"/>
                  <a:gd name="T13" fmla="*/ 96 h 529"/>
                  <a:gd name="T14" fmla="*/ 227 w 250"/>
                  <a:gd name="T15" fmla="*/ 125 h 529"/>
                  <a:gd name="T16" fmla="*/ 152 w 250"/>
                  <a:gd name="T17" fmla="*/ 139 h 529"/>
                  <a:gd name="T18" fmla="*/ 141 w 250"/>
                  <a:gd name="T19" fmla="*/ 162 h 529"/>
                  <a:gd name="T20" fmla="*/ 136 w 250"/>
                  <a:gd name="T21" fmla="*/ 206 h 529"/>
                  <a:gd name="T22" fmla="*/ 216 w 250"/>
                  <a:gd name="T23" fmla="*/ 217 h 529"/>
                  <a:gd name="T24" fmla="*/ 192 w 250"/>
                  <a:gd name="T25" fmla="*/ 250 h 529"/>
                  <a:gd name="T26" fmla="*/ 157 w 250"/>
                  <a:gd name="T27" fmla="*/ 256 h 529"/>
                  <a:gd name="T28" fmla="*/ 142 w 250"/>
                  <a:gd name="T29" fmla="*/ 297 h 529"/>
                  <a:gd name="T30" fmla="*/ 167 w 250"/>
                  <a:gd name="T31" fmla="*/ 324 h 529"/>
                  <a:gd name="T32" fmla="*/ 201 w 250"/>
                  <a:gd name="T33" fmla="*/ 381 h 529"/>
                  <a:gd name="T34" fmla="*/ 180 w 250"/>
                  <a:gd name="T35" fmla="*/ 436 h 529"/>
                  <a:gd name="T36" fmla="*/ 202 w 250"/>
                  <a:gd name="T37" fmla="*/ 508 h 529"/>
                  <a:gd name="T38" fmla="*/ 128 w 250"/>
                  <a:gd name="T39" fmla="*/ 489 h 529"/>
                  <a:gd name="T40" fmla="*/ 88 w 250"/>
                  <a:gd name="T41" fmla="*/ 473 h 529"/>
                  <a:gd name="T42" fmla="*/ 78 w 250"/>
                  <a:gd name="T43" fmla="*/ 401 h 529"/>
                  <a:gd name="T44" fmla="*/ 80 w 250"/>
                  <a:gd name="T45" fmla="*/ 362 h 529"/>
                  <a:gd name="T46" fmla="*/ 18 w 250"/>
                  <a:gd name="T47" fmla="*/ 345 h 529"/>
                  <a:gd name="T48" fmla="*/ 38 w 250"/>
                  <a:gd name="T49" fmla="*/ 317 h 529"/>
                  <a:gd name="T50" fmla="*/ 93 w 250"/>
                  <a:gd name="T51" fmla="*/ 320 h 529"/>
                  <a:gd name="T52" fmla="*/ 109 w 250"/>
                  <a:gd name="T53" fmla="*/ 276 h 529"/>
                  <a:gd name="T54" fmla="*/ 66 w 250"/>
                  <a:gd name="T55" fmla="*/ 261 h 529"/>
                  <a:gd name="T56" fmla="*/ 46 w 250"/>
                  <a:gd name="T57" fmla="*/ 273 h 529"/>
                  <a:gd name="T58" fmla="*/ 8 w 250"/>
                  <a:gd name="T59" fmla="*/ 273 h 529"/>
                  <a:gd name="T60" fmla="*/ 23 w 250"/>
                  <a:gd name="T61" fmla="*/ 231 h 529"/>
                  <a:gd name="T62" fmla="*/ 87 w 250"/>
                  <a:gd name="T63" fmla="*/ 211 h 529"/>
                  <a:gd name="T64" fmla="*/ 79 w 250"/>
                  <a:gd name="T65" fmla="*/ 168 h 529"/>
                  <a:gd name="T66" fmla="*/ 56 w 250"/>
                  <a:gd name="T67" fmla="*/ 139 h 529"/>
                  <a:gd name="T68" fmla="*/ 106 w 250"/>
                  <a:gd name="T69" fmla="*/ 118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50" h="529">
                    <a:moveTo>
                      <a:pt x="106" y="118"/>
                    </a:moveTo>
                    <a:cubicBezTo>
                      <a:pt x="106" y="118"/>
                      <a:pt x="119" y="47"/>
                      <a:pt x="126" y="34"/>
                    </a:cubicBezTo>
                    <a:cubicBezTo>
                      <a:pt x="133" y="21"/>
                      <a:pt x="148" y="0"/>
                      <a:pt x="161" y="20"/>
                    </a:cubicBezTo>
                    <a:cubicBezTo>
                      <a:pt x="174" y="40"/>
                      <a:pt x="173" y="53"/>
                      <a:pt x="162" y="69"/>
                    </a:cubicBezTo>
                    <a:cubicBezTo>
                      <a:pt x="151" y="85"/>
                      <a:pt x="151" y="107"/>
                      <a:pt x="151" y="111"/>
                    </a:cubicBezTo>
                    <a:cubicBezTo>
                      <a:pt x="151" y="115"/>
                      <a:pt x="170" y="112"/>
                      <a:pt x="176" y="110"/>
                    </a:cubicBezTo>
                    <a:cubicBezTo>
                      <a:pt x="201" y="99"/>
                      <a:pt x="221" y="92"/>
                      <a:pt x="233" y="96"/>
                    </a:cubicBezTo>
                    <a:cubicBezTo>
                      <a:pt x="242" y="99"/>
                      <a:pt x="250" y="113"/>
                      <a:pt x="227" y="125"/>
                    </a:cubicBezTo>
                    <a:cubicBezTo>
                      <a:pt x="188" y="147"/>
                      <a:pt x="152" y="139"/>
                      <a:pt x="152" y="139"/>
                    </a:cubicBezTo>
                    <a:cubicBezTo>
                      <a:pt x="152" y="139"/>
                      <a:pt x="145" y="142"/>
                      <a:pt x="141" y="162"/>
                    </a:cubicBezTo>
                    <a:cubicBezTo>
                      <a:pt x="137" y="182"/>
                      <a:pt x="136" y="206"/>
                      <a:pt x="136" y="206"/>
                    </a:cubicBezTo>
                    <a:cubicBezTo>
                      <a:pt x="136" y="206"/>
                      <a:pt x="206" y="204"/>
                      <a:pt x="216" y="217"/>
                    </a:cubicBezTo>
                    <a:cubicBezTo>
                      <a:pt x="226" y="230"/>
                      <a:pt x="226" y="265"/>
                      <a:pt x="192" y="250"/>
                    </a:cubicBezTo>
                    <a:cubicBezTo>
                      <a:pt x="167" y="243"/>
                      <a:pt x="167" y="246"/>
                      <a:pt x="157" y="256"/>
                    </a:cubicBezTo>
                    <a:cubicBezTo>
                      <a:pt x="147" y="266"/>
                      <a:pt x="136" y="273"/>
                      <a:pt x="142" y="297"/>
                    </a:cubicBezTo>
                    <a:cubicBezTo>
                      <a:pt x="148" y="321"/>
                      <a:pt x="154" y="322"/>
                      <a:pt x="167" y="324"/>
                    </a:cubicBezTo>
                    <a:cubicBezTo>
                      <a:pt x="180" y="326"/>
                      <a:pt x="219" y="339"/>
                      <a:pt x="201" y="381"/>
                    </a:cubicBezTo>
                    <a:cubicBezTo>
                      <a:pt x="201" y="381"/>
                      <a:pt x="158" y="418"/>
                      <a:pt x="180" y="436"/>
                    </a:cubicBezTo>
                    <a:cubicBezTo>
                      <a:pt x="201" y="453"/>
                      <a:pt x="222" y="486"/>
                      <a:pt x="202" y="508"/>
                    </a:cubicBezTo>
                    <a:cubicBezTo>
                      <a:pt x="182" y="529"/>
                      <a:pt x="145" y="493"/>
                      <a:pt x="128" y="489"/>
                    </a:cubicBezTo>
                    <a:cubicBezTo>
                      <a:pt x="110" y="485"/>
                      <a:pt x="105" y="485"/>
                      <a:pt x="88" y="473"/>
                    </a:cubicBezTo>
                    <a:cubicBezTo>
                      <a:pt x="70" y="461"/>
                      <a:pt x="57" y="424"/>
                      <a:pt x="78" y="401"/>
                    </a:cubicBezTo>
                    <a:cubicBezTo>
                      <a:pt x="100" y="378"/>
                      <a:pt x="136" y="361"/>
                      <a:pt x="80" y="362"/>
                    </a:cubicBezTo>
                    <a:cubicBezTo>
                      <a:pt x="24" y="364"/>
                      <a:pt x="18" y="345"/>
                      <a:pt x="18" y="345"/>
                    </a:cubicBezTo>
                    <a:cubicBezTo>
                      <a:pt x="18" y="345"/>
                      <a:pt x="2" y="294"/>
                      <a:pt x="38" y="317"/>
                    </a:cubicBezTo>
                    <a:cubicBezTo>
                      <a:pt x="38" y="317"/>
                      <a:pt x="80" y="328"/>
                      <a:pt x="93" y="320"/>
                    </a:cubicBezTo>
                    <a:cubicBezTo>
                      <a:pt x="106" y="312"/>
                      <a:pt x="109" y="276"/>
                      <a:pt x="109" y="276"/>
                    </a:cubicBezTo>
                    <a:cubicBezTo>
                      <a:pt x="109" y="276"/>
                      <a:pt x="122" y="250"/>
                      <a:pt x="66" y="261"/>
                    </a:cubicBezTo>
                    <a:cubicBezTo>
                      <a:pt x="66" y="261"/>
                      <a:pt x="51" y="262"/>
                      <a:pt x="46" y="273"/>
                    </a:cubicBezTo>
                    <a:cubicBezTo>
                      <a:pt x="42" y="284"/>
                      <a:pt x="15" y="284"/>
                      <a:pt x="8" y="273"/>
                    </a:cubicBezTo>
                    <a:cubicBezTo>
                      <a:pt x="0" y="262"/>
                      <a:pt x="1" y="230"/>
                      <a:pt x="23" y="231"/>
                    </a:cubicBezTo>
                    <a:cubicBezTo>
                      <a:pt x="45" y="232"/>
                      <a:pt x="82" y="222"/>
                      <a:pt x="87" y="211"/>
                    </a:cubicBezTo>
                    <a:cubicBezTo>
                      <a:pt x="92" y="200"/>
                      <a:pt x="98" y="174"/>
                      <a:pt x="79" y="168"/>
                    </a:cubicBezTo>
                    <a:cubicBezTo>
                      <a:pt x="60" y="161"/>
                      <a:pt x="44" y="154"/>
                      <a:pt x="56" y="139"/>
                    </a:cubicBezTo>
                    <a:cubicBezTo>
                      <a:pt x="68" y="124"/>
                      <a:pt x="92" y="136"/>
                      <a:pt x="106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 bwMode="auto">
              <a:xfrm>
                <a:off x="4387851" y="1905001"/>
                <a:ext cx="471488" cy="647700"/>
              </a:xfrm>
              <a:custGeom>
                <a:avLst/>
                <a:gdLst>
                  <a:gd name="T0" fmla="*/ 269 w 307"/>
                  <a:gd name="T1" fmla="*/ 4 h 420"/>
                  <a:gd name="T2" fmla="*/ 306 w 307"/>
                  <a:gd name="T3" fmla="*/ 24 h 420"/>
                  <a:gd name="T4" fmla="*/ 283 w 307"/>
                  <a:gd name="T5" fmla="*/ 70 h 420"/>
                  <a:gd name="T6" fmla="*/ 281 w 307"/>
                  <a:gd name="T7" fmla="*/ 111 h 420"/>
                  <a:gd name="T8" fmla="*/ 268 w 307"/>
                  <a:gd name="T9" fmla="*/ 152 h 420"/>
                  <a:gd name="T10" fmla="*/ 256 w 307"/>
                  <a:gd name="T11" fmla="*/ 208 h 420"/>
                  <a:gd name="T12" fmla="*/ 282 w 307"/>
                  <a:gd name="T13" fmla="*/ 202 h 420"/>
                  <a:gd name="T14" fmla="*/ 259 w 307"/>
                  <a:gd name="T15" fmla="*/ 234 h 420"/>
                  <a:gd name="T16" fmla="*/ 258 w 307"/>
                  <a:gd name="T17" fmla="*/ 263 h 420"/>
                  <a:gd name="T18" fmla="*/ 248 w 307"/>
                  <a:gd name="T19" fmla="*/ 283 h 420"/>
                  <a:gd name="T20" fmla="*/ 244 w 307"/>
                  <a:gd name="T21" fmla="*/ 394 h 420"/>
                  <a:gd name="T22" fmla="*/ 197 w 307"/>
                  <a:gd name="T23" fmla="*/ 382 h 420"/>
                  <a:gd name="T24" fmla="*/ 188 w 307"/>
                  <a:gd name="T25" fmla="*/ 322 h 420"/>
                  <a:gd name="T26" fmla="*/ 148 w 307"/>
                  <a:gd name="T27" fmla="*/ 356 h 420"/>
                  <a:gd name="T28" fmla="*/ 94 w 307"/>
                  <a:gd name="T29" fmla="*/ 306 h 420"/>
                  <a:gd name="T30" fmla="*/ 141 w 307"/>
                  <a:gd name="T31" fmla="*/ 251 h 420"/>
                  <a:gd name="T32" fmla="*/ 172 w 307"/>
                  <a:gd name="T33" fmla="*/ 239 h 420"/>
                  <a:gd name="T34" fmla="*/ 181 w 307"/>
                  <a:gd name="T35" fmla="*/ 262 h 420"/>
                  <a:gd name="T36" fmla="*/ 210 w 307"/>
                  <a:gd name="T37" fmla="*/ 234 h 420"/>
                  <a:gd name="T38" fmla="*/ 222 w 307"/>
                  <a:gd name="T39" fmla="*/ 162 h 420"/>
                  <a:gd name="T40" fmla="*/ 53 w 307"/>
                  <a:gd name="T41" fmla="*/ 202 h 420"/>
                  <a:gd name="T42" fmla="*/ 1 w 307"/>
                  <a:gd name="T43" fmla="*/ 169 h 420"/>
                  <a:gd name="T44" fmla="*/ 29 w 307"/>
                  <a:gd name="T45" fmla="*/ 159 h 420"/>
                  <a:gd name="T46" fmla="*/ 140 w 307"/>
                  <a:gd name="T47" fmla="*/ 148 h 420"/>
                  <a:gd name="T48" fmla="*/ 231 w 307"/>
                  <a:gd name="T49" fmla="*/ 118 h 420"/>
                  <a:gd name="T50" fmla="*/ 269 w 307"/>
                  <a:gd name="T51" fmla="*/ 4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7" h="420">
                    <a:moveTo>
                      <a:pt x="269" y="4"/>
                    </a:moveTo>
                    <a:cubicBezTo>
                      <a:pt x="269" y="4"/>
                      <a:pt x="307" y="0"/>
                      <a:pt x="306" y="24"/>
                    </a:cubicBezTo>
                    <a:cubicBezTo>
                      <a:pt x="305" y="48"/>
                      <a:pt x="287" y="61"/>
                      <a:pt x="283" y="70"/>
                    </a:cubicBezTo>
                    <a:cubicBezTo>
                      <a:pt x="279" y="79"/>
                      <a:pt x="279" y="104"/>
                      <a:pt x="281" y="111"/>
                    </a:cubicBezTo>
                    <a:cubicBezTo>
                      <a:pt x="283" y="118"/>
                      <a:pt x="299" y="123"/>
                      <a:pt x="268" y="152"/>
                    </a:cubicBezTo>
                    <a:cubicBezTo>
                      <a:pt x="268" y="152"/>
                      <a:pt x="250" y="181"/>
                      <a:pt x="256" y="208"/>
                    </a:cubicBezTo>
                    <a:cubicBezTo>
                      <a:pt x="282" y="202"/>
                      <a:pt x="282" y="202"/>
                      <a:pt x="282" y="202"/>
                    </a:cubicBezTo>
                    <a:cubicBezTo>
                      <a:pt x="282" y="202"/>
                      <a:pt x="267" y="216"/>
                      <a:pt x="259" y="234"/>
                    </a:cubicBezTo>
                    <a:cubicBezTo>
                      <a:pt x="251" y="252"/>
                      <a:pt x="268" y="251"/>
                      <a:pt x="258" y="263"/>
                    </a:cubicBezTo>
                    <a:cubicBezTo>
                      <a:pt x="249" y="275"/>
                      <a:pt x="248" y="283"/>
                      <a:pt x="248" y="283"/>
                    </a:cubicBezTo>
                    <a:cubicBezTo>
                      <a:pt x="244" y="394"/>
                      <a:pt x="244" y="394"/>
                      <a:pt x="244" y="394"/>
                    </a:cubicBezTo>
                    <a:cubicBezTo>
                      <a:pt x="244" y="394"/>
                      <a:pt x="209" y="420"/>
                      <a:pt x="197" y="382"/>
                    </a:cubicBezTo>
                    <a:cubicBezTo>
                      <a:pt x="185" y="343"/>
                      <a:pt x="208" y="319"/>
                      <a:pt x="188" y="322"/>
                    </a:cubicBezTo>
                    <a:cubicBezTo>
                      <a:pt x="168" y="324"/>
                      <a:pt x="161" y="346"/>
                      <a:pt x="148" y="356"/>
                    </a:cubicBezTo>
                    <a:cubicBezTo>
                      <a:pt x="134" y="367"/>
                      <a:pt x="60" y="366"/>
                      <a:pt x="94" y="306"/>
                    </a:cubicBezTo>
                    <a:cubicBezTo>
                      <a:pt x="141" y="251"/>
                      <a:pt x="141" y="251"/>
                      <a:pt x="141" y="251"/>
                    </a:cubicBezTo>
                    <a:cubicBezTo>
                      <a:pt x="141" y="251"/>
                      <a:pt x="161" y="238"/>
                      <a:pt x="172" y="239"/>
                    </a:cubicBezTo>
                    <a:cubicBezTo>
                      <a:pt x="182" y="240"/>
                      <a:pt x="181" y="262"/>
                      <a:pt x="181" y="262"/>
                    </a:cubicBezTo>
                    <a:cubicBezTo>
                      <a:pt x="181" y="262"/>
                      <a:pt x="197" y="266"/>
                      <a:pt x="210" y="234"/>
                    </a:cubicBezTo>
                    <a:cubicBezTo>
                      <a:pt x="224" y="202"/>
                      <a:pt x="222" y="166"/>
                      <a:pt x="222" y="162"/>
                    </a:cubicBezTo>
                    <a:cubicBezTo>
                      <a:pt x="222" y="158"/>
                      <a:pt x="106" y="195"/>
                      <a:pt x="53" y="202"/>
                    </a:cubicBezTo>
                    <a:cubicBezTo>
                      <a:pt x="0" y="208"/>
                      <a:pt x="1" y="179"/>
                      <a:pt x="1" y="169"/>
                    </a:cubicBezTo>
                    <a:cubicBezTo>
                      <a:pt x="1" y="159"/>
                      <a:pt x="17" y="151"/>
                      <a:pt x="29" y="159"/>
                    </a:cubicBezTo>
                    <a:cubicBezTo>
                      <a:pt x="41" y="167"/>
                      <a:pt x="72" y="166"/>
                      <a:pt x="140" y="148"/>
                    </a:cubicBezTo>
                    <a:cubicBezTo>
                      <a:pt x="208" y="130"/>
                      <a:pt x="227" y="128"/>
                      <a:pt x="231" y="118"/>
                    </a:cubicBezTo>
                    <a:cubicBezTo>
                      <a:pt x="235" y="108"/>
                      <a:pt x="265" y="31"/>
                      <a:pt x="269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 bwMode="auto">
              <a:xfrm>
                <a:off x="4830763" y="1844676"/>
                <a:ext cx="585788" cy="801688"/>
              </a:xfrm>
              <a:custGeom>
                <a:avLst/>
                <a:gdLst>
                  <a:gd name="T0" fmla="*/ 154 w 382"/>
                  <a:gd name="T1" fmla="*/ 130 h 521"/>
                  <a:gd name="T2" fmla="*/ 156 w 382"/>
                  <a:gd name="T3" fmla="*/ 51 h 521"/>
                  <a:gd name="T4" fmla="*/ 190 w 382"/>
                  <a:gd name="T5" fmla="*/ 38 h 521"/>
                  <a:gd name="T6" fmla="*/ 198 w 382"/>
                  <a:gd name="T7" fmla="*/ 136 h 521"/>
                  <a:gd name="T8" fmla="*/ 268 w 382"/>
                  <a:gd name="T9" fmla="*/ 146 h 521"/>
                  <a:gd name="T10" fmla="*/ 258 w 382"/>
                  <a:gd name="T11" fmla="*/ 192 h 521"/>
                  <a:gd name="T12" fmla="*/ 229 w 382"/>
                  <a:gd name="T13" fmla="*/ 198 h 521"/>
                  <a:gd name="T14" fmla="*/ 194 w 382"/>
                  <a:gd name="T15" fmla="*/ 271 h 521"/>
                  <a:gd name="T16" fmla="*/ 238 w 382"/>
                  <a:gd name="T17" fmla="*/ 302 h 521"/>
                  <a:gd name="T18" fmla="*/ 350 w 382"/>
                  <a:gd name="T19" fmla="*/ 320 h 521"/>
                  <a:gd name="T20" fmla="*/ 349 w 382"/>
                  <a:gd name="T21" fmla="*/ 371 h 521"/>
                  <a:gd name="T22" fmla="*/ 193 w 382"/>
                  <a:gd name="T23" fmla="*/ 331 h 521"/>
                  <a:gd name="T24" fmla="*/ 194 w 382"/>
                  <a:gd name="T25" fmla="*/ 488 h 521"/>
                  <a:gd name="T26" fmla="*/ 149 w 382"/>
                  <a:gd name="T27" fmla="*/ 482 h 521"/>
                  <a:gd name="T28" fmla="*/ 141 w 382"/>
                  <a:gd name="T29" fmla="*/ 430 h 521"/>
                  <a:gd name="T30" fmla="*/ 149 w 382"/>
                  <a:gd name="T31" fmla="*/ 356 h 521"/>
                  <a:gd name="T32" fmla="*/ 129 w 382"/>
                  <a:gd name="T33" fmla="*/ 316 h 521"/>
                  <a:gd name="T34" fmla="*/ 86 w 382"/>
                  <a:gd name="T35" fmla="*/ 331 h 521"/>
                  <a:gd name="T36" fmla="*/ 18 w 382"/>
                  <a:gd name="T37" fmla="*/ 354 h 521"/>
                  <a:gd name="T38" fmla="*/ 29 w 382"/>
                  <a:gd name="T39" fmla="*/ 299 h 521"/>
                  <a:gd name="T40" fmla="*/ 116 w 382"/>
                  <a:gd name="T41" fmla="*/ 231 h 521"/>
                  <a:gd name="T42" fmla="*/ 101 w 382"/>
                  <a:gd name="T43" fmla="*/ 219 h 521"/>
                  <a:gd name="T44" fmla="*/ 24 w 382"/>
                  <a:gd name="T45" fmla="*/ 210 h 521"/>
                  <a:gd name="T46" fmla="*/ 4 w 382"/>
                  <a:gd name="T47" fmla="*/ 184 h 521"/>
                  <a:gd name="T48" fmla="*/ 34 w 382"/>
                  <a:gd name="T49" fmla="*/ 166 h 521"/>
                  <a:gd name="T50" fmla="*/ 154 w 382"/>
                  <a:gd name="T51" fmla="*/ 130 h 5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82" h="521">
                    <a:moveTo>
                      <a:pt x="154" y="130"/>
                    </a:moveTo>
                    <a:cubicBezTo>
                      <a:pt x="154" y="130"/>
                      <a:pt x="165" y="62"/>
                      <a:pt x="156" y="51"/>
                    </a:cubicBezTo>
                    <a:cubicBezTo>
                      <a:pt x="146" y="40"/>
                      <a:pt x="162" y="0"/>
                      <a:pt x="190" y="38"/>
                    </a:cubicBezTo>
                    <a:cubicBezTo>
                      <a:pt x="190" y="38"/>
                      <a:pt x="204" y="72"/>
                      <a:pt x="198" y="136"/>
                    </a:cubicBezTo>
                    <a:cubicBezTo>
                      <a:pt x="198" y="136"/>
                      <a:pt x="257" y="130"/>
                      <a:pt x="268" y="146"/>
                    </a:cubicBezTo>
                    <a:cubicBezTo>
                      <a:pt x="283" y="168"/>
                      <a:pt x="288" y="187"/>
                      <a:pt x="258" y="192"/>
                    </a:cubicBezTo>
                    <a:cubicBezTo>
                      <a:pt x="229" y="198"/>
                      <a:pt x="229" y="198"/>
                      <a:pt x="229" y="198"/>
                    </a:cubicBezTo>
                    <a:cubicBezTo>
                      <a:pt x="229" y="198"/>
                      <a:pt x="190" y="211"/>
                      <a:pt x="194" y="271"/>
                    </a:cubicBezTo>
                    <a:cubicBezTo>
                      <a:pt x="194" y="271"/>
                      <a:pt x="184" y="295"/>
                      <a:pt x="238" y="302"/>
                    </a:cubicBezTo>
                    <a:cubicBezTo>
                      <a:pt x="293" y="308"/>
                      <a:pt x="318" y="306"/>
                      <a:pt x="350" y="320"/>
                    </a:cubicBezTo>
                    <a:cubicBezTo>
                      <a:pt x="382" y="335"/>
                      <a:pt x="378" y="358"/>
                      <a:pt x="349" y="371"/>
                    </a:cubicBezTo>
                    <a:cubicBezTo>
                      <a:pt x="320" y="384"/>
                      <a:pt x="225" y="363"/>
                      <a:pt x="193" y="331"/>
                    </a:cubicBezTo>
                    <a:cubicBezTo>
                      <a:pt x="194" y="488"/>
                      <a:pt x="194" y="488"/>
                      <a:pt x="194" y="488"/>
                    </a:cubicBezTo>
                    <a:cubicBezTo>
                      <a:pt x="194" y="488"/>
                      <a:pt x="174" y="521"/>
                      <a:pt x="149" y="482"/>
                    </a:cubicBezTo>
                    <a:cubicBezTo>
                      <a:pt x="137" y="462"/>
                      <a:pt x="140" y="436"/>
                      <a:pt x="141" y="430"/>
                    </a:cubicBezTo>
                    <a:cubicBezTo>
                      <a:pt x="142" y="423"/>
                      <a:pt x="149" y="371"/>
                      <a:pt x="149" y="356"/>
                    </a:cubicBezTo>
                    <a:cubicBezTo>
                      <a:pt x="149" y="342"/>
                      <a:pt x="140" y="323"/>
                      <a:pt x="129" y="316"/>
                    </a:cubicBezTo>
                    <a:cubicBezTo>
                      <a:pt x="118" y="310"/>
                      <a:pt x="108" y="308"/>
                      <a:pt x="86" y="331"/>
                    </a:cubicBezTo>
                    <a:cubicBezTo>
                      <a:pt x="65" y="354"/>
                      <a:pt x="37" y="378"/>
                      <a:pt x="18" y="354"/>
                    </a:cubicBezTo>
                    <a:cubicBezTo>
                      <a:pt x="0" y="330"/>
                      <a:pt x="20" y="310"/>
                      <a:pt x="29" y="299"/>
                    </a:cubicBezTo>
                    <a:cubicBezTo>
                      <a:pt x="38" y="288"/>
                      <a:pt x="113" y="235"/>
                      <a:pt x="116" y="231"/>
                    </a:cubicBezTo>
                    <a:cubicBezTo>
                      <a:pt x="118" y="227"/>
                      <a:pt x="134" y="208"/>
                      <a:pt x="101" y="219"/>
                    </a:cubicBezTo>
                    <a:cubicBezTo>
                      <a:pt x="68" y="230"/>
                      <a:pt x="36" y="231"/>
                      <a:pt x="24" y="210"/>
                    </a:cubicBezTo>
                    <a:cubicBezTo>
                      <a:pt x="12" y="188"/>
                      <a:pt x="4" y="184"/>
                      <a:pt x="4" y="184"/>
                    </a:cubicBezTo>
                    <a:cubicBezTo>
                      <a:pt x="4" y="184"/>
                      <a:pt x="6" y="167"/>
                      <a:pt x="34" y="166"/>
                    </a:cubicBezTo>
                    <a:cubicBezTo>
                      <a:pt x="62" y="164"/>
                      <a:pt x="117" y="168"/>
                      <a:pt x="154" y="1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96" name="任意多边形: 形状 95"/>
              <p:cNvSpPr>
                <a:spLocks noEditPoints="1"/>
              </p:cNvSpPr>
              <p:nvPr/>
            </p:nvSpPr>
            <p:spPr bwMode="auto">
              <a:xfrm>
                <a:off x="5500688" y="1804988"/>
                <a:ext cx="766763" cy="881063"/>
              </a:xfrm>
              <a:custGeom>
                <a:avLst/>
                <a:gdLst>
                  <a:gd name="T0" fmla="*/ 296 w 499"/>
                  <a:gd name="T1" fmla="*/ 139 h 571"/>
                  <a:gd name="T2" fmla="*/ 327 w 499"/>
                  <a:gd name="T3" fmla="*/ 99 h 571"/>
                  <a:gd name="T4" fmla="*/ 292 w 499"/>
                  <a:gd name="T5" fmla="*/ 41 h 571"/>
                  <a:gd name="T6" fmla="*/ 265 w 499"/>
                  <a:gd name="T7" fmla="*/ 100 h 571"/>
                  <a:gd name="T8" fmla="*/ 160 w 499"/>
                  <a:gd name="T9" fmla="*/ 185 h 571"/>
                  <a:gd name="T10" fmla="*/ 157 w 499"/>
                  <a:gd name="T11" fmla="*/ 142 h 571"/>
                  <a:gd name="T12" fmla="*/ 10 w 499"/>
                  <a:gd name="T13" fmla="*/ 272 h 571"/>
                  <a:gd name="T14" fmla="*/ 169 w 499"/>
                  <a:gd name="T15" fmla="*/ 224 h 571"/>
                  <a:gd name="T16" fmla="*/ 245 w 499"/>
                  <a:gd name="T17" fmla="*/ 270 h 571"/>
                  <a:gd name="T18" fmla="*/ 160 w 499"/>
                  <a:gd name="T19" fmla="*/ 355 h 571"/>
                  <a:gd name="T20" fmla="*/ 161 w 499"/>
                  <a:gd name="T21" fmla="*/ 319 h 571"/>
                  <a:gd name="T22" fmla="*/ 186 w 499"/>
                  <a:gd name="T23" fmla="*/ 452 h 571"/>
                  <a:gd name="T24" fmla="*/ 221 w 499"/>
                  <a:gd name="T25" fmla="*/ 471 h 571"/>
                  <a:gd name="T26" fmla="*/ 343 w 499"/>
                  <a:gd name="T27" fmla="*/ 552 h 571"/>
                  <a:gd name="T28" fmla="*/ 296 w 499"/>
                  <a:gd name="T29" fmla="*/ 473 h 571"/>
                  <a:gd name="T30" fmla="*/ 342 w 499"/>
                  <a:gd name="T31" fmla="*/ 458 h 571"/>
                  <a:gd name="T32" fmla="*/ 273 w 499"/>
                  <a:gd name="T33" fmla="*/ 298 h 571"/>
                  <a:gd name="T34" fmla="*/ 308 w 499"/>
                  <a:gd name="T35" fmla="*/ 248 h 571"/>
                  <a:gd name="T36" fmla="*/ 273 w 499"/>
                  <a:gd name="T37" fmla="*/ 212 h 571"/>
                  <a:gd name="T38" fmla="*/ 371 w 499"/>
                  <a:gd name="T39" fmla="*/ 184 h 571"/>
                  <a:gd name="T40" fmla="*/ 396 w 499"/>
                  <a:gd name="T41" fmla="*/ 246 h 571"/>
                  <a:gd name="T42" fmla="*/ 440 w 499"/>
                  <a:gd name="T43" fmla="*/ 165 h 571"/>
                  <a:gd name="T44" fmla="*/ 195 w 499"/>
                  <a:gd name="T45" fmla="*/ 212 h 571"/>
                  <a:gd name="T46" fmla="*/ 245 w 499"/>
                  <a:gd name="T47" fmla="*/ 236 h 571"/>
                  <a:gd name="T48" fmla="*/ 247 w 499"/>
                  <a:gd name="T49" fmla="*/ 370 h 571"/>
                  <a:gd name="T50" fmla="*/ 241 w 499"/>
                  <a:gd name="T51" fmla="*/ 394 h 571"/>
                  <a:gd name="T52" fmla="*/ 209 w 499"/>
                  <a:gd name="T53" fmla="*/ 446 h 571"/>
                  <a:gd name="T54" fmla="*/ 247 w 499"/>
                  <a:gd name="T55" fmla="*/ 338 h 571"/>
                  <a:gd name="T56" fmla="*/ 343 w 499"/>
                  <a:gd name="T57" fmla="*/ 340 h 571"/>
                  <a:gd name="T58" fmla="*/ 277 w 499"/>
                  <a:gd name="T59" fmla="*/ 428 h 571"/>
                  <a:gd name="T60" fmla="*/ 305 w 499"/>
                  <a:gd name="T61" fmla="*/ 378 h 571"/>
                  <a:gd name="T62" fmla="*/ 273 w 499"/>
                  <a:gd name="T63" fmla="*/ 324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99" h="571">
                    <a:moveTo>
                      <a:pt x="440" y="165"/>
                    </a:moveTo>
                    <a:cubicBezTo>
                      <a:pt x="381" y="138"/>
                      <a:pt x="296" y="139"/>
                      <a:pt x="296" y="139"/>
                    </a:cubicBezTo>
                    <a:cubicBezTo>
                      <a:pt x="296" y="139"/>
                      <a:pt x="298" y="110"/>
                      <a:pt x="303" y="105"/>
                    </a:cubicBezTo>
                    <a:cubicBezTo>
                      <a:pt x="308" y="100"/>
                      <a:pt x="312" y="102"/>
                      <a:pt x="327" y="99"/>
                    </a:cubicBezTo>
                    <a:cubicBezTo>
                      <a:pt x="342" y="96"/>
                      <a:pt x="346" y="83"/>
                      <a:pt x="346" y="83"/>
                    </a:cubicBezTo>
                    <a:cubicBezTo>
                      <a:pt x="352" y="68"/>
                      <a:pt x="292" y="41"/>
                      <a:pt x="292" y="41"/>
                    </a:cubicBezTo>
                    <a:cubicBezTo>
                      <a:pt x="222" y="42"/>
                      <a:pt x="184" y="0"/>
                      <a:pt x="184" y="0"/>
                    </a:cubicBezTo>
                    <a:cubicBezTo>
                      <a:pt x="168" y="82"/>
                      <a:pt x="255" y="94"/>
                      <a:pt x="265" y="100"/>
                    </a:cubicBezTo>
                    <a:cubicBezTo>
                      <a:pt x="275" y="106"/>
                      <a:pt x="262" y="138"/>
                      <a:pt x="255" y="146"/>
                    </a:cubicBezTo>
                    <a:cubicBezTo>
                      <a:pt x="248" y="154"/>
                      <a:pt x="211" y="155"/>
                      <a:pt x="160" y="185"/>
                    </a:cubicBezTo>
                    <a:cubicBezTo>
                      <a:pt x="109" y="215"/>
                      <a:pt x="152" y="168"/>
                      <a:pt x="152" y="168"/>
                    </a:cubicBezTo>
                    <a:cubicBezTo>
                      <a:pt x="196" y="142"/>
                      <a:pt x="157" y="142"/>
                      <a:pt x="157" y="142"/>
                    </a:cubicBezTo>
                    <a:cubicBezTo>
                      <a:pt x="97" y="155"/>
                      <a:pt x="40" y="210"/>
                      <a:pt x="20" y="238"/>
                    </a:cubicBezTo>
                    <a:cubicBezTo>
                      <a:pt x="0" y="266"/>
                      <a:pt x="10" y="272"/>
                      <a:pt x="10" y="272"/>
                    </a:cubicBezTo>
                    <a:cubicBezTo>
                      <a:pt x="23" y="289"/>
                      <a:pt x="45" y="301"/>
                      <a:pt x="45" y="301"/>
                    </a:cubicBezTo>
                    <a:cubicBezTo>
                      <a:pt x="46" y="291"/>
                      <a:pt x="169" y="224"/>
                      <a:pt x="169" y="224"/>
                    </a:cubicBezTo>
                    <a:cubicBezTo>
                      <a:pt x="169" y="257"/>
                      <a:pt x="198" y="295"/>
                      <a:pt x="206" y="296"/>
                    </a:cubicBezTo>
                    <a:cubicBezTo>
                      <a:pt x="214" y="297"/>
                      <a:pt x="245" y="270"/>
                      <a:pt x="245" y="270"/>
                    </a:cubicBezTo>
                    <a:cubicBezTo>
                      <a:pt x="245" y="307"/>
                      <a:pt x="245" y="307"/>
                      <a:pt x="245" y="307"/>
                    </a:cubicBezTo>
                    <a:cubicBezTo>
                      <a:pt x="232" y="334"/>
                      <a:pt x="160" y="355"/>
                      <a:pt x="160" y="355"/>
                    </a:cubicBezTo>
                    <a:cubicBezTo>
                      <a:pt x="156" y="351"/>
                      <a:pt x="165" y="335"/>
                      <a:pt x="165" y="335"/>
                    </a:cubicBezTo>
                    <a:cubicBezTo>
                      <a:pt x="176" y="318"/>
                      <a:pt x="161" y="319"/>
                      <a:pt x="161" y="319"/>
                    </a:cubicBezTo>
                    <a:cubicBezTo>
                      <a:pt x="132" y="349"/>
                      <a:pt x="138" y="374"/>
                      <a:pt x="138" y="374"/>
                    </a:cubicBezTo>
                    <a:cubicBezTo>
                      <a:pt x="138" y="374"/>
                      <a:pt x="183" y="440"/>
                      <a:pt x="186" y="452"/>
                    </a:cubicBezTo>
                    <a:cubicBezTo>
                      <a:pt x="189" y="464"/>
                      <a:pt x="195" y="483"/>
                      <a:pt x="209" y="483"/>
                    </a:cubicBezTo>
                    <a:cubicBezTo>
                      <a:pt x="223" y="483"/>
                      <a:pt x="221" y="471"/>
                      <a:pt x="221" y="471"/>
                    </a:cubicBezTo>
                    <a:cubicBezTo>
                      <a:pt x="247" y="471"/>
                      <a:pt x="247" y="471"/>
                      <a:pt x="247" y="471"/>
                    </a:cubicBezTo>
                    <a:cubicBezTo>
                      <a:pt x="253" y="484"/>
                      <a:pt x="291" y="533"/>
                      <a:pt x="343" y="552"/>
                    </a:cubicBezTo>
                    <a:cubicBezTo>
                      <a:pt x="395" y="571"/>
                      <a:pt x="399" y="506"/>
                      <a:pt x="372" y="505"/>
                    </a:cubicBezTo>
                    <a:cubicBezTo>
                      <a:pt x="345" y="504"/>
                      <a:pt x="310" y="487"/>
                      <a:pt x="296" y="473"/>
                    </a:cubicBezTo>
                    <a:cubicBezTo>
                      <a:pt x="282" y="459"/>
                      <a:pt x="305" y="453"/>
                      <a:pt x="308" y="456"/>
                    </a:cubicBezTo>
                    <a:cubicBezTo>
                      <a:pt x="311" y="459"/>
                      <a:pt x="317" y="465"/>
                      <a:pt x="342" y="458"/>
                    </a:cubicBezTo>
                    <a:cubicBezTo>
                      <a:pt x="367" y="451"/>
                      <a:pt x="407" y="341"/>
                      <a:pt x="407" y="341"/>
                    </a:cubicBezTo>
                    <a:cubicBezTo>
                      <a:pt x="376" y="276"/>
                      <a:pt x="273" y="298"/>
                      <a:pt x="273" y="298"/>
                    </a:cubicBezTo>
                    <a:cubicBezTo>
                      <a:pt x="273" y="298"/>
                      <a:pt x="271" y="245"/>
                      <a:pt x="271" y="240"/>
                    </a:cubicBezTo>
                    <a:cubicBezTo>
                      <a:pt x="271" y="235"/>
                      <a:pt x="288" y="221"/>
                      <a:pt x="308" y="248"/>
                    </a:cubicBezTo>
                    <a:cubicBezTo>
                      <a:pt x="328" y="275"/>
                      <a:pt x="353" y="288"/>
                      <a:pt x="345" y="254"/>
                    </a:cubicBezTo>
                    <a:cubicBezTo>
                      <a:pt x="337" y="220"/>
                      <a:pt x="273" y="212"/>
                      <a:pt x="273" y="212"/>
                    </a:cubicBezTo>
                    <a:cubicBezTo>
                      <a:pt x="273" y="212"/>
                      <a:pt x="268" y="184"/>
                      <a:pt x="280" y="182"/>
                    </a:cubicBezTo>
                    <a:cubicBezTo>
                      <a:pt x="292" y="180"/>
                      <a:pt x="313" y="167"/>
                      <a:pt x="371" y="184"/>
                    </a:cubicBezTo>
                    <a:cubicBezTo>
                      <a:pt x="429" y="201"/>
                      <a:pt x="400" y="222"/>
                      <a:pt x="396" y="228"/>
                    </a:cubicBezTo>
                    <a:cubicBezTo>
                      <a:pt x="392" y="234"/>
                      <a:pt x="396" y="246"/>
                      <a:pt x="396" y="246"/>
                    </a:cubicBezTo>
                    <a:cubicBezTo>
                      <a:pt x="430" y="254"/>
                      <a:pt x="469" y="238"/>
                      <a:pt x="475" y="229"/>
                    </a:cubicBezTo>
                    <a:cubicBezTo>
                      <a:pt x="481" y="220"/>
                      <a:pt x="499" y="192"/>
                      <a:pt x="440" y="165"/>
                    </a:cubicBezTo>
                    <a:close/>
                    <a:moveTo>
                      <a:pt x="217" y="266"/>
                    </a:moveTo>
                    <a:cubicBezTo>
                      <a:pt x="217" y="266"/>
                      <a:pt x="195" y="270"/>
                      <a:pt x="195" y="212"/>
                    </a:cubicBezTo>
                    <a:cubicBezTo>
                      <a:pt x="195" y="212"/>
                      <a:pt x="233" y="196"/>
                      <a:pt x="245" y="196"/>
                    </a:cubicBezTo>
                    <a:cubicBezTo>
                      <a:pt x="245" y="236"/>
                      <a:pt x="245" y="236"/>
                      <a:pt x="245" y="236"/>
                    </a:cubicBezTo>
                    <a:lnTo>
                      <a:pt x="217" y="266"/>
                    </a:lnTo>
                    <a:close/>
                    <a:moveTo>
                      <a:pt x="247" y="370"/>
                    </a:moveTo>
                    <a:cubicBezTo>
                      <a:pt x="247" y="370"/>
                      <a:pt x="215" y="384"/>
                      <a:pt x="215" y="390"/>
                    </a:cubicBezTo>
                    <a:cubicBezTo>
                      <a:pt x="215" y="396"/>
                      <a:pt x="241" y="394"/>
                      <a:pt x="241" y="394"/>
                    </a:cubicBezTo>
                    <a:cubicBezTo>
                      <a:pt x="241" y="440"/>
                      <a:pt x="241" y="440"/>
                      <a:pt x="241" y="440"/>
                    </a:cubicBezTo>
                    <a:cubicBezTo>
                      <a:pt x="209" y="446"/>
                      <a:pt x="209" y="446"/>
                      <a:pt x="209" y="446"/>
                    </a:cubicBezTo>
                    <a:cubicBezTo>
                      <a:pt x="159" y="378"/>
                      <a:pt x="159" y="378"/>
                      <a:pt x="159" y="378"/>
                    </a:cubicBezTo>
                    <a:cubicBezTo>
                      <a:pt x="159" y="378"/>
                      <a:pt x="221" y="368"/>
                      <a:pt x="247" y="338"/>
                    </a:cubicBezTo>
                    <a:lnTo>
                      <a:pt x="247" y="370"/>
                    </a:lnTo>
                    <a:close/>
                    <a:moveTo>
                      <a:pt x="343" y="340"/>
                    </a:moveTo>
                    <a:cubicBezTo>
                      <a:pt x="355" y="370"/>
                      <a:pt x="315" y="418"/>
                      <a:pt x="315" y="418"/>
                    </a:cubicBezTo>
                    <a:cubicBezTo>
                      <a:pt x="277" y="428"/>
                      <a:pt x="277" y="428"/>
                      <a:pt x="277" y="428"/>
                    </a:cubicBezTo>
                    <a:cubicBezTo>
                      <a:pt x="279" y="396"/>
                      <a:pt x="279" y="396"/>
                      <a:pt x="279" y="396"/>
                    </a:cubicBezTo>
                    <a:cubicBezTo>
                      <a:pt x="279" y="396"/>
                      <a:pt x="305" y="396"/>
                      <a:pt x="305" y="378"/>
                    </a:cubicBezTo>
                    <a:cubicBezTo>
                      <a:pt x="305" y="360"/>
                      <a:pt x="277" y="366"/>
                      <a:pt x="277" y="366"/>
                    </a:cubicBezTo>
                    <a:cubicBezTo>
                      <a:pt x="273" y="324"/>
                      <a:pt x="273" y="324"/>
                      <a:pt x="273" y="324"/>
                    </a:cubicBezTo>
                    <a:cubicBezTo>
                      <a:pt x="273" y="324"/>
                      <a:pt x="331" y="310"/>
                      <a:pt x="343" y="3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 bwMode="auto">
              <a:xfrm>
                <a:off x="6367463" y="1965326"/>
                <a:ext cx="642938" cy="658813"/>
              </a:xfrm>
              <a:custGeom>
                <a:avLst/>
                <a:gdLst>
                  <a:gd name="T0" fmla="*/ 29 w 419"/>
                  <a:gd name="T1" fmla="*/ 28 h 427"/>
                  <a:gd name="T2" fmla="*/ 65 w 419"/>
                  <a:gd name="T3" fmla="*/ 34 h 427"/>
                  <a:gd name="T4" fmla="*/ 223 w 419"/>
                  <a:gd name="T5" fmla="*/ 2 h 427"/>
                  <a:gd name="T6" fmla="*/ 309 w 419"/>
                  <a:gd name="T7" fmla="*/ 4 h 427"/>
                  <a:gd name="T8" fmla="*/ 349 w 419"/>
                  <a:gd name="T9" fmla="*/ 42 h 427"/>
                  <a:gd name="T10" fmla="*/ 273 w 419"/>
                  <a:gd name="T11" fmla="*/ 108 h 427"/>
                  <a:gd name="T12" fmla="*/ 287 w 419"/>
                  <a:gd name="T13" fmla="*/ 152 h 427"/>
                  <a:gd name="T14" fmla="*/ 369 w 419"/>
                  <a:gd name="T15" fmla="*/ 148 h 427"/>
                  <a:gd name="T16" fmla="*/ 391 w 419"/>
                  <a:gd name="T17" fmla="*/ 208 h 427"/>
                  <a:gd name="T18" fmla="*/ 350 w 419"/>
                  <a:gd name="T19" fmla="*/ 197 h 427"/>
                  <a:gd name="T20" fmla="*/ 302 w 419"/>
                  <a:gd name="T21" fmla="*/ 205 h 427"/>
                  <a:gd name="T22" fmla="*/ 273 w 419"/>
                  <a:gd name="T23" fmla="*/ 349 h 427"/>
                  <a:gd name="T24" fmla="*/ 190 w 419"/>
                  <a:gd name="T25" fmla="*/ 355 h 427"/>
                  <a:gd name="T26" fmla="*/ 164 w 419"/>
                  <a:gd name="T27" fmla="*/ 253 h 427"/>
                  <a:gd name="T28" fmla="*/ 217 w 419"/>
                  <a:gd name="T29" fmla="*/ 312 h 427"/>
                  <a:gd name="T30" fmla="*/ 262 w 419"/>
                  <a:gd name="T31" fmla="*/ 203 h 427"/>
                  <a:gd name="T32" fmla="*/ 124 w 419"/>
                  <a:gd name="T33" fmla="*/ 240 h 427"/>
                  <a:gd name="T34" fmla="*/ 81 w 419"/>
                  <a:gd name="T35" fmla="*/ 189 h 427"/>
                  <a:gd name="T36" fmla="*/ 105 w 419"/>
                  <a:gd name="T37" fmla="*/ 176 h 427"/>
                  <a:gd name="T38" fmla="*/ 216 w 419"/>
                  <a:gd name="T39" fmla="*/ 164 h 427"/>
                  <a:gd name="T40" fmla="*/ 225 w 419"/>
                  <a:gd name="T41" fmla="*/ 132 h 427"/>
                  <a:gd name="T42" fmla="*/ 232 w 419"/>
                  <a:gd name="T43" fmla="*/ 95 h 427"/>
                  <a:gd name="T44" fmla="*/ 270 w 419"/>
                  <a:gd name="T45" fmla="*/ 48 h 427"/>
                  <a:gd name="T46" fmla="*/ 205 w 419"/>
                  <a:gd name="T47" fmla="*/ 48 h 427"/>
                  <a:gd name="T48" fmla="*/ 88 w 419"/>
                  <a:gd name="T49" fmla="*/ 88 h 427"/>
                  <a:gd name="T50" fmla="*/ 50 w 419"/>
                  <a:gd name="T51" fmla="*/ 88 h 427"/>
                  <a:gd name="T52" fmla="*/ 29 w 419"/>
                  <a:gd name="T53" fmla="*/ 28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19" h="427">
                    <a:moveTo>
                      <a:pt x="29" y="28"/>
                    </a:moveTo>
                    <a:cubicBezTo>
                      <a:pt x="29" y="28"/>
                      <a:pt x="35" y="42"/>
                      <a:pt x="65" y="34"/>
                    </a:cubicBezTo>
                    <a:cubicBezTo>
                      <a:pt x="95" y="26"/>
                      <a:pt x="197" y="4"/>
                      <a:pt x="223" y="2"/>
                    </a:cubicBezTo>
                    <a:cubicBezTo>
                      <a:pt x="249" y="0"/>
                      <a:pt x="295" y="6"/>
                      <a:pt x="309" y="4"/>
                    </a:cubicBezTo>
                    <a:cubicBezTo>
                      <a:pt x="323" y="2"/>
                      <a:pt x="349" y="26"/>
                      <a:pt x="349" y="42"/>
                    </a:cubicBezTo>
                    <a:cubicBezTo>
                      <a:pt x="349" y="58"/>
                      <a:pt x="273" y="108"/>
                      <a:pt x="273" y="108"/>
                    </a:cubicBezTo>
                    <a:cubicBezTo>
                      <a:pt x="273" y="108"/>
                      <a:pt x="259" y="122"/>
                      <a:pt x="287" y="152"/>
                    </a:cubicBezTo>
                    <a:cubicBezTo>
                      <a:pt x="369" y="148"/>
                      <a:pt x="369" y="148"/>
                      <a:pt x="369" y="148"/>
                    </a:cubicBezTo>
                    <a:cubicBezTo>
                      <a:pt x="369" y="148"/>
                      <a:pt x="419" y="176"/>
                      <a:pt x="391" y="208"/>
                    </a:cubicBezTo>
                    <a:cubicBezTo>
                      <a:pt x="391" y="208"/>
                      <a:pt x="364" y="197"/>
                      <a:pt x="350" y="197"/>
                    </a:cubicBezTo>
                    <a:cubicBezTo>
                      <a:pt x="337" y="197"/>
                      <a:pt x="302" y="205"/>
                      <a:pt x="302" y="205"/>
                    </a:cubicBezTo>
                    <a:cubicBezTo>
                      <a:pt x="302" y="205"/>
                      <a:pt x="294" y="304"/>
                      <a:pt x="273" y="349"/>
                    </a:cubicBezTo>
                    <a:cubicBezTo>
                      <a:pt x="252" y="395"/>
                      <a:pt x="278" y="427"/>
                      <a:pt x="190" y="355"/>
                    </a:cubicBezTo>
                    <a:cubicBezTo>
                      <a:pt x="190" y="355"/>
                      <a:pt x="161" y="309"/>
                      <a:pt x="164" y="253"/>
                    </a:cubicBezTo>
                    <a:cubicBezTo>
                      <a:pt x="164" y="253"/>
                      <a:pt x="174" y="315"/>
                      <a:pt x="217" y="312"/>
                    </a:cubicBezTo>
                    <a:cubicBezTo>
                      <a:pt x="260" y="309"/>
                      <a:pt x="262" y="203"/>
                      <a:pt x="262" y="203"/>
                    </a:cubicBezTo>
                    <a:cubicBezTo>
                      <a:pt x="262" y="203"/>
                      <a:pt x="137" y="227"/>
                      <a:pt x="124" y="240"/>
                    </a:cubicBezTo>
                    <a:cubicBezTo>
                      <a:pt x="124" y="240"/>
                      <a:pt x="92" y="245"/>
                      <a:pt x="81" y="189"/>
                    </a:cubicBezTo>
                    <a:cubicBezTo>
                      <a:pt x="81" y="189"/>
                      <a:pt x="100" y="147"/>
                      <a:pt x="105" y="176"/>
                    </a:cubicBezTo>
                    <a:cubicBezTo>
                      <a:pt x="105" y="176"/>
                      <a:pt x="106" y="196"/>
                      <a:pt x="216" y="164"/>
                    </a:cubicBezTo>
                    <a:cubicBezTo>
                      <a:pt x="216" y="164"/>
                      <a:pt x="269" y="167"/>
                      <a:pt x="225" y="132"/>
                    </a:cubicBezTo>
                    <a:cubicBezTo>
                      <a:pt x="200" y="111"/>
                      <a:pt x="230" y="100"/>
                      <a:pt x="232" y="95"/>
                    </a:cubicBezTo>
                    <a:cubicBezTo>
                      <a:pt x="233" y="89"/>
                      <a:pt x="272" y="55"/>
                      <a:pt x="270" y="48"/>
                    </a:cubicBezTo>
                    <a:cubicBezTo>
                      <a:pt x="269" y="41"/>
                      <a:pt x="225" y="41"/>
                      <a:pt x="205" y="48"/>
                    </a:cubicBezTo>
                    <a:cubicBezTo>
                      <a:pt x="185" y="55"/>
                      <a:pt x="93" y="79"/>
                      <a:pt x="88" y="88"/>
                    </a:cubicBezTo>
                    <a:cubicBezTo>
                      <a:pt x="82" y="97"/>
                      <a:pt x="66" y="96"/>
                      <a:pt x="50" y="88"/>
                    </a:cubicBezTo>
                    <a:cubicBezTo>
                      <a:pt x="34" y="80"/>
                      <a:pt x="0" y="60"/>
                      <a:pt x="29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 bwMode="auto">
              <a:xfrm>
                <a:off x="7200901" y="1852613"/>
                <a:ext cx="342900" cy="198438"/>
              </a:xfrm>
              <a:custGeom>
                <a:avLst/>
                <a:gdLst>
                  <a:gd name="T0" fmla="*/ 177 w 223"/>
                  <a:gd name="T1" fmla="*/ 42 h 128"/>
                  <a:gd name="T2" fmla="*/ 208 w 223"/>
                  <a:gd name="T3" fmla="*/ 42 h 128"/>
                  <a:gd name="T4" fmla="*/ 171 w 223"/>
                  <a:gd name="T5" fmla="*/ 112 h 128"/>
                  <a:gd name="T6" fmla="*/ 41 w 223"/>
                  <a:gd name="T7" fmla="*/ 128 h 128"/>
                  <a:gd name="T8" fmla="*/ 0 w 223"/>
                  <a:gd name="T9" fmla="*/ 104 h 128"/>
                  <a:gd name="T10" fmla="*/ 177 w 223"/>
                  <a:gd name="T11" fmla="*/ 4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3" h="128">
                    <a:moveTo>
                      <a:pt x="177" y="42"/>
                    </a:moveTo>
                    <a:cubicBezTo>
                      <a:pt x="177" y="42"/>
                      <a:pt x="193" y="0"/>
                      <a:pt x="208" y="42"/>
                    </a:cubicBezTo>
                    <a:cubicBezTo>
                      <a:pt x="223" y="84"/>
                      <a:pt x="195" y="105"/>
                      <a:pt x="171" y="112"/>
                    </a:cubicBezTo>
                    <a:cubicBezTo>
                      <a:pt x="146" y="118"/>
                      <a:pt x="69" y="128"/>
                      <a:pt x="41" y="128"/>
                    </a:cubicBezTo>
                    <a:cubicBezTo>
                      <a:pt x="13" y="127"/>
                      <a:pt x="4" y="113"/>
                      <a:pt x="0" y="104"/>
                    </a:cubicBezTo>
                    <a:cubicBezTo>
                      <a:pt x="0" y="104"/>
                      <a:pt x="141" y="89"/>
                      <a:pt x="177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 bwMode="auto">
              <a:xfrm>
                <a:off x="7116763" y="1866901"/>
                <a:ext cx="854075" cy="833438"/>
              </a:xfrm>
              <a:custGeom>
                <a:avLst/>
                <a:gdLst>
                  <a:gd name="T0" fmla="*/ 0 w 556"/>
                  <a:gd name="T1" fmla="*/ 224 h 541"/>
                  <a:gd name="T2" fmla="*/ 52 w 556"/>
                  <a:gd name="T3" fmla="*/ 231 h 541"/>
                  <a:gd name="T4" fmla="*/ 124 w 556"/>
                  <a:gd name="T5" fmla="*/ 208 h 541"/>
                  <a:gd name="T6" fmla="*/ 196 w 556"/>
                  <a:gd name="T7" fmla="*/ 181 h 541"/>
                  <a:gd name="T8" fmla="*/ 214 w 556"/>
                  <a:gd name="T9" fmla="*/ 132 h 541"/>
                  <a:gd name="T10" fmla="*/ 248 w 556"/>
                  <a:gd name="T11" fmla="*/ 152 h 541"/>
                  <a:gd name="T12" fmla="*/ 322 w 556"/>
                  <a:gd name="T13" fmla="*/ 206 h 541"/>
                  <a:gd name="T14" fmla="*/ 368 w 556"/>
                  <a:gd name="T15" fmla="*/ 235 h 541"/>
                  <a:gd name="T16" fmla="*/ 382 w 556"/>
                  <a:gd name="T17" fmla="*/ 241 h 541"/>
                  <a:gd name="T18" fmla="*/ 380 w 556"/>
                  <a:gd name="T19" fmla="*/ 179 h 541"/>
                  <a:gd name="T20" fmla="*/ 311 w 556"/>
                  <a:gd name="T21" fmla="*/ 124 h 541"/>
                  <a:gd name="T22" fmla="*/ 334 w 556"/>
                  <a:gd name="T23" fmla="*/ 110 h 541"/>
                  <a:gd name="T24" fmla="*/ 387 w 556"/>
                  <a:gd name="T25" fmla="*/ 136 h 541"/>
                  <a:gd name="T26" fmla="*/ 386 w 556"/>
                  <a:gd name="T27" fmla="*/ 46 h 541"/>
                  <a:gd name="T28" fmla="*/ 374 w 556"/>
                  <a:gd name="T29" fmla="*/ 0 h 541"/>
                  <a:gd name="T30" fmla="*/ 425 w 556"/>
                  <a:gd name="T31" fmla="*/ 37 h 541"/>
                  <a:gd name="T32" fmla="*/ 427 w 556"/>
                  <a:gd name="T33" fmla="*/ 109 h 541"/>
                  <a:gd name="T34" fmla="*/ 417 w 556"/>
                  <a:gd name="T35" fmla="*/ 241 h 541"/>
                  <a:gd name="T36" fmla="*/ 498 w 556"/>
                  <a:gd name="T37" fmla="*/ 231 h 541"/>
                  <a:gd name="T38" fmla="*/ 534 w 556"/>
                  <a:gd name="T39" fmla="*/ 275 h 541"/>
                  <a:gd name="T40" fmla="*/ 470 w 556"/>
                  <a:gd name="T41" fmla="*/ 285 h 541"/>
                  <a:gd name="T42" fmla="*/ 421 w 556"/>
                  <a:gd name="T43" fmla="*/ 305 h 541"/>
                  <a:gd name="T44" fmla="*/ 417 w 556"/>
                  <a:gd name="T45" fmla="*/ 536 h 541"/>
                  <a:gd name="T46" fmla="*/ 373 w 556"/>
                  <a:gd name="T47" fmla="*/ 503 h 541"/>
                  <a:gd name="T48" fmla="*/ 376 w 556"/>
                  <a:gd name="T49" fmla="*/ 320 h 541"/>
                  <a:gd name="T50" fmla="*/ 344 w 556"/>
                  <a:gd name="T51" fmla="*/ 332 h 541"/>
                  <a:gd name="T52" fmla="*/ 288 w 556"/>
                  <a:gd name="T53" fmla="*/ 331 h 541"/>
                  <a:gd name="T54" fmla="*/ 289 w 556"/>
                  <a:gd name="T55" fmla="*/ 285 h 541"/>
                  <a:gd name="T56" fmla="*/ 334 w 556"/>
                  <a:gd name="T57" fmla="*/ 273 h 541"/>
                  <a:gd name="T58" fmla="*/ 324 w 556"/>
                  <a:gd name="T59" fmla="*/ 243 h 541"/>
                  <a:gd name="T60" fmla="*/ 273 w 556"/>
                  <a:gd name="T61" fmla="*/ 207 h 541"/>
                  <a:gd name="T62" fmla="*/ 236 w 556"/>
                  <a:gd name="T63" fmla="*/ 229 h 541"/>
                  <a:gd name="T64" fmla="*/ 252 w 556"/>
                  <a:gd name="T65" fmla="*/ 232 h 541"/>
                  <a:gd name="T66" fmla="*/ 277 w 556"/>
                  <a:gd name="T67" fmla="*/ 237 h 541"/>
                  <a:gd name="T68" fmla="*/ 229 w 556"/>
                  <a:gd name="T69" fmla="*/ 300 h 541"/>
                  <a:gd name="T70" fmla="*/ 218 w 556"/>
                  <a:gd name="T71" fmla="*/ 392 h 541"/>
                  <a:gd name="T72" fmla="*/ 173 w 556"/>
                  <a:gd name="T73" fmla="*/ 405 h 541"/>
                  <a:gd name="T74" fmla="*/ 172 w 556"/>
                  <a:gd name="T75" fmla="*/ 357 h 541"/>
                  <a:gd name="T76" fmla="*/ 149 w 556"/>
                  <a:gd name="T77" fmla="*/ 349 h 541"/>
                  <a:gd name="T78" fmla="*/ 60 w 556"/>
                  <a:gd name="T79" fmla="*/ 375 h 541"/>
                  <a:gd name="T80" fmla="*/ 61 w 556"/>
                  <a:gd name="T81" fmla="*/ 331 h 541"/>
                  <a:gd name="T82" fmla="*/ 132 w 556"/>
                  <a:gd name="T83" fmla="*/ 256 h 541"/>
                  <a:gd name="T84" fmla="*/ 164 w 556"/>
                  <a:gd name="T85" fmla="*/ 256 h 541"/>
                  <a:gd name="T86" fmla="*/ 158 w 556"/>
                  <a:gd name="T87" fmla="*/ 285 h 541"/>
                  <a:gd name="T88" fmla="*/ 140 w 556"/>
                  <a:gd name="T89" fmla="*/ 297 h 541"/>
                  <a:gd name="T90" fmla="*/ 149 w 556"/>
                  <a:gd name="T91" fmla="*/ 303 h 541"/>
                  <a:gd name="T92" fmla="*/ 186 w 556"/>
                  <a:gd name="T93" fmla="*/ 271 h 541"/>
                  <a:gd name="T94" fmla="*/ 190 w 556"/>
                  <a:gd name="T95" fmla="*/ 243 h 541"/>
                  <a:gd name="T96" fmla="*/ 171 w 556"/>
                  <a:gd name="T97" fmla="*/ 223 h 541"/>
                  <a:gd name="T98" fmla="*/ 74 w 556"/>
                  <a:gd name="T99" fmla="*/ 250 h 541"/>
                  <a:gd name="T100" fmla="*/ 40 w 556"/>
                  <a:gd name="T101" fmla="*/ 271 h 541"/>
                  <a:gd name="T102" fmla="*/ 12 w 556"/>
                  <a:gd name="T103" fmla="*/ 265 h 541"/>
                  <a:gd name="T104" fmla="*/ 0 w 556"/>
                  <a:gd name="T105" fmla="*/ 224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56" h="541">
                    <a:moveTo>
                      <a:pt x="0" y="224"/>
                    </a:moveTo>
                    <a:cubicBezTo>
                      <a:pt x="0" y="224"/>
                      <a:pt x="31" y="236"/>
                      <a:pt x="52" y="231"/>
                    </a:cubicBezTo>
                    <a:cubicBezTo>
                      <a:pt x="72" y="225"/>
                      <a:pt x="106" y="212"/>
                      <a:pt x="124" y="208"/>
                    </a:cubicBezTo>
                    <a:cubicBezTo>
                      <a:pt x="142" y="204"/>
                      <a:pt x="182" y="202"/>
                      <a:pt x="196" y="181"/>
                    </a:cubicBezTo>
                    <a:cubicBezTo>
                      <a:pt x="211" y="159"/>
                      <a:pt x="214" y="132"/>
                      <a:pt x="214" y="132"/>
                    </a:cubicBezTo>
                    <a:cubicBezTo>
                      <a:pt x="214" y="132"/>
                      <a:pt x="234" y="133"/>
                      <a:pt x="248" y="152"/>
                    </a:cubicBezTo>
                    <a:cubicBezTo>
                      <a:pt x="262" y="171"/>
                      <a:pt x="315" y="205"/>
                      <a:pt x="322" y="206"/>
                    </a:cubicBezTo>
                    <a:cubicBezTo>
                      <a:pt x="330" y="207"/>
                      <a:pt x="364" y="227"/>
                      <a:pt x="368" y="235"/>
                    </a:cubicBezTo>
                    <a:cubicBezTo>
                      <a:pt x="372" y="244"/>
                      <a:pt x="382" y="241"/>
                      <a:pt x="382" y="241"/>
                    </a:cubicBezTo>
                    <a:cubicBezTo>
                      <a:pt x="380" y="179"/>
                      <a:pt x="380" y="179"/>
                      <a:pt x="380" y="179"/>
                    </a:cubicBezTo>
                    <a:cubicBezTo>
                      <a:pt x="380" y="179"/>
                      <a:pt x="316" y="137"/>
                      <a:pt x="311" y="124"/>
                    </a:cubicBezTo>
                    <a:cubicBezTo>
                      <a:pt x="306" y="111"/>
                      <a:pt x="318" y="105"/>
                      <a:pt x="334" y="110"/>
                    </a:cubicBezTo>
                    <a:cubicBezTo>
                      <a:pt x="349" y="115"/>
                      <a:pt x="380" y="138"/>
                      <a:pt x="387" y="136"/>
                    </a:cubicBezTo>
                    <a:cubicBezTo>
                      <a:pt x="394" y="134"/>
                      <a:pt x="391" y="61"/>
                      <a:pt x="386" y="46"/>
                    </a:cubicBezTo>
                    <a:cubicBezTo>
                      <a:pt x="382" y="31"/>
                      <a:pt x="374" y="0"/>
                      <a:pt x="374" y="0"/>
                    </a:cubicBezTo>
                    <a:cubicBezTo>
                      <a:pt x="374" y="0"/>
                      <a:pt x="411" y="15"/>
                      <a:pt x="425" y="37"/>
                    </a:cubicBezTo>
                    <a:cubicBezTo>
                      <a:pt x="439" y="59"/>
                      <a:pt x="430" y="99"/>
                      <a:pt x="427" y="109"/>
                    </a:cubicBezTo>
                    <a:cubicBezTo>
                      <a:pt x="424" y="118"/>
                      <a:pt x="414" y="221"/>
                      <a:pt x="417" y="241"/>
                    </a:cubicBezTo>
                    <a:cubicBezTo>
                      <a:pt x="417" y="241"/>
                      <a:pt x="474" y="227"/>
                      <a:pt x="498" y="231"/>
                    </a:cubicBezTo>
                    <a:cubicBezTo>
                      <a:pt x="523" y="234"/>
                      <a:pt x="556" y="267"/>
                      <a:pt x="534" y="275"/>
                    </a:cubicBezTo>
                    <a:cubicBezTo>
                      <a:pt x="512" y="284"/>
                      <a:pt x="484" y="283"/>
                      <a:pt x="470" y="285"/>
                    </a:cubicBezTo>
                    <a:cubicBezTo>
                      <a:pt x="452" y="288"/>
                      <a:pt x="434" y="285"/>
                      <a:pt x="421" y="305"/>
                    </a:cubicBezTo>
                    <a:cubicBezTo>
                      <a:pt x="417" y="536"/>
                      <a:pt x="417" y="536"/>
                      <a:pt x="417" y="536"/>
                    </a:cubicBezTo>
                    <a:cubicBezTo>
                      <a:pt x="417" y="536"/>
                      <a:pt x="386" y="541"/>
                      <a:pt x="373" y="503"/>
                    </a:cubicBezTo>
                    <a:cubicBezTo>
                      <a:pt x="376" y="320"/>
                      <a:pt x="376" y="320"/>
                      <a:pt x="376" y="320"/>
                    </a:cubicBezTo>
                    <a:cubicBezTo>
                      <a:pt x="376" y="320"/>
                      <a:pt x="350" y="323"/>
                      <a:pt x="344" y="332"/>
                    </a:cubicBezTo>
                    <a:cubicBezTo>
                      <a:pt x="337" y="341"/>
                      <a:pt x="301" y="344"/>
                      <a:pt x="288" y="331"/>
                    </a:cubicBezTo>
                    <a:cubicBezTo>
                      <a:pt x="274" y="317"/>
                      <a:pt x="238" y="277"/>
                      <a:pt x="289" y="285"/>
                    </a:cubicBezTo>
                    <a:cubicBezTo>
                      <a:pt x="289" y="285"/>
                      <a:pt x="317" y="287"/>
                      <a:pt x="334" y="273"/>
                    </a:cubicBezTo>
                    <a:cubicBezTo>
                      <a:pt x="352" y="260"/>
                      <a:pt x="340" y="251"/>
                      <a:pt x="324" y="243"/>
                    </a:cubicBezTo>
                    <a:cubicBezTo>
                      <a:pt x="308" y="235"/>
                      <a:pt x="280" y="209"/>
                      <a:pt x="273" y="207"/>
                    </a:cubicBezTo>
                    <a:cubicBezTo>
                      <a:pt x="266" y="204"/>
                      <a:pt x="244" y="188"/>
                      <a:pt x="236" y="229"/>
                    </a:cubicBezTo>
                    <a:cubicBezTo>
                      <a:pt x="236" y="229"/>
                      <a:pt x="242" y="240"/>
                      <a:pt x="252" y="232"/>
                    </a:cubicBezTo>
                    <a:cubicBezTo>
                      <a:pt x="252" y="232"/>
                      <a:pt x="277" y="213"/>
                      <a:pt x="277" y="237"/>
                    </a:cubicBezTo>
                    <a:cubicBezTo>
                      <a:pt x="277" y="261"/>
                      <a:pt x="233" y="299"/>
                      <a:pt x="229" y="300"/>
                    </a:cubicBezTo>
                    <a:cubicBezTo>
                      <a:pt x="225" y="301"/>
                      <a:pt x="218" y="392"/>
                      <a:pt x="218" y="392"/>
                    </a:cubicBezTo>
                    <a:cubicBezTo>
                      <a:pt x="218" y="392"/>
                      <a:pt x="210" y="479"/>
                      <a:pt x="173" y="405"/>
                    </a:cubicBezTo>
                    <a:cubicBezTo>
                      <a:pt x="172" y="357"/>
                      <a:pt x="172" y="357"/>
                      <a:pt x="172" y="357"/>
                    </a:cubicBezTo>
                    <a:cubicBezTo>
                      <a:pt x="172" y="357"/>
                      <a:pt x="178" y="329"/>
                      <a:pt x="149" y="349"/>
                    </a:cubicBezTo>
                    <a:cubicBezTo>
                      <a:pt x="120" y="369"/>
                      <a:pt x="88" y="400"/>
                      <a:pt x="60" y="375"/>
                    </a:cubicBezTo>
                    <a:cubicBezTo>
                      <a:pt x="32" y="349"/>
                      <a:pt x="54" y="339"/>
                      <a:pt x="61" y="331"/>
                    </a:cubicBezTo>
                    <a:cubicBezTo>
                      <a:pt x="68" y="323"/>
                      <a:pt x="132" y="256"/>
                      <a:pt x="132" y="256"/>
                    </a:cubicBezTo>
                    <a:cubicBezTo>
                      <a:pt x="132" y="256"/>
                      <a:pt x="148" y="243"/>
                      <a:pt x="164" y="256"/>
                    </a:cubicBezTo>
                    <a:cubicBezTo>
                      <a:pt x="180" y="269"/>
                      <a:pt x="162" y="285"/>
                      <a:pt x="158" y="285"/>
                    </a:cubicBezTo>
                    <a:cubicBezTo>
                      <a:pt x="154" y="285"/>
                      <a:pt x="140" y="297"/>
                      <a:pt x="140" y="297"/>
                    </a:cubicBezTo>
                    <a:cubicBezTo>
                      <a:pt x="140" y="297"/>
                      <a:pt x="127" y="315"/>
                      <a:pt x="149" y="303"/>
                    </a:cubicBezTo>
                    <a:cubicBezTo>
                      <a:pt x="171" y="290"/>
                      <a:pt x="186" y="271"/>
                      <a:pt x="186" y="271"/>
                    </a:cubicBezTo>
                    <a:cubicBezTo>
                      <a:pt x="186" y="271"/>
                      <a:pt x="191" y="251"/>
                      <a:pt x="190" y="243"/>
                    </a:cubicBezTo>
                    <a:cubicBezTo>
                      <a:pt x="190" y="236"/>
                      <a:pt x="194" y="215"/>
                      <a:pt x="171" y="223"/>
                    </a:cubicBezTo>
                    <a:cubicBezTo>
                      <a:pt x="148" y="232"/>
                      <a:pt x="102" y="230"/>
                      <a:pt x="74" y="250"/>
                    </a:cubicBezTo>
                    <a:cubicBezTo>
                      <a:pt x="46" y="270"/>
                      <a:pt x="44" y="267"/>
                      <a:pt x="40" y="271"/>
                    </a:cubicBezTo>
                    <a:cubicBezTo>
                      <a:pt x="37" y="276"/>
                      <a:pt x="19" y="277"/>
                      <a:pt x="12" y="265"/>
                    </a:cubicBezTo>
                    <a:cubicBezTo>
                      <a:pt x="4" y="253"/>
                      <a:pt x="0" y="224"/>
                      <a:pt x="0" y="2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 bwMode="auto">
              <a:xfrm>
                <a:off x="8037513" y="1895476"/>
                <a:ext cx="500063" cy="747713"/>
              </a:xfrm>
              <a:custGeom>
                <a:avLst/>
                <a:gdLst>
                  <a:gd name="T0" fmla="*/ 0 w 326"/>
                  <a:gd name="T1" fmla="*/ 144 h 486"/>
                  <a:gd name="T2" fmla="*/ 90 w 326"/>
                  <a:gd name="T3" fmla="*/ 142 h 486"/>
                  <a:gd name="T4" fmla="*/ 160 w 326"/>
                  <a:gd name="T5" fmla="*/ 122 h 486"/>
                  <a:gd name="T6" fmla="*/ 214 w 326"/>
                  <a:gd name="T7" fmla="*/ 80 h 486"/>
                  <a:gd name="T8" fmla="*/ 288 w 326"/>
                  <a:gd name="T9" fmla="*/ 0 h 486"/>
                  <a:gd name="T10" fmla="*/ 294 w 326"/>
                  <a:gd name="T11" fmla="*/ 30 h 486"/>
                  <a:gd name="T12" fmla="*/ 258 w 326"/>
                  <a:gd name="T13" fmla="*/ 84 h 486"/>
                  <a:gd name="T14" fmla="*/ 282 w 326"/>
                  <a:gd name="T15" fmla="*/ 92 h 486"/>
                  <a:gd name="T16" fmla="*/ 236 w 326"/>
                  <a:gd name="T17" fmla="*/ 130 h 486"/>
                  <a:gd name="T18" fmla="*/ 224 w 326"/>
                  <a:gd name="T19" fmla="*/ 178 h 486"/>
                  <a:gd name="T20" fmla="*/ 258 w 326"/>
                  <a:gd name="T21" fmla="*/ 188 h 486"/>
                  <a:gd name="T22" fmla="*/ 264 w 326"/>
                  <a:gd name="T23" fmla="*/ 218 h 486"/>
                  <a:gd name="T24" fmla="*/ 212 w 326"/>
                  <a:gd name="T25" fmla="*/ 270 h 486"/>
                  <a:gd name="T26" fmla="*/ 202 w 326"/>
                  <a:gd name="T27" fmla="*/ 468 h 486"/>
                  <a:gd name="T28" fmla="*/ 162 w 326"/>
                  <a:gd name="T29" fmla="*/ 470 h 486"/>
                  <a:gd name="T30" fmla="*/ 108 w 326"/>
                  <a:gd name="T31" fmla="*/ 386 h 486"/>
                  <a:gd name="T32" fmla="*/ 72 w 326"/>
                  <a:gd name="T33" fmla="*/ 326 h 486"/>
                  <a:gd name="T34" fmla="*/ 177 w 326"/>
                  <a:gd name="T35" fmla="*/ 219 h 486"/>
                  <a:gd name="T36" fmla="*/ 194 w 326"/>
                  <a:gd name="T37" fmla="*/ 145 h 486"/>
                  <a:gd name="T38" fmla="*/ 118 w 326"/>
                  <a:gd name="T39" fmla="*/ 159 h 486"/>
                  <a:gd name="T40" fmla="*/ 0 w 326"/>
                  <a:gd name="T41" fmla="*/ 144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26" h="486">
                    <a:moveTo>
                      <a:pt x="0" y="144"/>
                    </a:moveTo>
                    <a:cubicBezTo>
                      <a:pt x="0" y="144"/>
                      <a:pt x="60" y="152"/>
                      <a:pt x="90" y="142"/>
                    </a:cubicBezTo>
                    <a:cubicBezTo>
                      <a:pt x="120" y="132"/>
                      <a:pt x="136" y="124"/>
                      <a:pt x="160" y="122"/>
                    </a:cubicBezTo>
                    <a:cubicBezTo>
                      <a:pt x="184" y="120"/>
                      <a:pt x="196" y="114"/>
                      <a:pt x="214" y="80"/>
                    </a:cubicBezTo>
                    <a:cubicBezTo>
                      <a:pt x="232" y="46"/>
                      <a:pt x="250" y="0"/>
                      <a:pt x="288" y="0"/>
                    </a:cubicBezTo>
                    <a:cubicBezTo>
                      <a:pt x="326" y="0"/>
                      <a:pt x="314" y="26"/>
                      <a:pt x="294" y="30"/>
                    </a:cubicBezTo>
                    <a:cubicBezTo>
                      <a:pt x="274" y="34"/>
                      <a:pt x="256" y="68"/>
                      <a:pt x="258" y="84"/>
                    </a:cubicBezTo>
                    <a:cubicBezTo>
                      <a:pt x="260" y="100"/>
                      <a:pt x="288" y="86"/>
                      <a:pt x="282" y="92"/>
                    </a:cubicBezTo>
                    <a:cubicBezTo>
                      <a:pt x="276" y="98"/>
                      <a:pt x="252" y="118"/>
                      <a:pt x="236" y="130"/>
                    </a:cubicBezTo>
                    <a:cubicBezTo>
                      <a:pt x="220" y="142"/>
                      <a:pt x="224" y="178"/>
                      <a:pt x="224" y="178"/>
                    </a:cubicBezTo>
                    <a:cubicBezTo>
                      <a:pt x="224" y="178"/>
                      <a:pt x="256" y="174"/>
                      <a:pt x="258" y="188"/>
                    </a:cubicBezTo>
                    <a:cubicBezTo>
                      <a:pt x="260" y="202"/>
                      <a:pt x="264" y="218"/>
                      <a:pt x="264" y="218"/>
                    </a:cubicBezTo>
                    <a:cubicBezTo>
                      <a:pt x="264" y="218"/>
                      <a:pt x="218" y="246"/>
                      <a:pt x="212" y="270"/>
                    </a:cubicBezTo>
                    <a:cubicBezTo>
                      <a:pt x="206" y="294"/>
                      <a:pt x="202" y="468"/>
                      <a:pt x="202" y="468"/>
                    </a:cubicBezTo>
                    <a:cubicBezTo>
                      <a:pt x="202" y="468"/>
                      <a:pt x="184" y="486"/>
                      <a:pt x="162" y="470"/>
                    </a:cubicBezTo>
                    <a:cubicBezTo>
                      <a:pt x="140" y="454"/>
                      <a:pt x="108" y="386"/>
                      <a:pt x="108" y="386"/>
                    </a:cubicBezTo>
                    <a:cubicBezTo>
                      <a:pt x="108" y="386"/>
                      <a:pt x="36" y="377"/>
                      <a:pt x="72" y="326"/>
                    </a:cubicBezTo>
                    <a:cubicBezTo>
                      <a:pt x="72" y="326"/>
                      <a:pt x="170" y="227"/>
                      <a:pt x="177" y="219"/>
                    </a:cubicBezTo>
                    <a:cubicBezTo>
                      <a:pt x="183" y="211"/>
                      <a:pt x="194" y="151"/>
                      <a:pt x="194" y="145"/>
                    </a:cubicBezTo>
                    <a:cubicBezTo>
                      <a:pt x="194" y="145"/>
                      <a:pt x="151" y="139"/>
                      <a:pt x="118" y="159"/>
                    </a:cubicBezTo>
                    <a:cubicBezTo>
                      <a:pt x="85" y="179"/>
                      <a:pt x="35" y="177"/>
                      <a:pt x="0" y="1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 bwMode="auto">
              <a:xfrm>
                <a:off x="8229601" y="2335213"/>
                <a:ext cx="82550" cy="207963"/>
              </a:xfrm>
              <a:custGeom>
                <a:avLst/>
                <a:gdLst>
                  <a:gd name="T0" fmla="*/ 53 w 54"/>
                  <a:gd name="T1" fmla="*/ 0 h 135"/>
                  <a:gd name="T2" fmla="*/ 49 w 54"/>
                  <a:gd name="T3" fmla="*/ 123 h 135"/>
                  <a:gd name="T4" fmla="*/ 21 w 54"/>
                  <a:gd name="T5" fmla="*/ 120 h 135"/>
                  <a:gd name="T6" fmla="*/ 0 w 54"/>
                  <a:gd name="T7" fmla="*/ 85 h 135"/>
                  <a:gd name="T8" fmla="*/ 53 w 54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135">
                    <a:moveTo>
                      <a:pt x="53" y="0"/>
                    </a:moveTo>
                    <a:cubicBezTo>
                      <a:pt x="53" y="0"/>
                      <a:pt x="54" y="111"/>
                      <a:pt x="49" y="123"/>
                    </a:cubicBezTo>
                    <a:cubicBezTo>
                      <a:pt x="44" y="135"/>
                      <a:pt x="32" y="135"/>
                      <a:pt x="21" y="120"/>
                    </a:cubicBezTo>
                    <a:cubicBezTo>
                      <a:pt x="10" y="105"/>
                      <a:pt x="0" y="89"/>
                      <a:pt x="0" y="85"/>
                    </a:cubicBezTo>
                    <a:cubicBezTo>
                      <a:pt x="0" y="81"/>
                      <a:pt x="36" y="4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02" name="任意多边形: 形状 101"/>
              <p:cNvSpPr>
                <a:spLocks noEditPoints="1"/>
              </p:cNvSpPr>
              <p:nvPr/>
            </p:nvSpPr>
            <p:spPr bwMode="auto">
              <a:xfrm>
                <a:off x="8435976" y="1885951"/>
                <a:ext cx="563563" cy="654050"/>
              </a:xfrm>
              <a:custGeom>
                <a:avLst/>
                <a:gdLst>
                  <a:gd name="T0" fmla="*/ 291 w 367"/>
                  <a:gd name="T1" fmla="*/ 336 h 425"/>
                  <a:gd name="T2" fmla="*/ 208 w 367"/>
                  <a:gd name="T3" fmla="*/ 303 h 425"/>
                  <a:gd name="T4" fmla="*/ 214 w 367"/>
                  <a:gd name="T5" fmla="*/ 229 h 425"/>
                  <a:gd name="T6" fmla="*/ 155 w 367"/>
                  <a:gd name="T7" fmla="*/ 180 h 425"/>
                  <a:gd name="T8" fmla="*/ 180 w 367"/>
                  <a:gd name="T9" fmla="*/ 141 h 425"/>
                  <a:gd name="T10" fmla="*/ 240 w 367"/>
                  <a:gd name="T11" fmla="*/ 100 h 425"/>
                  <a:gd name="T12" fmla="*/ 174 w 367"/>
                  <a:gd name="T13" fmla="*/ 69 h 425"/>
                  <a:gd name="T14" fmla="*/ 180 w 367"/>
                  <a:gd name="T15" fmla="*/ 37 h 425"/>
                  <a:gd name="T16" fmla="*/ 134 w 367"/>
                  <a:gd name="T17" fmla="*/ 0 h 425"/>
                  <a:gd name="T18" fmla="*/ 124 w 367"/>
                  <a:gd name="T19" fmla="*/ 91 h 425"/>
                  <a:gd name="T20" fmla="*/ 50 w 367"/>
                  <a:gd name="T21" fmla="*/ 135 h 425"/>
                  <a:gd name="T22" fmla="*/ 38 w 367"/>
                  <a:gd name="T23" fmla="*/ 164 h 425"/>
                  <a:gd name="T24" fmla="*/ 88 w 367"/>
                  <a:gd name="T25" fmla="*/ 172 h 425"/>
                  <a:gd name="T26" fmla="*/ 106 w 367"/>
                  <a:gd name="T27" fmla="*/ 183 h 425"/>
                  <a:gd name="T28" fmla="*/ 92 w 367"/>
                  <a:gd name="T29" fmla="*/ 212 h 425"/>
                  <a:gd name="T30" fmla="*/ 72 w 367"/>
                  <a:gd name="T31" fmla="*/ 223 h 425"/>
                  <a:gd name="T32" fmla="*/ 27 w 367"/>
                  <a:gd name="T33" fmla="*/ 189 h 425"/>
                  <a:gd name="T34" fmla="*/ 24 w 367"/>
                  <a:gd name="T35" fmla="*/ 233 h 425"/>
                  <a:gd name="T36" fmla="*/ 18 w 367"/>
                  <a:gd name="T37" fmla="*/ 256 h 425"/>
                  <a:gd name="T38" fmla="*/ 36 w 367"/>
                  <a:gd name="T39" fmla="*/ 245 h 425"/>
                  <a:gd name="T40" fmla="*/ 111 w 367"/>
                  <a:gd name="T41" fmla="*/ 293 h 425"/>
                  <a:gd name="T42" fmla="*/ 110 w 367"/>
                  <a:gd name="T43" fmla="*/ 336 h 425"/>
                  <a:gd name="T44" fmla="*/ 39 w 367"/>
                  <a:gd name="T45" fmla="*/ 339 h 425"/>
                  <a:gd name="T46" fmla="*/ 0 w 367"/>
                  <a:gd name="T47" fmla="*/ 315 h 425"/>
                  <a:gd name="T48" fmla="*/ 118 w 367"/>
                  <a:gd name="T49" fmla="*/ 395 h 425"/>
                  <a:gd name="T50" fmla="*/ 203 w 367"/>
                  <a:gd name="T51" fmla="*/ 352 h 425"/>
                  <a:gd name="T52" fmla="*/ 311 w 367"/>
                  <a:gd name="T53" fmla="*/ 403 h 425"/>
                  <a:gd name="T54" fmla="*/ 347 w 367"/>
                  <a:gd name="T55" fmla="*/ 404 h 425"/>
                  <a:gd name="T56" fmla="*/ 291 w 367"/>
                  <a:gd name="T57" fmla="*/ 336 h 425"/>
                  <a:gd name="T58" fmla="*/ 150 w 367"/>
                  <a:gd name="T59" fmla="*/ 272 h 425"/>
                  <a:gd name="T60" fmla="*/ 131 w 367"/>
                  <a:gd name="T61" fmla="*/ 248 h 425"/>
                  <a:gd name="T62" fmla="*/ 172 w 367"/>
                  <a:gd name="T63" fmla="*/ 251 h 425"/>
                  <a:gd name="T64" fmla="*/ 150 w 367"/>
                  <a:gd name="T65" fmla="*/ 272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7" h="425">
                    <a:moveTo>
                      <a:pt x="291" y="336"/>
                    </a:moveTo>
                    <a:cubicBezTo>
                      <a:pt x="252" y="312"/>
                      <a:pt x="206" y="311"/>
                      <a:pt x="208" y="303"/>
                    </a:cubicBezTo>
                    <a:cubicBezTo>
                      <a:pt x="211" y="295"/>
                      <a:pt x="223" y="259"/>
                      <a:pt x="214" y="229"/>
                    </a:cubicBezTo>
                    <a:cubicBezTo>
                      <a:pt x="204" y="200"/>
                      <a:pt x="155" y="180"/>
                      <a:pt x="155" y="180"/>
                    </a:cubicBezTo>
                    <a:cubicBezTo>
                      <a:pt x="155" y="180"/>
                      <a:pt x="158" y="155"/>
                      <a:pt x="180" y="141"/>
                    </a:cubicBezTo>
                    <a:cubicBezTo>
                      <a:pt x="203" y="128"/>
                      <a:pt x="242" y="123"/>
                      <a:pt x="240" y="100"/>
                    </a:cubicBezTo>
                    <a:cubicBezTo>
                      <a:pt x="239" y="77"/>
                      <a:pt x="175" y="73"/>
                      <a:pt x="174" y="69"/>
                    </a:cubicBezTo>
                    <a:cubicBezTo>
                      <a:pt x="172" y="65"/>
                      <a:pt x="179" y="60"/>
                      <a:pt x="180" y="37"/>
                    </a:cubicBezTo>
                    <a:cubicBezTo>
                      <a:pt x="182" y="15"/>
                      <a:pt x="134" y="0"/>
                      <a:pt x="134" y="0"/>
                    </a:cubicBezTo>
                    <a:cubicBezTo>
                      <a:pt x="134" y="0"/>
                      <a:pt x="135" y="76"/>
                      <a:pt x="124" y="91"/>
                    </a:cubicBezTo>
                    <a:cubicBezTo>
                      <a:pt x="114" y="105"/>
                      <a:pt x="87" y="125"/>
                      <a:pt x="50" y="135"/>
                    </a:cubicBezTo>
                    <a:cubicBezTo>
                      <a:pt x="12" y="144"/>
                      <a:pt x="31" y="156"/>
                      <a:pt x="38" y="164"/>
                    </a:cubicBezTo>
                    <a:cubicBezTo>
                      <a:pt x="44" y="172"/>
                      <a:pt x="80" y="183"/>
                      <a:pt x="88" y="172"/>
                    </a:cubicBezTo>
                    <a:cubicBezTo>
                      <a:pt x="96" y="161"/>
                      <a:pt x="107" y="176"/>
                      <a:pt x="106" y="183"/>
                    </a:cubicBezTo>
                    <a:cubicBezTo>
                      <a:pt x="104" y="189"/>
                      <a:pt x="91" y="201"/>
                      <a:pt x="92" y="212"/>
                    </a:cubicBezTo>
                    <a:cubicBezTo>
                      <a:pt x="94" y="223"/>
                      <a:pt x="99" y="256"/>
                      <a:pt x="72" y="223"/>
                    </a:cubicBezTo>
                    <a:cubicBezTo>
                      <a:pt x="46" y="189"/>
                      <a:pt x="27" y="189"/>
                      <a:pt x="27" y="189"/>
                    </a:cubicBezTo>
                    <a:cubicBezTo>
                      <a:pt x="27" y="189"/>
                      <a:pt x="24" y="225"/>
                      <a:pt x="24" y="233"/>
                    </a:cubicBezTo>
                    <a:cubicBezTo>
                      <a:pt x="24" y="241"/>
                      <a:pt x="18" y="256"/>
                      <a:pt x="18" y="256"/>
                    </a:cubicBezTo>
                    <a:cubicBezTo>
                      <a:pt x="24" y="247"/>
                      <a:pt x="36" y="245"/>
                      <a:pt x="36" y="245"/>
                    </a:cubicBezTo>
                    <a:cubicBezTo>
                      <a:pt x="36" y="245"/>
                      <a:pt x="79" y="265"/>
                      <a:pt x="111" y="293"/>
                    </a:cubicBezTo>
                    <a:cubicBezTo>
                      <a:pt x="143" y="321"/>
                      <a:pt x="110" y="336"/>
                      <a:pt x="110" y="336"/>
                    </a:cubicBezTo>
                    <a:cubicBezTo>
                      <a:pt x="110" y="336"/>
                      <a:pt x="63" y="348"/>
                      <a:pt x="39" y="339"/>
                    </a:cubicBezTo>
                    <a:cubicBezTo>
                      <a:pt x="15" y="329"/>
                      <a:pt x="0" y="315"/>
                      <a:pt x="0" y="315"/>
                    </a:cubicBezTo>
                    <a:cubicBezTo>
                      <a:pt x="19" y="387"/>
                      <a:pt x="103" y="399"/>
                      <a:pt x="118" y="395"/>
                    </a:cubicBezTo>
                    <a:cubicBezTo>
                      <a:pt x="132" y="391"/>
                      <a:pt x="187" y="336"/>
                      <a:pt x="203" y="352"/>
                    </a:cubicBezTo>
                    <a:cubicBezTo>
                      <a:pt x="219" y="368"/>
                      <a:pt x="311" y="403"/>
                      <a:pt x="311" y="403"/>
                    </a:cubicBezTo>
                    <a:cubicBezTo>
                      <a:pt x="311" y="403"/>
                      <a:pt x="339" y="425"/>
                      <a:pt x="347" y="404"/>
                    </a:cubicBezTo>
                    <a:cubicBezTo>
                      <a:pt x="367" y="371"/>
                      <a:pt x="291" y="336"/>
                      <a:pt x="291" y="336"/>
                    </a:cubicBezTo>
                    <a:close/>
                    <a:moveTo>
                      <a:pt x="150" y="272"/>
                    </a:moveTo>
                    <a:cubicBezTo>
                      <a:pt x="142" y="269"/>
                      <a:pt x="131" y="255"/>
                      <a:pt x="131" y="248"/>
                    </a:cubicBezTo>
                    <a:cubicBezTo>
                      <a:pt x="131" y="248"/>
                      <a:pt x="171" y="228"/>
                      <a:pt x="172" y="251"/>
                    </a:cubicBezTo>
                    <a:cubicBezTo>
                      <a:pt x="174" y="273"/>
                      <a:pt x="158" y="275"/>
                      <a:pt x="150" y="2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 bwMode="auto">
              <a:xfrm>
                <a:off x="9091613" y="1884363"/>
                <a:ext cx="712788" cy="741363"/>
              </a:xfrm>
              <a:custGeom>
                <a:avLst/>
                <a:gdLst>
                  <a:gd name="T0" fmla="*/ 32 w 464"/>
                  <a:gd name="T1" fmla="*/ 177 h 481"/>
                  <a:gd name="T2" fmla="*/ 87 w 464"/>
                  <a:gd name="T3" fmla="*/ 174 h 481"/>
                  <a:gd name="T4" fmla="*/ 149 w 464"/>
                  <a:gd name="T5" fmla="*/ 150 h 481"/>
                  <a:gd name="T6" fmla="*/ 175 w 464"/>
                  <a:gd name="T7" fmla="*/ 84 h 481"/>
                  <a:gd name="T8" fmla="*/ 181 w 464"/>
                  <a:gd name="T9" fmla="*/ 40 h 481"/>
                  <a:gd name="T10" fmla="*/ 153 w 464"/>
                  <a:gd name="T11" fmla="*/ 12 h 481"/>
                  <a:gd name="T12" fmla="*/ 209 w 464"/>
                  <a:gd name="T13" fmla="*/ 16 h 481"/>
                  <a:gd name="T14" fmla="*/ 240 w 464"/>
                  <a:gd name="T15" fmla="*/ 89 h 481"/>
                  <a:gd name="T16" fmla="*/ 231 w 464"/>
                  <a:gd name="T17" fmla="*/ 133 h 481"/>
                  <a:gd name="T18" fmla="*/ 327 w 464"/>
                  <a:gd name="T19" fmla="*/ 152 h 481"/>
                  <a:gd name="T20" fmla="*/ 317 w 464"/>
                  <a:gd name="T21" fmla="*/ 206 h 481"/>
                  <a:gd name="T22" fmla="*/ 260 w 464"/>
                  <a:gd name="T23" fmla="*/ 216 h 481"/>
                  <a:gd name="T24" fmla="*/ 253 w 464"/>
                  <a:gd name="T25" fmla="*/ 264 h 481"/>
                  <a:gd name="T26" fmla="*/ 364 w 464"/>
                  <a:gd name="T27" fmla="*/ 325 h 481"/>
                  <a:gd name="T28" fmla="*/ 453 w 464"/>
                  <a:gd name="T29" fmla="*/ 382 h 481"/>
                  <a:gd name="T30" fmla="*/ 347 w 464"/>
                  <a:gd name="T31" fmla="*/ 381 h 481"/>
                  <a:gd name="T32" fmla="*/ 203 w 464"/>
                  <a:gd name="T33" fmla="*/ 296 h 481"/>
                  <a:gd name="T34" fmla="*/ 169 w 464"/>
                  <a:gd name="T35" fmla="*/ 432 h 481"/>
                  <a:gd name="T36" fmla="*/ 32 w 464"/>
                  <a:gd name="T37" fmla="*/ 425 h 481"/>
                  <a:gd name="T38" fmla="*/ 24 w 464"/>
                  <a:gd name="T39" fmla="*/ 332 h 481"/>
                  <a:gd name="T40" fmla="*/ 113 w 464"/>
                  <a:gd name="T41" fmla="*/ 317 h 481"/>
                  <a:gd name="T42" fmla="*/ 124 w 464"/>
                  <a:gd name="T43" fmla="*/ 256 h 481"/>
                  <a:gd name="T44" fmla="*/ 32 w 464"/>
                  <a:gd name="T45" fmla="*/ 177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64" h="481">
                    <a:moveTo>
                      <a:pt x="32" y="177"/>
                    </a:moveTo>
                    <a:cubicBezTo>
                      <a:pt x="32" y="177"/>
                      <a:pt x="75" y="181"/>
                      <a:pt x="87" y="174"/>
                    </a:cubicBezTo>
                    <a:cubicBezTo>
                      <a:pt x="99" y="168"/>
                      <a:pt x="143" y="154"/>
                      <a:pt x="149" y="150"/>
                    </a:cubicBezTo>
                    <a:cubicBezTo>
                      <a:pt x="156" y="146"/>
                      <a:pt x="175" y="96"/>
                      <a:pt x="175" y="84"/>
                    </a:cubicBezTo>
                    <a:cubicBezTo>
                      <a:pt x="175" y="72"/>
                      <a:pt x="189" y="53"/>
                      <a:pt x="181" y="40"/>
                    </a:cubicBezTo>
                    <a:cubicBezTo>
                      <a:pt x="173" y="26"/>
                      <a:pt x="153" y="12"/>
                      <a:pt x="153" y="12"/>
                    </a:cubicBezTo>
                    <a:cubicBezTo>
                      <a:pt x="153" y="12"/>
                      <a:pt x="181" y="0"/>
                      <a:pt x="209" y="16"/>
                    </a:cubicBezTo>
                    <a:cubicBezTo>
                      <a:pt x="237" y="32"/>
                      <a:pt x="244" y="65"/>
                      <a:pt x="240" y="89"/>
                    </a:cubicBezTo>
                    <a:cubicBezTo>
                      <a:pt x="236" y="113"/>
                      <a:pt x="231" y="133"/>
                      <a:pt x="231" y="133"/>
                    </a:cubicBezTo>
                    <a:cubicBezTo>
                      <a:pt x="231" y="133"/>
                      <a:pt x="297" y="113"/>
                      <a:pt x="327" y="152"/>
                    </a:cubicBezTo>
                    <a:cubicBezTo>
                      <a:pt x="356" y="190"/>
                      <a:pt x="341" y="206"/>
                      <a:pt x="317" y="206"/>
                    </a:cubicBezTo>
                    <a:cubicBezTo>
                      <a:pt x="293" y="206"/>
                      <a:pt x="268" y="214"/>
                      <a:pt x="260" y="216"/>
                    </a:cubicBezTo>
                    <a:cubicBezTo>
                      <a:pt x="252" y="217"/>
                      <a:pt x="209" y="230"/>
                      <a:pt x="253" y="264"/>
                    </a:cubicBezTo>
                    <a:cubicBezTo>
                      <a:pt x="297" y="297"/>
                      <a:pt x="336" y="318"/>
                      <a:pt x="364" y="325"/>
                    </a:cubicBezTo>
                    <a:cubicBezTo>
                      <a:pt x="392" y="332"/>
                      <a:pt x="464" y="344"/>
                      <a:pt x="453" y="382"/>
                    </a:cubicBezTo>
                    <a:cubicBezTo>
                      <a:pt x="443" y="421"/>
                      <a:pt x="383" y="400"/>
                      <a:pt x="347" y="381"/>
                    </a:cubicBezTo>
                    <a:cubicBezTo>
                      <a:pt x="311" y="362"/>
                      <a:pt x="213" y="301"/>
                      <a:pt x="203" y="296"/>
                    </a:cubicBezTo>
                    <a:cubicBezTo>
                      <a:pt x="203" y="296"/>
                      <a:pt x="193" y="404"/>
                      <a:pt x="169" y="432"/>
                    </a:cubicBezTo>
                    <a:cubicBezTo>
                      <a:pt x="145" y="460"/>
                      <a:pt x="69" y="481"/>
                      <a:pt x="32" y="425"/>
                    </a:cubicBezTo>
                    <a:cubicBezTo>
                      <a:pt x="0" y="357"/>
                      <a:pt x="24" y="332"/>
                      <a:pt x="24" y="332"/>
                    </a:cubicBezTo>
                    <a:cubicBezTo>
                      <a:pt x="24" y="332"/>
                      <a:pt x="100" y="354"/>
                      <a:pt x="113" y="317"/>
                    </a:cubicBezTo>
                    <a:cubicBezTo>
                      <a:pt x="127" y="280"/>
                      <a:pt x="124" y="256"/>
                      <a:pt x="124" y="256"/>
                    </a:cubicBezTo>
                    <a:cubicBezTo>
                      <a:pt x="124" y="256"/>
                      <a:pt x="65" y="266"/>
                      <a:pt x="32" y="1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 bwMode="auto">
              <a:xfrm>
                <a:off x="9883776" y="1816101"/>
                <a:ext cx="776288" cy="704850"/>
              </a:xfrm>
              <a:custGeom>
                <a:avLst/>
                <a:gdLst>
                  <a:gd name="T0" fmla="*/ 78 w 506"/>
                  <a:gd name="T1" fmla="*/ 154 h 457"/>
                  <a:gd name="T2" fmla="*/ 18 w 506"/>
                  <a:gd name="T3" fmla="*/ 372 h 457"/>
                  <a:gd name="T4" fmla="*/ 0 w 506"/>
                  <a:gd name="T5" fmla="*/ 406 h 457"/>
                  <a:gd name="T6" fmla="*/ 42 w 506"/>
                  <a:gd name="T7" fmla="*/ 441 h 457"/>
                  <a:gd name="T8" fmla="*/ 56 w 506"/>
                  <a:gd name="T9" fmla="*/ 416 h 457"/>
                  <a:gd name="T10" fmla="*/ 85 w 506"/>
                  <a:gd name="T11" fmla="*/ 268 h 457"/>
                  <a:gd name="T12" fmla="*/ 274 w 506"/>
                  <a:gd name="T13" fmla="*/ 193 h 457"/>
                  <a:gd name="T14" fmla="*/ 376 w 506"/>
                  <a:gd name="T15" fmla="*/ 193 h 457"/>
                  <a:gd name="T16" fmla="*/ 381 w 506"/>
                  <a:gd name="T17" fmla="*/ 236 h 457"/>
                  <a:gd name="T18" fmla="*/ 425 w 506"/>
                  <a:gd name="T19" fmla="*/ 270 h 457"/>
                  <a:gd name="T20" fmla="*/ 468 w 506"/>
                  <a:gd name="T21" fmla="*/ 196 h 457"/>
                  <a:gd name="T22" fmla="*/ 404 w 506"/>
                  <a:gd name="T23" fmla="*/ 150 h 457"/>
                  <a:gd name="T24" fmla="*/ 296 w 506"/>
                  <a:gd name="T25" fmla="*/ 149 h 457"/>
                  <a:gd name="T26" fmla="*/ 356 w 506"/>
                  <a:gd name="T27" fmla="*/ 57 h 457"/>
                  <a:gd name="T28" fmla="*/ 276 w 506"/>
                  <a:gd name="T29" fmla="*/ 25 h 457"/>
                  <a:gd name="T30" fmla="*/ 242 w 506"/>
                  <a:gd name="T31" fmla="*/ 57 h 457"/>
                  <a:gd name="T32" fmla="*/ 161 w 506"/>
                  <a:gd name="T33" fmla="*/ 82 h 457"/>
                  <a:gd name="T34" fmla="*/ 136 w 506"/>
                  <a:gd name="T35" fmla="*/ 68 h 457"/>
                  <a:gd name="T36" fmla="*/ 142 w 506"/>
                  <a:gd name="T37" fmla="*/ 124 h 457"/>
                  <a:gd name="T38" fmla="*/ 180 w 506"/>
                  <a:gd name="T39" fmla="*/ 113 h 457"/>
                  <a:gd name="T40" fmla="*/ 216 w 506"/>
                  <a:gd name="T41" fmla="*/ 90 h 457"/>
                  <a:gd name="T42" fmla="*/ 257 w 506"/>
                  <a:gd name="T43" fmla="*/ 97 h 457"/>
                  <a:gd name="T44" fmla="*/ 270 w 506"/>
                  <a:gd name="T45" fmla="*/ 52 h 457"/>
                  <a:gd name="T46" fmla="*/ 305 w 506"/>
                  <a:gd name="T47" fmla="*/ 37 h 457"/>
                  <a:gd name="T48" fmla="*/ 281 w 506"/>
                  <a:gd name="T49" fmla="*/ 89 h 457"/>
                  <a:gd name="T50" fmla="*/ 185 w 506"/>
                  <a:gd name="T51" fmla="*/ 190 h 457"/>
                  <a:gd name="T52" fmla="*/ 97 w 506"/>
                  <a:gd name="T53" fmla="*/ 217 h 457"/>
                  <a:gd name="T54" fmla="*/ 78 w 506"/>
                  <a:gd name="T55" fmla="*/ 154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06" h="457">
                    <a:moveTo>
                      <a:pt x="78" y="154"/>
                    </a:moveTo>
                    <a:cubicBezTo>
                      <a:pt x="78" y="154"/>
                      <a:pt x="28" y="345"/>
                      <a:pt x="18" y="372"/>
                    </a:cubicBezTo>
                    <a:cubicBezTo>
                      <a:pt x="9" y="398"/>
                      <a:pt x="0" y="406"/>
                      <a:pt x="0" y="406"/>
                    </a:cubicBezTo>
                    <a:cubicBezTo>
                      <a:pt x="0" y="406"/>
                      <a:pt x="4" y="434"/>
                      <a:pt x="42" y="441"/>
                    </a:cubicBezTo>
                    <a:cubicBezTo>
                      <a:pt x="42" y="441"/>
                      <a:pt x="50" y="457"/>
                      <a:pt x="56" y="416"/>
                    </a:cubicBezTo>
                    <a:cubicBezTo>
                      <a:pt x="61" y="374"/>
                      <a:pt x="78" y="270"/>
                      <a:pt x="85" y="268"/>
                    </a:cubicBezTo>
                    <a:cubicBezTo>
                      <a:pt x="92" y="265"/>
                      <a:pt x="256" y="198"/>
                      <a:pt x="274" y="193"/>
                    </a:cubicBezTo>
                    <a:cubicBezTo>
                      <a:pt x="293" y="188"/>
                      <a:pt x="356" y="181"/>
                      <a:pt x="376" y="193"/>
                    </a:cubicBezTo>
                    <a:cubicBezTo>
                      <a:pt x="396" y="205"/>
                      <a:pt x="394" y="230"/>
                      <a:pt x="381" y="236"/>
                    </a:cubicBezTo>
                    <a:cubicBezTo>
                      <a:pt x="381" y="236"/>
                      <a:pt x="372" y="281"/>
                      <a:pt x="425" y="270"/>
                    </a:cubicBezTo>
                    <a:cubicBezTo>
                      <a:pt x="478" y="260"/>
                      <a:pt x="506" y="241"/>
                      <a:pt x="468" y="196"/>
                    </a:cubicBezTo>
                    <a:cubicBezTo>
                      <a:pt x="429" y="150"/>
                      <a:pt x="404" y="150"/>
                      <a:pt x="404" y="150"/>
                    </a:cubicBezTo>
                    <a:cubicBezTo>
                      <a:pt x="296" y="149"/>
                      <a:pt x="296" y="149"/>
                      <a:pt x="296" y="149"/>
                    </a:cubicBezTo>
                    <a:cubicBezTo>
                      <a:pt x="296" y="149"/>
                      <a:pt x="353" y="84"/>
                      <a:pt x="356" y="57"/>
                    </a:cubicBezTo>
                    <a:cubicBezTo>
                      <a:pt x="358" y="30"/>
                      <a:pt x="321" y="0"/>
                      <a:pt x="276" y="25"/>
                    </a:cubicBezTo>
                    <a:cubicBezTo>
                      <a:pt x="242" y="57"/>
                      <a:pt x="242" y="57"/>
                      <a:pt x="242" y="57"/>
                    </a:cubicBezTo>
                    <a:cubicBezTo>
                      <a:pt x="242" y="57"/>
                      <a:pt x="214" y="36"/>
                      <a:pt x="161" y="82"/>
                    </a:cubicBezTo>
                    <a:cubicBezTo>
                      <a:pt x="161" y="82"/>
                      <a:pt x="138" y="78"/>
                      <a:pt x="136" y="68"/>
                    </a:cubicBezTo>
                    <a:cubicBezTo>
                      <a:pt x="136" y="68"/>
                      <a:pt x="118" y="101"/>
                      <a:pt x="142" y="124"/>
                    </a:cubicBezTo>
                    <a:cubicBezTo>
                      <a:pt x="166" y="146"/>
                      <a:pt x="181" y="132"/>
                      <a:pt x="180" y="113"/>
                    </a:cubicBezTo>
                    <a:cubicBezTo>
                      <a:pt x="178" y="94"/>
                      <a:pt x="202" y="44"/>
                      <a:pt x="216" y="90"/>
                    </a:cubicBezTo>
                    <a:cubicBezTo>
                      <a:pt x="257" y="97"/>
                      <a:pt x="257" y="97"/>
                      <a:pt x="257" y="97"/>
                    </a:cubicBezTo>
                    <a:cubicBezTo>
                      <a:pt x="257" y="97"/>
                      <a:pt x="261" y="60"/>
                      <a:pt x="270" y="52"/>
                    </a:cubicBezTo>
                    <a:cubicBezTo>
                      <a:pt x="280" y="44"/>
                      <a:pt x="297" y="29"/>
                      <a:pt x="305" y="37"/>
                    </a:cubicBezTo>
                    <a:cubicBezTo>
                      <a:pt x="313" y="45"/>
                      <a:pt x="301" y="64"/>
                      <a:pt x="281" y="89"/>
                    </a:cubicBezTo>
                    <a:cubicBezTo>
                      <a:pt x="261" y="114"/>
                      <a:pt x="217" y="174"/>
                      <a:pt x="185" y="190"/>
                    </a:cubicBezTo>
                    <a:cubicBezTo>
                      <a:pt x="153" y="206"/>
                      <a:pt x="97" y="217"/>
                      <a:pt x="97" y="217"/>
                    </a:cubicBezTo>
                    <a:cubicBezTo>
                      <a:pt x="97" y="217"/>
                      <a:pt x="121" y="166"/>
                      <a:pt x="78" y="1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 bwMode="auto">
              <a:xfrm>
                <a:off x="10123488" y="2149476"/>
                <a:ext cx="433388" cy="592138"/>
              </a:xfrm>
              <a:custGeom>
                <a:avLst/>
                <a:gdLst>
                  <a:gd name="T0" fmla="*/ 2 w 282"/>
                  <a:gd name="T1" fmla="*/ 54 h 384"/>
                  <a:gd name="T2" fmla="*/ 17 w 282"/>
                  <a:gd name="T3" fmla="*/ 57 h 384"/>
                  <a:gd name="T4" fmla="*/ 52 w 282"/>
                  <a:gd name="T5" fmla="*/ 46 h 384"/>
                  <a:gd name="T6" fmla="*/ 128 w 282"/>
                  <a:gd name="T7" fmla="*/ 16 h 384"/>
                  <a:gd name="T8" fmla="*/ 198 w 282"/>
                  <a:gd name="T9" fmla="*/ 29 h 384"/>
                  <a:gd name="T10" fmla="*/ 174 w 282"/>
                  <a:gd name="T11" fmla="*/ 85 h 384"/>
                  <a:gd name="T12" fmla="*/ 174 w 282"/>
                  <a:gd name="T13" fmla="*/ 106 h 384"/>
                  <a:gd name="T14" fmla="*/ 263 w 282"/>
                  <a:gd name="T15" fmla="*/ 118 h 384"/>
                  <a:gd name="T16" fmla="*/ 266 w 282"/>
                  <a:gd name="T17" fmla="*/ 168 h 384"/>
                  <a:gd name="T18" fmla="*/ 195 w 282"/>
                  <a:gd name="T19" fmla="*/ 168 h 384"/>
                  <a:gd name="T20" fmla="*/ 181 w 282"/>
                  <a:gd name="T21" fmla="*/ 185 h 384"/>
                  <a:gd name="T22" fmla="*/ 137 w 282"/>
                  <a:gd name="T23" fmla="*/ 365 h 384"/>
                  <a:gd name="T24" fmla="*/ 19 w 282"/>
                  <a:gd name="T25" fmla="*/ 239 h 384"/>
                  <a:gd name="T26" fmla="*/ 116 w 282"/>
                  <a:gd name="T27" fmla="*/ 279 h 384"/>
                  <a:gd name="T28" fmla="*/ 137 w 282"/>
                  <a:gd name="T29" fmla="*/ 181 h 384"/>
                  <a:gd name="T30" fmla="*/ 49 w 282"/>
                  <a:gd name="T31" fmla="*/ 210 h 384"/>
                  <a:gd name="T32" fmla="*/ 0 w 282"/>
                  <a:gd name="T33" fmla="*/ 152 h 384"/>
                  <a:gd name="T34" fmla="*/ 39 w 282"/>
                  <a:gd name="T35" fmla="*/ 136 h 384"/>
                  <a:gd name="T36" fmla="*/ 91 w 282"/>
                  <a:gd name="T37" fmla="*/ 130 h 384"/>
                  <a:gd name="T38" fmla="*/ 110 w 282"/>
                  <a:gd name="T39" fmla="*/ 122 h 384"/>
                  <a:gd name="T40" fmla="*/ 114 w 282"/>
                  <a:gd name="T41" fmla="*/ 84 h 384"/>
                  <a:gd name="T42" fmla="*/ 105 w 282"/>
                  <a:gd name="T43" fmla="*/ 55 h 384"/>
                  <a:gd name="T44" fmla="*/ 40 w 282"/>
                  <a:gd name="T45" fmla="*/ 97 h 384"/>
                  <a:gd name="T46" fmla="*/ 2 w 282"/>
                  <a:gd name="T47" fmla="*/ 5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82" h="384">
                    <a:moveTo>
                      <a:pt x="2" y="54"/>
                    </a:moveTo>
                    <a:cubicBezTo>
                      <a:pt x="2" y="54"/>
                      <a:pt x="9" y="52"/>
                      <a:pt x="17" y="57"/>
                    </a:cubicBezTo>
                    <a:cubicBezTo>
                      <a:pt x="25" y="62"/>
                      <a:pt x="44" y="53"/>
                      <a:pt x="52" y="46"/>
                    </a:cubicBezTo>
                    <a:cubicBezTo>
                      <a:pt x="60" y="40"/>
                      <a:pt x="113" y="20"/>
                      <a:pt x="128" y="16"/>
                    </a:cubicBezTo>
                    <a:cubicBezTo>
                      <a:pt x="142" y="12"/>
                      <a:pt x="186" y="0"/>
                      <a:pt x="198" y="29"/>
                    </a:cubicBezTo>
                    <a:cubicBezTo>
                      <a:pt x="210" y="58"/>
                      <a:pt x="180" y="77"/>
                      <a:pt x="174" y="85"/>
                    </a:cubicBezTo>
                    <a:cubicBezTo>
                      <a:pt x="169" y="93"/>
                      <a:pt x="174" y="106"/>
                      <a:pt x="174" y="106"/>
                    </a:cubicBezTo>
                    <a:cubicBezTo>
                      <a:pt x="174" y="106"/>
                      <a:pt x="249" y="100"/>
                      <a:pt x="263" y="118"/>
                    </a:cubicBezTo>
                    <a:cubicBezTo>
                      <a:pt x="263" y="118"/>
                      <a:pt x="282" y="150"/>
                      <a:pt x="266" y="168"/>
                    </a:cubicBezTo>
                    <a:cubicBezTo>
                      <a:pt x="249" y="186"/>
                      <a:pt x="203" y="164"/>
                      <a:pt x="195" y="168"/>
                    </a:cubicBezTo>
                    <a:cubicBezTo>
                      <a:pt x="187" y="172"/>
                      <a:pt x="181" y="168"/>
                      <a:pt x="181" y="185"/>
                    </a:cubicBezTo>
                    <a:cubicBezTo>
                      <a:pt x="181" y="202"/>
                      <a:pt x="185" y="346"/>
                      <a:pt x="137" y="365"/>
                    </a:cubicBezTo>
                    <a:cubicBezTo>
                      <a:pt x="89" y="384"/>
                      <a:pt x="14" y="288"/>
                      <a:pt x="19" y="239"/>
                    </a:cubicBezTo>
                    <a:cubicBezTo>
                      <a:pt x="19" y="239"/>
                      <a:pt x="87" y="288"/>
                      <a:pt x="116" y="279"/>
                    </a:cubicBezTo>
                    <a:cubicBezTo>
                      <a:pt x="145" y="270"/>
                      <a:pt x="138" y="187"/>
                      <a:pt x="137" y="181"/>
                    </a:cubicBezTo>
                    <a:cubicBezTo>
                      <a:pt x="136" y="175"/>
                      <a:pt x="62" y="209"/>
                      <a:pt x="49" y="210"/>
                    </a:cubicBezTo>
                    <a:cubicBezTo>
                      <a:pt x="36" y="211"/>
                      <a:pt x="0" y="170"/>
                      <a:pt x="0" y="152"/>
                    </a:cubicBezTo>
                    <a:cubicBezTo>
                      <a:pt x="0" y="134"/>
                      <a:pt x="21" y="127"/>
                      <a:pt x="39" y="136"/>
                    </a:cubicBezTo>
                    <a:cubicBezTo>
                      <a:pt x="57" y="145"/>
                      <a:pt x="87" y="133"/>
                      <a:pt x="91" y="130"/>
                    </a:cubicBezTo>
                    <a:cubicBezTo>
                      <a:pt x="95" y="127"/>
                      <a:pt x="107" y="122"/>
                      <a:pt x="110" y="122"/>
                    </a:cubicBezTo>
                    <a:cubicBezTo>
                      <a:pt x="113" y="122"/>
                      <a:pt x="114" y="87"/>
                      <a:pt x="114" y="84"/>
                    </a:cubicBezTo>
                    <a:cubicBezTo>
                      <a:pt x="114" y="81"/>
                      <a:pt x="167" y="20"/>
                      <a:pt x="105" y="55"/>
                    </a:cubicBezTo>
                    <a:cubicBezTo>
                      <a:pt x="43" y="90"/>
                      <a:pt x="45" y="97"/>
                      <a:pt x="40" y="97"/>
                    </a:cubicBezTo>
                    <a:cubicBezTo>
                      <a:pt x="35" y="97"/>
                      <a:pt x="7" y="86"/>
                      <a:pt x="2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75330" y="714579"/>
              <a:ext cx="411605" cy="412976"/>
              <a:chOff x="1727201" y="1657351"/>
              <a:chExt cx="1430338" cy="1435100"/>
            </a:xfrm>
            <a:solidFill>
              <a:schemeClr val="accent1"/>
            </a:solidFill>
          </p:grpSpPr>
          <p:sp>
            <p:nvSpPr>
              <p:cNvPr id="29" name="任意多边形: 形状 28"/>
              <p:cNvSpPr>
                <a:spLocks noEditPoints="1"/>
              </p:cNvSpPr>
              <p:nvPr/>
            </p:nvSpPr>
            <p:spPr bwMode="auto">
              <a:xfrm>
                <a:off x="1982788" y="1912938"/>
                <a:ext cx="920750" cy="923925"/>
              </a:xfrm>
              <a:custGeom>
                <a:avLst/>
                <a:gdLst>
                  <a:gd name="T0" fmla="*/ 300 w 599"/>
                  <a:gd name="T1" fmla="*/ 599 h 599"/>
                  <a:gd name="T2" fmla="*/ 0 w 599"/>
                  <a:gd name="T3" fmla="*/ 300 h 599"/>
                  <a:gd name="T4" fmla="*/ 300 w 599"/>
                  <a:gd name="T5" fmla="*/ 0 h 599"/>
                  <a:gd name="T6" fmla="*/ 599 w 599"/>
                  <a:gd name="T7" fmla="*/ 300 h 599"/>
                  <a:gd name="T8" fmla="*/ 300 w 599"/>
                  <a:gd name="T9" fmla="*/ 599 h 599"/>
                  <a:gd name="T10" fmla="*/ 300 w 599"/>
                  <a:gd name="T11" fmla="*/ 6 h 599"/>
                  <a:gd name="T12" fmla="*/ 6 w 599"/>
                  <a:gd name="T13" fmla="*/ 300 h 599"/>
                  <a:gd name="T14" fmla="*/ 300 w 599"/>
                  <a:gd name="T15" fmla="*/ 593 h 599"/>
                  <a:gd name="T16" fmla="*/ 593 w 599"/>
                  <a:gd name="T17" fmla="*/ 300 h 599"/>
                  <a:gd name="T18" fmla="*/ 300 w 599"/>
                  <a:gd name="T19" fmla="*/ 6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9" h="599">
                    <a:moveTo>
                      <a:pt x="300" y="599"/>
                    </a:moveTo>
                    <a:cubicBezTo>
                      <a:pt x="135" y="599"/>
                      <a:pt x="0" y="464"/>
                      <a:pt x="0" y="300"/>
                    </a:cubicBezTo>
                    <a:cubicBezTo>
                      <a:pt x="0" y="135"/>
                      <a:pt x="135" y="0"/>
                      <a:pt x="300" y="0"/>
                    </a:cubicBezTo>
                    <a:cubicBezTo>
                      <a:pt x="464" y="0"/>
                      <a:pt x="599" y="135"/>
                      <a:pt x="599" y="300"/>
                    </a:cubicBezTo>
                    <a:cubicBezTo>
                      <a:pt x="599" y="464"/>
                      <a:pt x="464" y="599"/>
                      <a:pt x="300" y="599"/>
                    </a:cubicBezTo>
                    <a:close/>
                    <a:moveTo>
                      <a:pt x="300" y="6"/>
                    </a:moveTo>
                    <a:cubicBezTo>
                      <a:pt x="138" y="6"/>
                      <a:pt x="6" y="138"/>
                      <a:pt x="6" y="300"/>
                    </a:cubicBezTo>
                    <a:cubicBezTo>
                      <a:pt x="6" y="461"/>
                      <a:pt x="138" y="593"/>
                      <a:pt x="300" y="593"/>
                    </a:cubicBezTo>
                    <a:cubicBezTo>
                      <a:pt x="461" y="593"/>
                      <a:pt x="593" y="461"/>
                      <a:pt x="593" y="300"/>
                    </a:cubicBezTo>
                    <a:cubicBezTo>
                      <a:pt x="593" y="138"/>
                      <a:pt x="461" y="6"/>
                      <a:pt x="30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/>
              <p:cNvSpPr>
                <a:spLocks noEditPoints="1"/>
              </p:cNvSpPr>
              <p:nvPr/>
            </p:nvSpPr>
            <p:spPr bwMode="auto">
              <a:xfrm>
                <a:off x="1727201" y="1657351"/>
                <a:ext cx="1430338" cy="1435100"/>
              </a:xfrm>
              <a:custGeom>
                <a:avLst/>
                <a:gdLst>
                  <a:gd name="T0" fmla="*/ 466 w 931"/>
                  <a:gd name="T1" fmla="*/ 931 h 931"/>
                  <a:gd name="T2" fmla="*/ 0 w 931"/>
                  <a:gd name="T3" fmla="*/ 466 h 931"/>
                  <a:gd name="T4" fmla="*/ 466 w 931"/>
                  <a:gd name="T5" fmla="*/ 0 h 931"/>
                  <a:gd name="T6" fmla="*/ 931 w 931"/>
                  <a:gd name="T7" fmla="*/ 466 h 931"/>
                  <a:gd name="T8" fmla="*/ 466 w 931"/>
                  <a:gd name="T9" fmla="*/ 931 h 931"/>
                  <a:gd name="T10" fmla="*/ 466 w 931"/>
                  <a:gd name="T11" fmla="*/ 8 h 931"/>
                  <a:gd name="T12" fmla="*/ 8 w 931"/>
                  <a:gd name="T13" fmla="*/ 466 h 931"/>
                  <a:gd name="T14" fmla="*/ 466 w 931"/>
                  <a:gd name="T15" fmla="*/ 923 h 931"/>
                  <a:gd name="T16" fmla="*/ 923 w 931"/>
                  <a:gd name="T17" fmla="*/ 466 h 931"/>
                  <a:gd name="T18" fmla="*/ 466 w 931"/>
                  <a:gd name="T19" fmla="*/ 8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931">
                    <a:moveTo>
                      <a:pt x="466" y="931"/>
                    </a:moveTo>
                    <a:cubicBezTo>
                      <a:pt x="209" y="931"/>
                      <a:pt x="0" y="722"/>
                      <a:pt x="0" y="466"/>
                    </a:cubicBezTo>
                    <a:cubicBezTo>
                      <a:pt x="0" y="209"/>
                      <a:pt x="209" y="0"/>
                      <a:pt x="466" y="0"/>
                    </a:cubicBezTo>
                    <a:cubicBezTo>
                      <a:pt x="722" y="0"/>
                      <a:pt x="931" y="209"/>
                      <a:pt x="931" y="466"/>
                    </a:cubicBezTo>
                    <a:cubicBezTo>
                      <a:pt x="931" y="722"/>
                      <a:pt x="722" y="931"/>
                      <a:pt x="466" y="931"/>
                    </a:cubicBezTo>
                    <a:close/>
                    <a:moveTo>
                      <a:pt x="466" y="8"/>
                    </a:moveTo>
                    <a:cubicBezTo>
                      <a:pt x="213" y="8"/>
                      <a:pt x="8" y="213"/>
                      <a:pt x="8" y="466"/>
                    </a:cubicBezTo>
                    <a:cubicBezTo>
                      <a:pt x="8" y="718"/>
                      <a:pt x="213" y="923"/>
                      <a:pt x="466" y="923"/>
                    </a:cubicBezTo>
                    <a:cubicBezTo>
                      <a:pt x="718" y="923"/>
                      <a:pt x="923" y="718"/>
                      <a:pt x="923" y="466"/>
                    </a:cubicBezTo>
                    <a:cubicBezTo>
                      <a:pt x="923" y="213"/>
                      <a:pt x="718" y="8"/>
                      <a:pt x="46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任意多边形: 形状 30"/>
              <p:cNvSpPr/>
              <p:nvPr/>
            </p:nvSpPr>
            <p:spPr bwMode="auto">
              <a:xfrm>
                <a:off x="1831976" y="2405063"/>
                <a:ext cx="52388" cy="49213"/>
              </a:xfrm>
              <a:custGeom>
                <a:avLst/>
                <a:gdLst>
                  <a:gd name="T0" fmla="*/ 12 w 34"/>
                  <a:gd name="T1" fmla="*/ 17 h 32"/>
                  <a:gd name="T2" fmla="*/ 18 w 34"/>
                  <a:gd name="T3" fmla="*/ 16 h 32"/>
                  <a:gd name="T4" fmla="*/ 19 w 34"/>
                  <a:gd name="T5" fmla="*/ 30 h 32"/>
                  <a:gd name="T6" fmla="*/ 6 w 34"/>
                  <a:gd name="T7" fmla="*/ 32 h 32"/>
                  <a:gd name="T8" fmla="*/ 2 w 34"/>
                  <a:gd name="T9" fmla="*/ 26 h 32"/>
                  <a:gd name="T10" fmla="*/ 0 w 34"/>
                  <a:gd name="T11" fmla="*/ 18 h 32"/>
                  <a:gd name="T12" fmla="*/ 1 w 34"/>
                  <a:gd name="T13" fmla="*/ 9 h 32"/>
                  <a:gd name="T14" fmla="*/ 7 w 34"/>
                  <a:gd name="T15" fmla="*/ 3 h 32"/>
                  <a:gd name="T16" fmla="*/ 15 w 34"/>
                  <a:gd name="T17" fmla="*/ 0 h 32"/>
                  <a:gd name="T18" fmla="*/ 25 w 34"/>
                  <a:gd name="T19" fmla="*/ 1 h 32"/>
                  <a:gd name="T20" fmla="*/ 31 w 34"/>
                  <a:gd name="T21" fmla="*/ 7 h 32"/>
                  <a:gd name="T22" fmla="*/ 34 w 34"/>
                  <a:gd name="T23" fmla="*/ 15 h 32"/>
                  <a:gd name="T24" fmla="*/ 32 w 34"/>
                  <a:gd name="T25" fmla="*/ 24 h 32"/>
                  <a:gd name="T26" fmla="*/ 25 w 34"/>
                  <a:gd name="T27" fmla="*/ 29 h 32"/>
                  <a:gd name="T28" fmla="*/ 23 w 34"/>
                  <a:gd name="T29" fmla="*/ 23 h 32"/>
                  <a:gd name="T30" fmla="*/ 27 w 34"/>
                  <a:gd name="T31" fmla="*/ 20 h 32"/>
                  <a:gd name="T32" fmla="*/ 28 w 34"/>
                  <a:gd name="T33" fmla="*/ 15 h 32"/>
                  <a:gd name="T34" fmla="*/ 25 w 34"/>
                  <a:gd name="T35" fmla="*/ 8 h 32"/>
                  <a:gd name="T36" fmla="*/ 16 w 34"/>
                  <a:gd name="T37" fmla="*/ 7 h 32"/>
                  <a:gd name="T38" fmla="*/ 8 w 34"/>
                  <a:gd name="T39" fmla="*/ 10 h 32"/>
                  <a:gd name="T40" fmla="*/ 5 w 34"/>
                  <a:gd name="T41" fmla="*/ 17 h 32"/>
                  <a:gd name="T42" fmla="*/ 7 w 34"/>
                  <a:gd name="T43" fmla="*/ 21 h 32"/>
                  <a:gd name="T44" fmla="*/ 9 w 34"/>
                  <a:gd name="T45" fmla="*/ 25 h 32"/>
                  <a:gd name="T46" fmla="*/ 13 w 34"/>
                  <a:gd name="T47" fmla="*/ 24 h 32"/>
                  <a:gd name="T48" fmla="*/ 12 w 34"/>
                  <a:gd name="T49" fmla="*/ 1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" h="32">
                    <a:moveTo>
                      <a:pt x="12" y="17"/>
                    </a:moveTo>
                    <a:cubicBezTo>
                      <a:pt x="18" y="16"/>
                      <a:pt x="18" y="16"/>
                      <a:pt x="18" y="16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5" y="30"/>
                      <a:pt x="3" y="28"/>
                      <a:pt x="2" y="26"/>
                    </a:cubicBezTo>
                    <a:cubicBezTo>
                      <a:pt x="1" y="23"/>
                      <a:pt x="0" y="21"/>
                      <a:pt x="0" y="18"/>
                    </a:cubicBezTo>
                    <a:cubicBezTo>
                      <a:pt x="0" y="15"/>
                      <a:pt x="0" y="12"/>
                      <a:pt x="1" y="9"/>
                    </a:cubicBezTo>
                    <a:cubicBezTo>
                      <a:pt x="2" y="6"/>
                      <a:pt x="4" y="4"/>
                      <a:pt x="7" y="3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9" y="0"/>
                      <a:pt x="22" y="0"/>
                      <a:pt x="25" y="1"/>
                    </a:cubicBezTo>
                    <a:cubicBezTo>
                      <a:pt x="27" y="2"/>
                      <a:pt x="30" y="4"/>
                      <a:pt x="31" y="7"/>
                    </a:cubicBezTo>
                    <a:cubicBezTo>
                      <a:pt x="33" y="9"/>
                      <a:pt x="33" y="11"/>
                      <a:pt x="34" y="15"/>
                    </a:cubicBezTo>
                    <a:cubicBezTo>
                      <a:pt x="34" y="19"/>
                      <a:pt x="33" y="22"/>
                      <a:pt x="32" y="24"/>
                    </a:cubicBezTo>
                    <a:cubicBezTo>
                      <a:pt x="30" y="27"/>
                      <a:pt x="28" y="28"/>
                      <a:pt x="25" y="29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5" y="22"/>
                      <a:pt x="26" y="21"/>
                      <a:pt x="27" y="20"/>
                    </a:cubicBezTo>
                    <a:cubicBezTo>
                      <a:pt x="28" y="19"/>
                      <a:pt x="28" y="17"/>
                      <a:pt x="28" y="15"/>
                    </a:cubicBezTo>
                    <a:cubicBezTo>
                      <a:pt x="28" y="12"/>
                      <a:pt x="27" y="10"/>
                      <a:pt x="25" y="8"/>
                    </a:cubicBezTo>
                    <a:cubicBezTo>
                      <a:pt x="23" y="7"/>
                      <a:pt x="20" y="6"/>
                      <a:pt x="16" y="7"/>
                    </a:cubicBezTo>
                    <a:cubicBezTo>
                      <a:pt x="12" y="7"/>
                      <a:pt x="10" y="8"/>
                      <a:pt x="8" y="10"/>
                    </a:cubicBezTo>
                    <a:cubicBezTo>
                      <a:pt x="6" y="12"/>
                      <a:pt x="5" y="14"/>
                      <a:pt x="5" y="17"/>
                    </a:cubicBezTo>
                    <a:cubicBezTo>
                      <a:pt x="6" y="18"/>
                      <a:pt x="6" y="20"/>
                      <a:pt x="7" y="21"/>
                    </a:cubicBezTo>
                    <a:cubicBezTo>
                      <a:pt x="7" y="23"/>
                      <a:pt x="8" y="24"/>
                      <a:pt x="9" y="25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/>
            </p:nvSpPr>
            <p:spPr bwMode="auto">
              <a:xfrm>
                <a:off x="1838326" y="2457451"/>
                <a:ext cx="55563" cy="46038"/>
              </a:xfrm>
              <a:custGeom>
                <a:avLst/>
                <a:gdLst>
                  <a:gd name="T0" fmla="*/ 31 w 36"/>
                  <a:gd name="T1" fmla="*/ 0 h 30"/>
                  <a:gd name="T2" fmla="*/ 32 w 36"/>
                  <a:gd name="T3" fmla="*/ 7 h 30"/>
                  <a:gd name="T4" fmla="*/ 15 w 36"/>
                  <a:gd name="T5" fmla="*/ 10 h 30"/>
                  <a:gd name="T6" fmla="*/ 10 w 36"/>
                  <a:gd name="T7" fmla="*/ 11 h 30"/>
                  <a:gd name="T8" fmla="*/ 7 w 36"/>
                  <a:gd name="T9" fmla="*/ 14 h 30"/>
                  <a:gd name="T10" fmla="*/ 6 w 36"/>
                  <a:gd name="T11" fmla="*/ 18 h 30"/>
                  <a:gd name="T12" fmla="*/ 8 w 36"/>
                  <a:gd name="T13" fmla="*/ 22 h 30"/>
                  <a:gd name="T14" fmla="*/ 11 w 36"/>
                  <a:gd name="T15" fmla="*/ 24 h 30"/>
                  <a:gd name="T16" fmla="*/ 17 w 36"/>
                  <a:gd name="T17" fmla="*/ 23 h 30"/>
                  <a:gd name="T18" fmla="*/ 35 w 36"/>
                  <a:gd name="T19" fmla="*/ 20 h 30"/>
                  <a:gd name="T20" fmla="*/ 36 w 36"/>
                  <a:gd name="T21" fmla="*/ 26 h 30"/>
                  <a:gd name="T22" fmla="*/ 19 w 36"/>
                  <a:gd name="T23" fmla="*/ 29 h 30"/>
                  <a:gd name="T24" fmla="*/ 11 w 36"/>
                  <a:gd name="T25" fmla="*/ 30 h 30"/>
                  <a:gd name="T26" fmla="*/ 6 w 36"/>
                  <a:gd name="T27" fmla="*/ 29 h 30"/>
                  <a:gd name="T28" fmla="*/ 3 w 36"/>
                  <a:gd name="T29" fmla="*/ 26 h 30"/>
                  <a:gd name="T30" fmla="*/ 1 w 36"/>
                  <a:gd name="T31" fmla="*/ 20 h 30"/>
                  <a:gd name="T32" fmla="*/ 1 w 36"/>
                  <a:gd name="T33" fmla="*/ 12 h 30"/>
                  <a:gd name="T34" fmla="*/ 3 w 36"/>
                  <a:gd name="T35" fmla="*/ 8 h 30"/>
                  <a:gd name="T36" fmla="*/ 6 w 36"/>
                  <a:gd name="T37" fmla="*/ 6 h 30"/>
                  <a:gd name="T38" fmla="*/ 14 w 36"/>
                  <a:gd name="T39" fmla="*/ 3 h 30"/>
                  <a:gd name="T40" fmla="*/ 31 w 36"/>
                  <a:gd name="T4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" h="30">
                    <a:moveTo>
                      <a:pt x="31" y="0"/>
                    </a:moveTo>
                    <a:cubicBezTo>
                      <a:pt x="32" y="7"/>
                      <a:pt x="32" y="7"/>
                      <a:pt x="32" y="7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2" y="11"/>
                      <a:pt x="10" y="11"/>
                      <a:pt x="10" y="11"/>
                    </a:cubicBezTo>
                    <a:cubicBezTo>
                      <a:pt x="8" y="12"/>
                      <a:pt x="7" y="13"/>
                      <a:pt x="7" y="14"/>
                    </a:cubicBezTo>
                    <a:cubicBezTo>
                      <a:pt x="6" y="15"/>
                      <a:pt x="6" y="17"/>
                      <a:pt x="6" y="18"/>
                    </a:cubicBezTo>
                    <a:cubicBezTo>
                      <a:pt x="7" y="20"/>
                      <a:pt x="7" y="22"/>
                      <a:pt x="8" y="22"/>
                    </a:cubicBezTo>
                    <a:cubicBezTo>
                      <a:pt x="9" y="23"/>
                      <a:pt x="10" y="24"/>
                      <a:pt x="11" y="24"/>
                    </a:cubicBezTo>
                    <a:cubicBezTo>
                      <a:pt x="12" y="24"/>
                      <a:pt x="14" y="23"/>
                      <a:pt x="17" y="23"/>
                    </a:cubicBezTo>
                    <a:cubicBezTo>
                      <a:pt x="35" y="20"/>
                      <a:pt x="35" y="20"/>
                      <a:pt x="35" y="20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5" y="30"/>
                      <a:pt x="12" y="30"/>
                      <a:pt x="11" y="30"/>
                    </a:cubicBezTo>
                    <a:cubicBezTo>
                      <a:pt x="9" y="30"/>
                      <a:pt x="7" y="30"/>
                      <a:pt x="6" y="29"/>
                    </a:cubicBezTo>
                    <a:cubicBezTo>
                      <a:pt x="5" y="28"/>
                      <a:pt x="4" y="27"/>
                      <a:pt x="3" y="26"/>
                    </a:cubicBezTo>
                    <a:cubicBezTo>
                      <a:pt x="2" y="24"/>
                      <a:pt x="1" y="22"/>
                      <a:pt x="1" y="20"/>
                    </a:cubicBezTo>
                    <a:cubicBezTo>
                      <a:pt x="0" y="16"/>
                      <a:pt x="0" y="14"/>
                      <a:pt x="1" y="12"/>
                    </a:cubicBezTo>
                    <a:cubicBezTo>
                      <a:pt x="1" y="11"/>
                      <a:pt x="2" y="9"/>
                      <a:pt x="3" y="8"/>
                    </a:cubicBezTo>
                    <a:cubicBezTo>
                      <a:pt x="4" y="7"/>
                      <a:pt x="5" y="6"/>
                      <a:pt x="6" y="6"/>
                    </a:cubicBezTo>
                    <a:cubicBezTo>
                      <a:pt x="8" y="5"/>
                      <a:pt x="10" y="4"/>
                      <a:pt x="14" y="3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/>
              <p:cNvSpPr/>
              <p:nvPr/>
            </p:nvSpPr>
            <p:spPr bwMode="auto">
              <a:xfrm>
                <a:off x="1847851" y="2506663"/>
                <a:ext cx="50800" cy="23813"/>
              </a:xfrm>
              <a:custGeom>
                <a:avLst/>
                <a:gdLst>
                  <a:gd name="T0" fmla="*/ 0 w 32"/>
                  <a:gd name="T1" fmla="*/ 8 h 15"/>
                  <a:gd name="T2" fmla="*/ 31 w 32"/>
                  <a:gd name="T3" fmla="*/ 0 h 15"/>
                  <a:gd name="T4" fmla="*/ 32 w 32"/>
                  <a:gd name="T5" fmla="*/ 7 h 15"/>
                  <a:gd name="T6" fmla="*/ 1 w 32"/>
                  <a:gd name="T7" fmla="*/ 15 h 15"/>
                  <a:gd name="T8" fmla="*/ 0 w 32"/>
                  <a:gd name="T9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5">
                    <a:moveTo>
                      <a:pt x="0" y="8"/>
                    </a:moveTo>
                    <a:lnTo>
                      <a:pt x="31" y="0"/>
                    </a:lnTo>
                    <a:lnTo>
                      <a:pt x="32" y="7"/>
                    </a:lnTo>
                    <a:lnTo>
                      <a:pt x="1" y="15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/>
              <p:cNvSpPr/>
              <p:nvPr/>
            </p:nvSpPr>
            <p:spPr bwMode="auto">
              <a:xfrm>
                <a:off x="1851026" y="2527301"/>
                <a:ext cx="50800" cy="47625"/>
              </a:xfrm>
              <a:custGeom>
                <a:avLst/>
                <a:gdLst>
                  <a:gd name="T0" fmla="*/ 0 w 32"/>
                  <a:gd name="T1" fmla="*/ 8 h 30"/>
                  <a:gd name="T2" fmla="*/ 30 w 32"/>
                  <a:gd name="T3" fmla="*/ 0 h 30"/>
                  <a:gd name="T4" fmla="*/ 32 w 32"/>
                  <a:gd name="T5" fmla="*/ 5 h 30"/>
                  <a:gd name="T6" fmla="*/ 7 w 32"/>
                  <a:gd name="T7" fmla="*/ 13 h 30"/>
                  <a:gd name="T8" fmla="*/ 12 w 32"/>
                  <a:gd name="T9" fmla="*/ 29 h 30"/>
                  <a:gd name="T10" fmla="*/ 7 w 32"/>
                  <a:gd name="T11" fmla="*/ 30 h 30"/>
                  <a:gd name="T12" fmla="*/ 0 w 32"/>
                  <a:gd name="T13" fmla="*/ 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0">
                    <a:moveTo>
                      <a:pt x="0" y="8"/>
                    </a:moveTo>
                    <a:lnTo>
                      <a:pt x="30" y="0"/>
                    </a:lnTo>
                    <a:lnTo>
                      <a:pt x="32" y="5"/>
                    </a:lnTo>
                    <a:lnTo>
                      <a:pt x="7" y="13"/>
                    </a:lnTo>
                    <a:lnTo>
                      <a:pt x="12" y="29"/>
                    </a:lnTo>
                    <a:lnTo>
                      <a:pt x="7" y="30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/>
              <p:cNvSpPr/>
              <p:nvPr/>
            </p:nvSpPr>
            <p:spPr bwMode="auto">
              <a:xfrm>
                <a:off x="1865313" y="2566988"/>
                <a:ext cx="50800" cy="25400"/>
              </a:xfrm>
              <a:custGeom>
                <a:avLst/>
                <a:gdLst>
                  <a:gd name="T0" fmla="*/ 0 w 32"/>
                  <a:gd name="T1" fmla="*/ 11 h 16"/>
                  <a:gd name="T2" fmla="*/ 30 w 32"/>
                  <a:gd name="T3" fmla="*/ 0 h 16"/>
                  <a:gd name="T4" fmla="*/ 32 w 32"/>
                  <a:gd name="T5" fmla="*/ 6 h 16"/>
                  <a:gd name="T6" fmla="*/ 2 w 32"/>
                  <a:gd name="T7" fmla="*/ 16 h 16"/>
                  <a:gd name="T8" fmla="*/ 0 w 32"/>
                  <a:gd name="T9" fmla="*/ 1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6">
                    <a:moveTo>
                      <a:pt x="0" y="11"/>
                    </a:moveTo>
                    <a:lnTo>
                      <a:pt x="30" y="0"/>
                    </a:lnTo>
                    <a:lnTo>
                      <a:pt x="32" y="6"/>
                    </a:lnTo>
                    <a:lnTo>
                      <a:pt x="2" y="16"/>
                    </a:ln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/>
            </p:nvSpPr>
            <p:spPr bwMode="auto">
              <a:xfrm>
                <a:off x="1873251" y="2586038"/>
                <a:ext cx="63500" cy="55563"/>
              </a:xfrm>
              <a:custGeom>
                <a:avLst/>
                <a:gdLst>
                  <a:gd name="T0" fmla="*/ 0 w 40"/>
                  <a:gd name="T1" fmla="*/ 12 h 35"/>
                  <a:gd name="T2" fmla="*/ 29 w 40"/>
                  <a:gd name="T3" fmla="*/ 0 h 35"/>
                  <a:gd name="T4" fmla="*/ 32 w 40"/>
                  <a:gd name="T5" fmla="*/ 5 h 35"/>
                  <a:gd name="T6" fmla="*/ 17 w 40"/>
                  <a:gd name="T7" fmla="*/ 26 h 35"/>
                  <a:gd name="T8" fmla="*/ 37 w 40"/>
                  <a:gd name="T9" fmla="*/ 17 h 35"/>
                  <a:gd name="T10" fmla="*/ 40 w 40"/>
                  <a:gd name="T11" fmla="*/ 23 h 35"/>
                  <a:gd name="T12" fmla="*/ 11 w 40"/>
                  <a:gd name="T13" fmla="*/ 35 h 35"/>
                  <a:gd name="T14" fmla="*/ 8 w 40"/>
                  <a:gd name="T15" fmla="*/ 30 h 35"/>
                  <a:gd name="T16" fmla="*/ 21 w 40"/>
                  <a:gd name="T17" fmla="*/ 9 h 35"/>
                  <a:gd name="T18" fmla="*/ 3 w 40"/>
                  <a:gd name="T19" fmla="*/ 18 h 35"/>
                  <a:gd name="T20" fmla="*/ 0 w 40"/>
                  <a:gd name="T2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35">
                    <a:moveTo>
                      <a:pt x="0" y="12"/>
                    </a:moveTo>
                    <a:lnTo>
                      <a:pt x="29" y="0"/>
                    </a:lnTo>
                    <a:lnTo>
                      <a:pt x="32" y="5"/>
                    </a:lnTo>
                    <a:lnTo>
                      <a:pt x="17" y="26"/>
                    </a:lnTo>
                    <a:lnTo>
                      <a:pt x="37" y="17"/>
                    </a:lnTo>
                    <a:lnTo>
                      <a:pt x="40" y="23"/>
                    </a:lnTo>
                    <a:lnTo>
                      <a:pt x="11" y="35"/>
                    </a:lnTo>
                    <a:lnTo>
                      <a:pt x="8" y="30"/>
                    </a:lnTo>
                    <a:lnTo>
                      <a:pt x="21" y="9"/>
                    </a:lnTo>
                    <a:lnTo>
                      <a:pt x="3" y="18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/>
            </p:nvSpPr>
            <p:spPr bwMode="auto">
              <a:xfrm>
                <a:off x="1914526" y="2654301"/>
                <a:ext cx="60325" cy="55563"/>
              </a:xfrm>
              <a:custGeom>
                <a:avLst/>
                <a:gdLst>
                  <a:gd name="T0" fmla="*/ 25 w 39"/>
                  <a:gd name="T1" fmla="*/ 0 h 36"/>
                  <a:gd name="T2" fmla="*/ 28 w 39"/>
                  <a:gd name="T3" fmla="*/ 6 h 36"/>
                  <a:gd name="T4" fmla="*/ 13 w 39"/>
                  <a:gd name="T5" fmla="*/ 15 h 36"/>
                  <a:gd name="T6" fmla="*/ 9 w 39"/>
                  <a:gd name="T7" fmla="*/ 18 h 36"/>
                  <a:gd name="T8" fmla="*/ 7 w 39"/>
                  <a:gd name="T9" fmla="*/ 22 h 36"/>
                  <a:gd name="T10" fmla="*/ 8 w 39"/>
                  <a:gd name="T11" fmla="*/ 26 h 36"/>
                  <a:gd name="T12" fmla="*/ 11 w 39"/>
                  <a:gd name="T13" fmla="*/ 29 h 36"/>
                  <a:gd name="T14" fmla="*/ 15 w 39"/>
                  <a:gd name="T15" fmla="*/ 29 h 36"/>
                  <a:gd name="T16" fmla="*/ 20 w 39"/>
                  <a:gd name="T17" fmla="*/ 26 h 36"/>
                  <a:gd name="T18" fmla="*/ 35 w 39"/>
                  <a:gd name="T19" fmla="*/ 17 h 36"/>
                  <a:gd name="T20" fmla="*/ 39 w 39"/>
                  <a:gd name="T21" fmla="*/ 23 h 36"/>
                  <a:gd name="T22" fmla="*/ 24 w 39"/>
                  <a:gd name="T23" fmla="*/ 32 h 36"/>
                  <a:gd name="T24" fmla="*/ 16 w 39"/>
                  <a:gd name="T25" fmla="*/ 35 h 36"/>
                  <a:gd name="T26" fmla="*/ 12 w 39"/>
                  <a:gd name="T27" fmla="*/ 36 h 36"/>
                  <a:gd name="T28" fmla="*/ 8 w 39"/>
                  <a:gd name="T29" fmla="*/ 34 h 36"/>
                  <a:gd name="T30" fmla="*/ 3 w 39"/>
                  <a:gd name="T31" fmla="*/ 29 h 36"/>
                  <a:gd name="T32" fmla="*/ 1 w 39"/>
                  <a:gd name="T33" fmla="*/ 23 h 36"/>
                  <a:gd name="T34" fmla="*/ 1 w 39"/>
                  <a:gd name="T35" fmla="*/ 18 h 36"/>
                  <a:gd name="T36" fmla="*/ 3 w 39"/>
                  <a:gd name="T37" fmla="*/ 14 h 36"/>
                  <a:gd name="T38" fmla="*/ 10 w 39"/>
                  <a:gd name="T39" fmla="*/ 9 h 36"/>
                  <a:gd name="T40" fmla="*/ 25 w 39"/>
                  <a:gd name="T4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9" h="36">
                    <a:moveTo>
                      <a:pt x="25" y="0"/>
                    </a:moveTo>
                    <a:cubicBezTo>
                      <a:pt x="28" y="6"/>
                      <a:pt x="28" y="6"/>
                      <a:pt x="28" y="6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1" y="17"/>
                      <a:pt x="9" y="18"/>
                      <a:pt x="9" y="18"/>
                    </a:cubicBezTo>
                    <a:cubicBezTo>
                      <a:pt x="8" y="19"/>
                      <a:pt x="7" y="20"/>
                      <a:pt x="7" y="22"/>
                    </a:cubicBezTo>
                    <a:cubicBezTo>
                      <a:pt x="7" y="23"/>
                      <a:pt x="7" y="24"/>
                      <a:pt x="8" y="26"/>
                    </a:cubicBezTo>
                    <a:cubicBezTo>
                      <a:pt x="9" y="28"/>
                      <a:pt x="10" y="29"/>
                      <a:pt x="11" y="29"/>
                    </a:cubicBezTo>
                    <a:cubicBezTo>
                      <a:pt x="12" y="29"/>
                      <a:pt x="14" y="29"/>
                      <a:pt x="15" y="29"/>
                    </a:cubicBezTo>
                    <a:cubicBezTo>
                      <a:pt x="16" y="29"/>
                      <a:pt x="17" y="28"/>
                      <a:pt x="20" y="26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0" y="34"/>
                      <a:pt x="18" y="35"/>
                      <a:pt x="16" y="35"/>
                    </a:cubicBezTo>
                    <a:cubicBezTo>
                      <a:pt x="15" y="36"/>
                      <a:pt x="13" y="36"/>
                      <a:pt x="12" y="36"/>
                    </a:cubicBezTo>
                    <a:cubicBezTo>
                      <a:pt x="10" y="36"/>
                      <a:pt x="9" y="35"/>
                      <a:pt x="8" y="34"/>
                    </a:cubicBezTo>
                    <a:cubicBezTo>
                      <a:pt x="6" y="33"/>
                      <a:pt x="5" y="31"/>
                      <a:pt x="3" y="29"/>
                    </a:cubicBezTo>
                    <a:cubicBezTo>
                      <a:pt x="2" y="27"/>
                      <a:pt x="1" y="24"/>
                      <a:pt x="1" y="23"/>
                    </a:cubicBezTo>
                    <a:cubicBezTo>
                      <a:pt x="0" y="21"/>
                      <a:pt x="0" y="19"/>
                      <a:pt x="1" y="18"/>
                    </a:cubicBezTo>
                    <a:cubicBezTo>
                      <a:pt x="1" y="16"/>
                      <a:pt x="2" y="15"/>
                      <a:pt x="3" y="14"/>
                    </a:cubicBezTo>
                    <a:cubicBezTo>
                      <a:pt x="4" y="13"/>
                      <a:pt x="7" y="11"/>
                      <a:pt x="10" y="9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/>
            </p:nvSpPr>
            <p:spPr bwMode="auto">
              <a:xfrm>
                <a:off x="1938338" y="2695576"/>
                <a:ext cx="63500" cy="63500"/>
              </a:xfrm>
              <a:custGeom>
                <a:avLst/>
                <a:gdLst>
                  <a:gd name="T0" fmla="*/ 0 w 40"/>
                  <a:gd name="T1" fmla="*/ 20 h 40"/>
                  <a:gd name="T2" fmla="*/ 26 w 40"/>
                  <a:gd name="T3" fmla="*/ 0 h 40"/>
                  <a:gd name="T4" fmla="*/ 30 w 40"/>
                  <a:gd name="T5" fmla="*/ 6 h 40"/>
                  <a:gd name="T6" fmla="*/ 20 w 40"/>
                  <a:gd name="T7" fmla="*/ 29 h 40"/>
                  <a:gd name="T8" fmla="*/ 37 w 40"/>
                  <a:gd name="T9" fmla="*/ 16 h 40"/>
                  <a:gd name="T10" fmla="*/ 40 w 40"/>
                  <a:gd name="T11" fmla="*/ 21 h 40"/>
                  <a:gd name="T12" fmla="*/ 15 w 40"/>
                  <a:gd name="T13" fmla="*/ 40 h 40"/>
                  <a:gd name="T14" fmla="*/ 11 w 40"/>
                  <a:gd name="T15" fmla="*/ 35 h 40"/>
                  <a:gd name="T16" fmla="*/ 20 w 40"/>
                  <a:gd name="T17" fmla="*/ 12 h 40"/>
                  <a:gd name="T18" fmla="*/ 4 w 40"/>
                  <a:gd name="T19" fmla="*/ 25 h 40"/>
                  <a:gd name="T20" fmla="*/ 0 w 40"/>
                  <a:gd name="T21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0">
                    <a:moveTo>
                      <a:pt x="0" y="20"/>
                    </a:moveTo>
                    <a:lnTo>
                      <a:pt x="26" y="0"/>
                    </a:lnTo>
                    <a:lnTo>
                      <a:pt x="30" y="6"/>
                    </a:lnTo>
                    <a:lnTo>
                      <a:pt x="20" y="29"/>
                    </a:lnTo>
                    <a:lnTo>
                      <a:pt x="37" y="16"/>
                    </a:lnTo>
                    <a:lnTo>
                      <a:pt x="40" y="21"/>
                    </a:lnTo>
                    <a:lnTo>
                      <a:pt x="15" y="40"/>
                    </a:lnTo>
                    <a:lnTo>
                      <a:pt x="11" y="35"/>
                    </a:lnTo>
                    <a:lnTo>
                      <a:pt x="20" y="12"/>
                    </a:lnTo>
                    <a:lnTo>
                      <a:pt x="4" y="25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/>
            </p:nvSpPr>
            <p:spPr bwMode="auto">
              <a:xfrm>
                <a:off x="1970088" y="2736851"/>
                <a:ext cx="46038" cy="39688"/>
              </a:xfrm>
              <a:custGeom>
                <a:avLst/>
                <a:gdLst>
                  <a:gd name="T0" fmla="*/ 0 w 29"/>
                  <a:gd name="T1" fmla="*/ 20 h 25"/>
                  <a:gd name="T2" fmla="*/ 24 w 29"/>
                  <a:gd name="T3" fmla="*/ 0 h 25"/>
                  <a:gd name="T4" fmla="*/ 29 w 29"/>
                  <a:gd name="T5" fmla="*/ 5 h 25"/>
                  <a:gd name="T6" fmla="*/ 4 w 29"/>
                  <a:gd name="T7" fmla="*/ 25 h 25"/>
                  <a:gd name="T8" fmla="*/ 0 w 29"/>
                  <a:gd name="T9" fmla="*/ 2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5">
                    <a:moveTo>
                      <a:pt x="0" y="20"/>
                    </a:moveTo>
                    <a:lnTo>
                      <a:pt x="24" y="0"/>
                    </a:lnTo>
                    <a:lnTo>
                      <a:pt x="29" y="5"/>
                    </a:lnTo>
                    <a:lnTo>
                      <a:pt x="4" y="25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/>
            </p:nvSpPr>
            <p:spPr bwMode="auto">
              <a:xfrm>
                <a:off x="1993901" y="2746376"/>
                <a:ext cx="55563" cy="55563"/>
              </a:xfrm>
              <a:custGeom>
                <a:avLst/>
                <a:gdLst>
                  <a:gd name="T0" fmla="*/ 0 w 35"/>
                  <a:gd name="T1" fmla="*/ 31 h 35"/>
                  <a:gd name="T2" fmla="*/ 15 w 35"/>
                  <a:gd name="T3" fmla="*/ 0 h 35"/>
                  <a:gd name="T4" fmla="*/ 20 w 35"/>
                  <a:gd name="T5" fmla="*/ 5 h 35"/>
                  <a:gd name="T6" fmla="*/ 8 w 35"/>
                  <a:gd name="T7" fmla="*/ 28 h 35"/>
                  <a:gd name="T8" fmla="*/ 30 w 35"/>
                  <a:gd name="T9" fmla="*/ 17 h 35"/>
                  <a:gd name="T10" fmla="*/ 35 w 35"/>
                  <a:gd name="T11" fmla="*/ 22 h 35"/>
                  <a:gd name="T12" fmla="*/ 4 w 35"/>
                  <a:gd name="T13" fmla="*/ 35 h 35"/>
                  <a:gd name="T14" fmla="*/ 0 w 35"/>
                  <a:gd name="T15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35">
                    <a:moveTo>
                      <a:pt x="0" y="31"/>
                    </a:moveTo>
                    <a:lnTo>
                      <a:pt x="15" y="0"/>
                    </a:lnTo>
                    <a:lnTo>
                      <a:pt x="20" y="5"/>
                    </a:lnTo>
                    <a:lnTo>
                      <a:pt x="8" y="28"/>
                    </a:lnTo>
                    <a:lnTo>
                      <a:pt x="30" y="17"/>
                    </a:lnTo>
                    <a:lnTo>
                      <a:pt x="35" y="22"/>
                    </a:lnTo>
                    <a:lnTo>
                      <a:pt x="4" y="35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/>
            </p:nvSpPr>
            <p:spPr bwMode="auto">
              <a:xfrm>
                <a:off x="2017713" y="2784476"/>
                <a:ext cx="63500" cy="63500"/>
              </a:xfrm>
              <a:custGeom>
                <a:avLst/>
                <a:gdLst>
                  <a:gd name="T0" fmla="*/ 0 w 40"/>
                  <a:gd name="T1" fmla="*/ 23 h 40"/>
                  <a:gd name="T2" fmla="*/ 21 w 40"/>
                  <a:gd name="T3" fmla="*/ 0 h 40"/>
                  <a:gd name="T4" fmla="*/ 40 w 40"/>
                  <a:gd name="T5" fmla="*/ 15 h 40"/>
                  <a:gd name="T6" fmla="*/ 36 w 40"/>
                  <a:gd name="T7" fmla="*/ 19 h 40"/>
                  <a:gd name="T8" fmla="*/ 23 w 40"/>
                  <a:gd name="T9" fmla="*/ 8 h 40"/>
                  <a:gd name="T10" fmla="*/ 18 w 40"/>
                  <a:gd name="T11" fmla="*/ 13 h 40"/>
                  <a:gd name="T12" fmla="*/ 30 w 40"/>
                  <a:gd name="T13" fmla="*/ 24 h 40"/>
                  <a:gd name="T14" fmla="*/ 26 w 40"/>
                  <a:gd name="T15" fmla="*/ 28 h 40"/>
                  <a:gd name="T16" fmla="*/ 15 w 40"/>
                  <a:gd name="T17" fmla="*/ 17 h 40"/>
                  <a:gd name="T18" fmla="*/ 9 w 40"/>
                  <a:gd name="T19" fmla="*/ 23 h 40"/>
                  <a:gd name="T20" fmla="*/ 22 w 40"/>
                  <a:gd name="T21" fmla="*/ 36 h 40"/>
                  <a:gd name="T22" fmla="*/ 18 w 40"/>
                  <a:gd name="T23" fmla="*/ 40 h 40"/>
                  <a:gd name="T24" fmla="*/ 0 w 40"/>
                  <a:gd name="T25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40">
                    <a:moveTo>
                      <a:pt x="0" y="23"/>
                    </a:moveTo>
                    <a:lnTo>
                      <a:pt x="21" y="0"/>
                    </a:lnTo>
                    <a:lnTo>
                      <a:pt x="40" y="15"/>
                    </a:lnTo>
                    <a:lnTo>
                      <a:pt x="36" y="19"/>
                    </a:lnTo>
                    <a:lnTo>
                      <a:pt x="23" y="8"/>
                    </a:lnTo>
                    <a:lnTo>
                      <a:pt x="18" y="13"/>
                    </a:lnTo>
                    <a:lnTo>
                      <a:pt x="30" y="24"/>
                    </a:lnTo>
                    <a:lnTo>
                      <a:pt x="26" y="28"/>
                    </a:lnTo>
                    <a:lnTo>
                      <a:pt x="15" y="17"/>
                    </a:lnTo>
                    <a:lnTo>
                      <a:pt x="9" y="23"/>
                    </a:lnTo>
                    <a:lnTo>
                      <a:pt x="22" y="36"/>
                    </a:lnTo>
                    <a:lnTo>
                      <a:pt x="18" y="40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/>
              <p:cNvSpPr>
                <a:spLocks noEditPoints="1"/>
              </p:cNvSpPr>
              <p:nvPr/>
            </p:nvSpPr>
            <p:spPr bwMode="auto">
              <a:xfrm>
                <a:off x="2055813" y="2813051"/>
                <a:ext cx="57150" cy="68263"/>
              </a:xfrm>
              <a:custGeom>
                <a:avLst/>
                <a:gdLst>
                  <a:gd name="T0" fmla="*/ 0 w 37"/>
                  <a:gd name="T1" fmla="*/ 27 h 44"/>
                  <a:gd name="T2" fmla="*/ 20 w 37"/>
                  <a:gd name="T3" fmla="*/ 0 h 44"/>
                  <a:gd name="T4" fmla="*/ 31 w 37"/>
                  <a:gd name="T5" fmla="*/ 9 h 44"/>
                  <a:gd name="T6" fmla="*/ 36 w 37"/>
                  <a:gd name="T7" fmla="*/ 14 h 44"/>
                  <a:gd name="T8" fmla="*/ 37 w 37"/>
                  <a:gd name="T9" fmla="*/ 19 h 44"/>
                  <a:gd name="T10" fmla="*/ 35 w 37"/>
                  <a:gd name="T11" fmla="*/ 24 h 44"/>
                  <a:gd name="T12" fmla="*/ 30 w 37"/>
                  <a:gd name="T13" fmla="*/ 28 h 44"/>
                  <a:gd name="T14" fmla="*/ 23 w 37"/>
                  <a:gd name="T15" fmla="*/ 26 h 44"/>
                  <a:gd name="T16" fmla="*/ 24 w 37"/>
                  <a:gd name="T17" fmla="*/ 30 h 44"/>
                  <a:gd name="T18" fmla="*/ 24 w 37"/>
                  <a:gd name="T19" fmla="*/ 37 h 44"/>
                  <a:gd name="T20" fmla="*/ 23 w 37"/>
                  <a:gd name="T21" fmla="*/ 44 h 44"/>
                  <a:gd name="T22" fmla="*/ 17 w 37"/>
                  <a:gd name="T23" fmla="*/ 40 h 44"/>
                  <a:gd name="T24" fmla="*/ 17 w 37"/>
                  <a:gd name="T25" fmla="*/ 31 h 44"/>
                  <a:gd name="T26" fmla="*/ 17 w 37"/>
                  <a:gd name="T27" fmla="*/ 25 h 44"/>
                  <a:gd name="T28" fmla="*/ 17 w 37"/>
                  <a:gd name="T29" fmla="*/ 23 h 44"/>
                  <a:gd name="T30" fmla="*/ 14 w 37"/>
                  <a:gd name="T31" fmla="*/ 20 h 44"/>
                  <a:gd name="T32" fmla="*/ 13 w 37"/>
                  <a:gd name="T33" fmla="*/ 20 h 44"/>
                  <a:gd name="T34" fmla="*/ 5 w 37"/>
                  <a:gd name="T35" fmla="*/ 31 h 44"/>
                  <a:gd name="T36" fmla="*/ 0 w 37"/>
                  <a:gd name="T37" fmla="*/ 27 h 44"/>
                  <a:gd name="T38" fmla="*/ 16 w 37"/>
                  <a:gd name="T39" fmla="*/ 15 h 44"/>
                  <a:gd name="T40" fmla="*/ 20 w 37"/>
                  <a:gd name="T41" fmla="*/ 18 h 44"/>
                  <a:gd name="T42" fmla="*/ 25 w 37"/>
                  <a:gd name="T43" fmla="*/ 22 h 44"/>
                  <a:gd name="T44" fmla="*/ 28 w 37"/>
                  <a:gd name="T45" fmla="*/ 22 h 44"/>
                  <a:gd name="T46" fmla="*/ 30 w 37"/>
                  <a:gd name="T47" fmla="*/ 20 h 44"/>
                  <a:gd name="T48" fmla="*/ 31 w 37"/>
                  <a:gd name="T49" fmla="*/ 18 h 44"/>
                  <a:gd name="T50" fmla="*/ 29 w 37"/>
                  <a:gd name="T51" fmla="*/ 15 h 44"/>
                  <a:gd name="T52" fmla="*/ 26 w 37"/>
                  <a:gd name="T53" fmla="*/ 12 h 44"/>
                  <a:gd name="T54" fmla="*/ 21 w 37"/>
                  <a:gd name="T55" fmla="*/ 9 h 44"/>
                  <a:gd name="T56" fmla="*/ 16 w 37"/>
                  <a:gd name="T57" fmla="*/ 15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7" h="44">
                    <a:moveTo>
                      <a:pt x="0" y="27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3" y="11"/>
                      <a:pt x="35" y="13"/>
                      <a:pt x="36" y="14"/>
                    </a:cubicBezTo>
                    <a:cubicBezTo>
                      <a:pt x="37" y="16"/>
                      <a:pt x="37" y="17"/>
                      <a:pt x="37" y="19"/>
                    </a:cubicBezTo>
                    <a:cubicBezTo>
                      <a:pt x="37" y="21"/>
                      <a:pt x="36" y="23"/>
                      <a:pt x="35" y="24"/>
                    </a:cubicBezTo>
                    <a:cubicBezTo>
                      <a:pt x="34" y="26"/>
                      <a:pt x="32" y="27"/>
                      <a:pt x="30" y="28"/>
                    </a:cubicBezTo>
                    <a:cubicBezTo>
                      <a:pt x="28" y="28"/>
                      <a:pt x="25" y="27"/>
                      <a:pt x="23" y="26"/>
                    </a:cubicBezTo>
                    <a:cubicBezTo>
                      <a:pt x="23" y="28"/>
                      <a:pt x="24" y="29"/>
                      <a:pt x="24" y="30"/>
                    </a:cubicBezTo>
                    <a:cubicBezTo>
                      <a:pt x="24" y="32"/>
                      <a:pt x="24" y="34"/>
                      <a:pt x="24" y="37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28"/>
                      <a:pt x="18" y="26"/>
                      <a:pt x="17" y="25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6" y="22"/>
                      <a:pt x="15" y="21"/>
                      <a:pt x="14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5" y="31"/>
                      <a:pt x="5" y="31"/>
                      <a:pt x="5" y="31"/>
                    </a:cubicBezTo>
                    <a:lnTo>
                      <a:pt x="0" y="27"/>
                    </a:lnTo>
                    <a:close/>
                    <a:moveTo>
                      <a:pt x="16" y="15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3" y="20"/>
                      <a:pt x="24" y="22"/>
                      <a:pt x="25" y="22"/>
                    </a:cubicBezTo>
                    <a:cubicBezTo>
                      <a:pt x="26" y="22"/>
                      <a:pt x="27" y="22"/>
                      <a:pt x="28" y="22"/>
                    </a:cubicBezTo>
                    <a:cubicBezTo>
                      <a:pt x="28" y="22"/>
                      <a:pt x="29" y="21"/>
                      <a:pt x="30" y="20"/>
                    </a:cubicBezTo>
                    <a:cubicBezTo>
                      <a:pt x="30" y="19"/>
                      <a:pt x="31" y="18"/>
                      <a:pt x="31" y="18"/>
                    </a:cubicBezTo>
                    <a:cubicBezTo>
                      <a:pt x="30" y="17"/>
                      <a:pt x="30" y="16"/>
                      <a:pt x="29" y="15"/>
                    </a:cubicBezTo>
                    <a:cubicBezTo>
                      <a:pt x="29" y="15"/>
                      <a:pt x="28" y="14"/>
                      <a:pt x="26" y="12"/>
                    </a:cubicBezTo>
                    <a:cubicBezTo>
                      <a:pt x="21" y="9"/>
                      <a:pt x="21" y="9"/>
                      <a:pt x="21" y="9"/>
                    </a:cubicBezTo>
                    <a:lnTo>
                      <a:pt x="1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 bwMode="auto">
              <a:xfrm>
                <a:off x="2101851" y="2849563"/>
                <a:ext cx="49213" cy="52388"/>
              </a:xfrm>
              <a:custGeom>
                <a:avLst/>
                <a:gdLst>
                  <a:gd name="T0" fmla="*/ 2 w 32"/>
                  <a:gd name="T1" fmla="*/ 14 h 34"/>
                  <a:gd name="T2" fmla="*/ 8 w 32"/>
                  <a:gd name="T3" fmla="*/ 17 h 34"/>
                  <a:gd name="T4" fmla="*/ 7 w 32"/>
                  <a:gd name="T5" fmla="*/ 23 h 34"/>
                  <a:gd name="T6" fmla="*/ 10 w 32"/>
                  <a:gd name="T7" fmla="*/ 27 h 34"/>
                  <a:gd name="T8" fmla="*/ 15 w 32"/>
                  <a:gd name="T9" fmla="*/ 28 h 34"/>
                  <a:gd name="T10" fmla="*/ 18 w 32"/>
                  <a:gd name="T11" fmla="*/ 26 h 34"/>
                  <a:gd name="T12" fmla="*/ 19 w 32"/>
                  <a:gd name="T13" fmla="*/ 24 h 34"/>
                  <a:gd name="T14" fmla="*/ 17 w 32"/>
                  <a:gd name="T15" fmla="*/ 22 h 34"/>
                  <a:gd name="T16" fmla="*/ 14 w 32"/>
                  <a:gd name="T17" fmla="*/ 18 h 34"/>
                  <a:gd name="T18" fmla="*/ 9 w 32"/>
                  <a:gd name="T19" fmla="*/ 11 h 34"/>
                  <a:gd name="T20" fmla="*/ 10 w 32"/>
                  <a:gd name="T21" fmla="*/ 4 h 34"/>
                  <a:gd name="T22" fmla="*/ 14 w 32"/>
                  <a:gd name="T23" fmla="*/ 0 h 34"/>
                  <a:gd name="T24" fmla="*/ 19 w 32"/>
                  <a:gd name="T25" fmla="*/ 0 h 34"/>
                  <a:gd name="T26" fmla="*/ 25 w 32"/>
                  <a:gd name="T27" fmla="*/ 2 h 34"/>
                  <a:gd name="T28" fmla="*/ 32 w 32"/>
                  <a:gd name="T29" fmla="*/ 10 h 34"/>
                  <a:gd name="T30" fmla="*/ 30 w 32"/>
                  <a:gd name="T31" fmla="*/ 18 h 34"/>
                  <a:gd name="T32" fmla="*/ 25 w 32"/>
                  <a:gd name="T33" fmla="*/ 14 h 34"/>
                  <a:gd name="T34" fmla="*/ 25 w 32"/>
                  <a:gd name="T35" fmla="*/ 10 h 34"/>
                  <a:gd name="T36" fmla="*/ 22 w 32"/>
                  <a:gd name="T37" fmla="*/ 7 h 34"/>
                  <a:gd name="T38" fmla="*/ 18 w 32"/>
                  <a:gd name="T39" fmla="*/ 6 h 34"/>
                  <a:gd name="T40" fmla="*/ 16 w 32"/>
                  <a:gd name="T41" fmla="*/ 7 h 34"/>
                  <a:gd name="T42" fmla="*/ 15 w 32"/>
                  <a:gd name="T43" fmla="*/ 9 h 34"/>
                  <a:gd name="T44" fmla="*/ 19 w 32"/>
                  <a:gd name="T45" fmla="*/ 14 h 34"/>
                  <a:gd name="T46" fmla="*/ 24 w 32"/>
                  <a:gd name="T47" fmla="*/ 20 h 34"/>
                  <a:gd name="T48" fmla="*/ 25 w 32"/>
                  <a:gd name="T49" fmla="*/ 25 h 34"/>
                  <a:gd name="T50" fmla="*/ 24 w 32"/>
                  <a:gd name="T51" fmla="*/ 30 h 34"/>
                  <a:gd name="T52" fmla="*/ 19 w 32"/>
                  <a:gd name="T53" fmla="*/ 33 h 34"/>
                  <a:gd name="T54" fmla="*/ 14 w 32"/>
                  <a:gd name="T55" fmla="*/ 34 h 34"/>
                  <a:gd name="T56" fmla="*/ 7 w 32"/>
                  <a:gd name="T57" fmla="*/ 31 h 34"/>
                  <a:gd name="T58" fmla="*/ 1 w 32"/>
                  <a:gd name="T59" fmla="*/ 24 h 34"/>
                  <a:gd name="T60" fmla="*/ 2 w 32"/>
                  <a:gd name="T61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4">
                    <a:moveTo>
                      <a:pt x="2" y="14"/>
                    </a:moveTo>
                    <a:cubicBezTo>
                      <a:pt x="8" y="17"/>
                      <a:pt x="8" y="17"/>
                      <a:pt x="8" y="17"/>
                    </a:cubicBezTo>
                    <a:cubicBezTo>
                      <a:pt x="7" y="19"/>
                      <a:pt x="6" y="21"/>
                      <a:pt x="7" y="23"/>
                    </a:cubicBezTo>
                    <a:cubicBezTo>
                      <a:pt x="7" y="24"/>
                      <a:pt x="8" y="25"/>
                      <a:pt x="10" y="27"/>
                    </a:cubicBezTo>
                    <a:cubicBezTo>
                      <a:pt x="12" y="28"/>
                      <a:pt x="14" y="28"/>
                      <a:pt x="15" y="28"/>
                    </a:cubicBezTo>
                    <a:cubicBezTo>
                      <a:pt x="16" y="28"/>
                      <a:pt x="17" y="27"/>
                      <a:pt x="18" y="26"/>
                    </a:cubicBezTo>
                    <a:cubicBezTo>
                      <a:pt x="18" y="26"/>
                      <a:pt x="19" y="25"/>
                      <a:pt x="19" y="24"/>
                    </a:cubicBezTo>
                    <a:cubicBezTo>
                      <a:pt x="18" y="23"/>
                      <a:pt x="18" y="23"/>
                      <a:pt x="17" y="22"/>
                    </a:cubicBezTo>
                    <a:cubicBezTo>
                      <a:pt x="17" y="21"/>
                      <a:pt x="16" y="20"/>
                      <a:pt x="14" y="18"/>
                    </a:cubicBezTo>
                    <a:cubicBezTo>
                      <a:pt x="11" y="15"/>
                      <a:pt x="10" y="13"/>
                      <a:pt x="9" y="11"/>
                    </a:cubicBezTo>
                    <a:cubicBezTo>
                      <a:pt x="8" y="8"/>
                      <a:pt x="9" y="6"/>
                      <a:pt x="10" y="4"/>
                    </a:cubicBezTo>
                    <a:cubicBezTo>
                      <a:pt x="11" y="2"/>
                      <a:pt x="12" y="1"/>
                      <a:pt x="14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1" y="0"/>
                      <a:pt x="23" y="1"/>
                      <a:pt x="25" y="2"/>
                    </a:cubicBezTo>
                    <a:cubicBezTo>
                      <a:pt x="29" y="5"/>
                      <a:pt x="31" y="7"/>
                      <a:pt x="32" y="10"/>
                    </a:cubicBezTo>
                    <a:cubicBezTo>
                      <a:pt x="32" y="12"/>
                      <a:pt x="32" y="15"/>
                      <a:pt x="30" y="18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3"/>
                      <a:pt x="25" y="11"/>
                      <a:pt x="25" y="10"/>
                    </a:cubicBezTo>
                    <a:cubicBezTo>
                      <a:pt x="25" y="9"/>
                      <a:pt x="24" y="8"/>
                      <a:pt x="22" y="7"/>
                    </a:cubicBezTo>
                    <a:cubicBezTo>
                      <a:pt x="20" y="6"/>
                      <a:pt x="19" y="5"/>
                      <a:pt x="18" y="6"/>
                    </a:cubicBezTo>
                    <a:cubicBezTo>
                      <a:pt x="17" y="6"/>
                      <a:pt x="16" y="6"/>
                      <a:pt x="16" y="7"/>
                    </a:cubicBezTo>
                    <a:cubicBezTo>
                      <a:pt x="15" y="7"/>
                      <a:pt x="15" y="8"/>
                      <a:pt x="15" y="9"/>
                    </a:cubicBezTo>
                    <a:cubicBezTo>
                      <a:pt x="16" y="10"/>
                      <a:pt x="17" y="12"/>
                      <a:pt x="19" y="14"/>
                    </a:cubicBezTo>
                    <a:cubicBezTo>
                      <a:pt x="22" y="16"/>
                      <a:pt x="23" y="18"/>
                      <a:pt x="24" y="20"/>
                    </a:cubicBezTo>
                    <a:cubicBezTo>
                      <a:pt x="25" y="21"/>
                      <a:pt x="25" y="23"/>
                      <a:pt x="25" y="25"/>
                    </a:cubicBezTo>
                    <a:cubicBezTo>
                      <a:pt x="25" y="26"/>
                      <a:pt x="25" y="28"/>
                      <a:pt x="24" y="30"/>
                    </a:cubicBezTo>
                    <a:cubicBezTo>
                      <a:pt x="23" y="31"/>
                      <a:pt x="21" y="33"/>
                      <a:pt x="19" y="33"/>
                    </a:cubicBezTo>
                    <a:cubicBezTo>
                      <a:pt x="18" y="34"/>
                      <a:pt x="16" y="34"/>
                      <a:pt x="14" y="34"/>
                    </a:cubicBezTo>
                    <a:cubicBezTo>
                      <a:pt x="12" y="34"/>
                      <a:pt x="9" y="33"/>
                      <a:pt x="7" y="31"/>
                    </a:cubicBezTo>
                    <a:cubicBezTo>
                      <a:pt x="4" y="29"/>
                      <a:pt x="1" y="26"/>
                      <a:pt x="1" y="24"/>
                    </a:cubicBezTo>
                    <a:cubicBezTo>
                      <a:pt x="0" y="21"/>
                      <a:pt x="0" y="18"/>
                      <a:pt x="2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 bwMode="auto">
              <a:xfrm>
                <a:off x="2138363" y="2867026"/>
                <a:ext cx="34925" cy="49213"/>
              </a:xfrm>
              <a:custGeom>
                <a:avLst/>
                <a:gdLst>
                  <a:gd name="T0" fmla="*/ 0 w 22"/>
                  <a:gd name="T1" fmla="*/ 28 h 31"/>
                  <a:gd name="T2" fmla="*/ 16 w 22"/>
                  <a:gd name="T3" fmla="*/ 0 h 31"/>
                  <a:gd name="T4" fmla="*/ 22 w 22"/>
                  <a:gd name="T5" fmla="*/ 4 h 31"/>
                  <a:gd name="T6" fmla="*/ 6 w 22"/>
                  <a:gd name="T7" fmla="*/ 31 h 31"/>
                  <a:gd name="T8" fmla="*/ 0 w 22"/>
                  <a:gd name="T9" fmla="*/ 28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0" y="28"/>
                    </a:moveTo>
                    <a:lnTo>
                      <a:pt x="16" y="0"/>
                    </a:lnTo>
                    <a:lnTo>
                      <a:pt x="22" y="4"/>
                    </a:lnTo>
                    <a:lnTo>
                      <a:pt x="6" y="31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/>
            </p:nvSpPr>
            <p:spPr bwMode="auto">
              <a:xfrm>
                <a:off x="2168526" y="2874963"/>
                <a:ext cx="44450" cy="57150"/>
              </a:xfrm>
              <a:custGeom>
                <a:avLst/>
                <a:gdLst>
                  <a:gd name="T0" fmla="*/ 0 w 28"/>
                  <a:gd name="T1" fmla="*/ 33 h 36"/>
                  <a:gd name="T2" fmla="*/ 11 w 28"/>
                  <a:gd name="T3" fmla="*/ 10 h 36"/>
                  <a:gd name="T4" fmla="*/ 3 w 28"/>
                  <a:gd name="T5" fmla="*/ 5 h 36"/>
                  <a:gd name="T6" fmla="*/ 6 w 28"/>
                  <a:gd name="T7" fmla="*/ 0 h 36"/>
                  <a:gd name="T8" fmla="*/ 28 w 28"/>
                  <a:gd name="T9" fmla="*/ 12 h 36"/>
                  <a:gd name="T10" fmla="*/ 26 w 28"/>
                  <a:gd name="T11" fmla="*/ 17 h 36"/>
                  <a:gd name="T12" fmla="*/ 17 w 28"/>
                  <a:gd name="T13" fmla="*/ 13 h 36"/>
                  <a:gd name="T14" fmla="*/ 6 w 28"/>
                  <a:gd name="T15" fmla="*/ 36 h 36"/>
                  <a:gd name="T16" fmla="*/ 0 w 28"/>
                  <a:gd name="T17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6">
                    <a:moveTo>
                      <a:pt x="0" y="33"/>
                    </a:moveTo>
                    <a:lnTo>
                      <a:pt x="11" y="10"/>
                    </a:lnTo>
                    <a:lnTo>
                      <a:pt x="3" y="5"/>
                    </a:lnTo>
                    <a:lnTo>
                      <a:pt x="6" y="0"/>
                    </a:lnTo>
                    <a:lnTo>
                      <a:pt x="28" y="12"/>
                    </a:lnTo>
                    <a:lnTo>
                      <a:pt x="26" y="17"/>
                    </a:lnTo>
                    <a:lnTo>
                      <a:pt x="17" y="13"/>
                    </a:lnTo>
                    <a:lnTo>
                      <a:pt x="6" y="36"/>
                    </a:ln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/>
            </p:nvSpPr>
            <p:spPr bwMode="auto">
              <a:xfrm>
                <a:off x="2211388" y="2894013"/>
                <a:ext cx="46038" cy="57150"/>
              </a:xfrm>
              <a:custGeom>
                <a:avLst/>
                <a:gdLst>
                  <a:gd name="T0" fmla="*/ 0 w 29"/>
                  <a:gd name="T1" fmla="*/ 34 h 36"/>
                  <a:gd name="T2" fmla="*/ 5 w 29"/>
                  <a:gd name="T3" fmla="*/ 21 h 36"/>
                  <a:gd name="T4" fmla="*/ 1 w 29"/>
                  <a:gd name="T5" fmla="*/ 0 h 36"/>
                  <a:gd name="T6" fmla="*/ 8 w 29"/>
                  <a:gd name="T7" fmla="*/ 3 h 36"/>
                  <a:gd name="T8" fmla="*/ 11 w 29"/>
                  <a:gd name="T9" fmla="*/ 17 h 36"/>
                  <a:gd name="T10" fmla="*/ 22 w 29"/>
                  <a:gd name="T11" fmla="*/ 8 h 36"/>
                  <a:gd name="T12" fmla="*/ 29 w 29"/>
                  <a:gd name="T13" fmla="*/ 10 h 36"/>
                  <a:gd name="T14" fmla="*/ 11 w 29"/>
                  <a:gd name="T15" fmla="*/ 24 h 36"/>
                  <a:gd name="T16" fmla="*/ 6 w 29"/>
                  <a:gd name="T17" fmla="*/ 36 h 36"/>
                  <a:gd name="T18" fmla="*/ 0 w 29"/>
                  <a:gd name="T19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36">
                    <a:moveTo>
                      <a:pt x="0" y="34"/>
                    </a:moveTo>
                    <a:lnTo>
                      <a:pt x="5" y="21"/>
                    </a:lnTo>
                    <a:lnTo>
                      <a:pt x="1" y="0"/>
                    </a:lnTo>
                    <a:lnTo>
                      <a:pt x="8" y="3"/>
                    </a:lnTo>
                    <a:lnTo>
                      <a:pt x="11" y="17"/>
                    </a:lnTo>
                    <a:lnTo>
                      <a:pt x="22" y="8"/>
                    </a:lnTo>
                    <a:lnTo>
                      <a:pt x="29" y="10"/>
                    </a:lnTo>
                    <a:lnTo>
                      <a:pt x="11" y="24"/>
                    </a:lnTo>
                    <a:lnTo>
                      <a:pt x="6" y="36"/>
                    </a:lnTo>
                    <a:lnTo>
                      <a:pt x="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/>
              <p:cNvSpPr>
                <a:spLocks noEditPoints="1"/>
              </p:cNvSpPr>
              <p:nvPr/>
            </p:nvSpPr>
            <p:spPr bwMode="auto">
              <a:xfrm>
                <a:off x="2278063" y="2924176"/>
                <a:ext cx="50800" cy="53975"/>
              </a:xfrm>
              <a:custGeom>
                <a:avLst/>
                <a:gdLst>
                  <a:gd name="T0" fmla="*/ 1 w 33"/>
                  <a:gd name="T1" fmla="*/ 14 h 35"/>
                  <a:gd name="T2" fmla="*/ 4 w 33"/>
                  <a:gd name="T3" fmla="*/ 6 h 35"/>
                  <a:gd name="T4" fmla="*/ 9 w 33"/>
                  <a:gd name="T5" fmla="*/ 2 h 35"/>
                  <a:gd name="T6" fmla="*/ 13 w 33"/>
                  <a:gd name="T7" fmla="*/ 0 h 35"/>
                  <a:gd name="T8" fmla="*/ 21 w 33"/>
                  <a:gd name="T9" fmla="*/ 1 h 35"/>
                  <a:gd name="T10" fmla="*/ 31 w 33"/>
                  <a:gd name="T11" fmla="*/ 8 h 35"/>
                  <a:gd name="T12" fmla="*/ 32 w 33"/>
                  <a:gd name="T13" fmla="*/ 21 h 35"/>
                  <a:gd name="T14" fmla="*/ 25 w 33"/>
                  <a:gd name="T15" fmla="*/ 32 h 35"/>
                  <a:gd name="T16" fmla="*/ 12 w 33"/>
                  <a:gd name="T17" fmla="*/ 34 h 35"/>
                  <a:gd name="T18" fmla="*/ 2 w 33"/>
                  <a:gd name="T19" fmla="*/ 27 h 35"/>
                  <a:gd name="T20" fmla="*/ 1 w 33"/>
                  <a:gd name="T21" fmla="*/ 14 h 35"/>
                  <a:gd name="T22" fmla="*/ 8 w 33"/>
                  <a:gd name="T23" fmla="*/ 15 h 35"/>
                  <a:gd name="T24" fmla="*/ 8 w 33"/>
                  <a:gd name="T25" fmla="*/ 24 h 35"/>
                  <a:gd name="T26" fmla="*/ 14 w 33"/>
                  <a:gd name="T27" fmla="*/ 28 h 35"/>
                  <a:gd name="T28" fmla="*/ 21 w 33"/>
                  <a:gd name="T29" fmla="*/ 27 h 35"/>
                  <a:gd name="T30" fmla="*/ 25 w 33"/>
                  <a:gd name="T31" fmla="*/ 19 h 35"/>
                  <a:gd name="T32" fmla="*/ 25 w 33"/>
                  <a:gd name="T33" fmla="*/ 11 h 35"/>
                  <a:gd name="T34" fmla="*/ 19 w 33"/>
                  <a:gd name="T35" fmla="*/ 6 h 35"/>
                  <a:gd name="T36" fmla="*/ 12 w 33"/>
                  <a:gd name="T37" fmla="*/ 7 h 35"/>
                  <a:gd name="T38" fmla="*/ 8 w 33"/>
                  <a:gd name="T39" fmla="*/ 1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5">
                    <a:moveTo>
                      <a:pt x="1" y="14"/>
                    </a:moveTo>
                    <a:cubicBezTo>
                      <a:pt x="2" y="10"/>
                      <a:pt x="3" y="8"/>
                      <a:pt x="4" y="6"/>
                    </a:cubicBezTo>
                    <a:cubicBezTo>
                      <a:pt x="6" y="4"/>
                      <a:pt x="7" y="3"/>
                      <a:pt x="9" y="2"/>
                    </a:cubicBezTo>
                    <a:cubicBezTo>
                      <a:pt x="10" y="1"/>
                      <a:pt x="12" y="1"/>
                      <a:pt x="13" y="0"/>
                    </a:cubicBezTo>
                    <a:cubicBezTo>
                      <a:pt x="16" y="0"/>
                      <a:pt x="18" y="0"/>
                      <a:pt x="21" y="1"/>
                    </a:cubicBezTo>
                    <a:cubicBezTo>
                      <a:pt x="25" y="2"/>
                      <a:pt x="29" y="4"/>
                      <a:pt x="31" y="8"/>
                    </a:cubicBezTo>
                    <a:cubicBezTo>
                      <a:pt x="33" y="12"/>
                      <a:pt x="33" y="16"/>
                      <a:pt x="32" y="21"/>
                    </a:cubicBezTo>
                    <a:cubicBezTo>
                      <a:pt x="31" y="26"/>
                      <a:pt x="28" y="30"/>
                      <a:pt x="25" y="32"/>
                    </a:cubicBezTo>
                    <a:cubicBezTo>
                      <a:pt x="21" y="34"/>
                      <a:pt x="17" y="35"/>
                      <a:pt x="12" y="34"/>
                    </a:cubicBezTo>
                    <a:cubicBezTo>
                      <a:pt x="8" y="33"/>
                      <a:pt x="4" y="30"/>
                      <a:pt x="2" y="27"/>
                    </a:cubicBezTo>
                    <a:cubicBezTo>
                      <a:pt x="0" y="23"/>
                      <a:pt x="0" y="19"/>
                      <a:pt x="1" y="14"/>
                    </a:cubicBezTo>
                    <a:close/>
                    <a:moveTo>
                      <a:pt x="8" y="15"/>
                    </a:moveTo>
                    <a:cubicBezTo>
                      <a:pt x="7" y="19"/>
                      <a:pt x="7" y="22"/>
                      <a:pt x="8" y="24"/>
                    </a:cubicBezTo>
                    <a:cubicBezTo>
                      <a:pt x="9" y="26"/>
                      <a:pt x="11" y="28"/>
                      <a:pt x="14" y="28"/>
                    </a:cubicBezTo>
                    <a:cubicBezTo>
                      <a:pt x="16" y="29"/>
                      <a:pt x="19" y="28"/>
                      <a:pt x="21" y="27"/>
                    </a:cubicBezTo>
                    <a:cubicBezTo>
                      <a:pt x="23" y="26"/>
                      <a:pt x="24" y="23"/>
                      <a:pt x="25" y="19"/>
                    </a:cubicBezTo>
                    <a:cubicBezTo>
                      <a:pt x="26" y="16"/>
                      <a:pt x="26" y="13"/>
                      <a:pt x="25" y="11"/>
                    </a:cubicBezTo>
                    <a:cubicBezTo>
                      <a:pt x="24" y="8"/>
                      <a:pt x="22" y="7"/>
                      <a:pt x="19" y="6"/>
                    </a:cubicBezTo>
                    <a:cubicBezTo>
                      <a:pt x="17" y="6"/>
                      <a:pt x="14" y="6"/>
                      <a:pt x="12" y="7"/>
                    </a:cubicBezTo>
                    <a:cubicBezTo>
                      <a:pt x="10" y="9"/>
                      <a:pt x="9" y="11"/>
                      <a:pt x="8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 bwMode="auto">
              <a:xfrm>
                <a:off x="2330451" y="2933701"/>
                <a:ext cx="42863" cy="50800"/>
              </a:xfrm>
              <a:custGeom>
                <a:avLst/>
                <a:gdLst>
                  <a:gd name="T0" fmla="*/ 0 w 27"/>
                  <a:gd name="T1" fmla="*/ 31 h 32"/>
                  <a:gd name="T2" fmla="*/ 5 w 27"/>
                  <a:gd name="T3" fmla="*/ 0 h 32"/>
                  <a:gd name="T4" fmla="*/ 27 w 27"/>
                  <a:gd name="T5" fmla="*/ 3 h 32"/>
                  <a:gd name="T6" fmla="*/ 26 w 27"/>
                  <a:gd name="T7" fmla="*/ 9 h 32"/>
                  <a:gd name="T8" fmla="*/ 11 w 27"/>
                  <a:gd name="T9" fmla="*/ 6 h 32"/>
                  <a:gd name="T10" fmla="*/ 10 w 27"/>
                  <a:gd name="T11" fmla="*/ 14 h 32"/>
                  <a:gd name="T12" fmla="*/ 23 w 27"/>
                  <a:gd name="T13" fmla="*/ 16 h 32"/>
                  <a:gd name="T14" fmla="*/ 22 w 27"/>
                  <a:gd name="T15" fmla="*/ 21 h 32"/>
                  <a:gd name="T16" fmla="*/ 9 w 27"/>
                  <a:gd name="T17" fmla="*/ 18 h 32"/>
                  <a:gd name="T18" fmla="*/ 6 w 27"/>
                  <a:gd name="T19" fmla="*/ 32 h 32"/>
                  <a:gd name="T20" fmla="*/ 0 w 27"/>
                  <a:gd name="T21" fmla="*/ 3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32">
                    <a:moveTo>
                      <a:pt x="0" y="31"/>
                    </a:moveTo>
                    <a:lnTo>
                      <a:pt x="5" y="0"/>
                    </a:lnTo>
                    <a:lnTo>
                      <a:pt x="27" y="3"/>
                    </a:lnTo>
                    <a:lnTo>
                      <a:pt x="26" y="9"/>
                    </a:lnTo>
                    <a:lnTo>
                      <a:pt x="11" y="6"/>
                    </a:lnTo>
                    <a:lnTo>
                      <a:pt x="10" y="14"/>
                    </a:lnTo>
                    <a:lnTo>
                      <a:pt x="23" y="16"/>
                    </a:lnTo>
                    <a:lnTo>
                      <a:pt x="22" y="21"/>
                    </a:lnTo>
                    <a:lnTo>
                      <a:pt x="9" y="18"/>
                    </a:lnTo>
                    <a:lnTo>
                      <a:pt x="6" y="32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/>
            </p:nvSpPr>
            <p:spPr bwMode="auto">
              <a:xfrm>
                <a:off x="2397126" y="2941638"/>
                <a:ext cx="39688" cy="52388"/>
              </a:xfrm>
              <a:custGeom>
                <a:avLst/>
                <a:gdLst>
                  <a:gd name="T0" fmla="*/ 0 w 25"/>
                  <a:gd name="T1" fmla="*/ 32 h 33"/>
                  <a:gd name="T2" fmla="*/ 2 w 25"/>
                  <a:gd name="T3" fmla="*/ 0 h 33"/>
                  <a:gd name="T4" fmla="*/ 25 w 25"/>
                  <a:gd name="T5" fmla="*/ 1 h 33"/>
                  <a:gd name="T6" fmla="*/ 25 w 25"/>
                  <a:gd name="T7" fmla="*/ 7 h 33"/>
                  <a:gd name="T8" fmla="*/ 8 w 25"/>
                  <a:gd name="T9" fmla="*/ 6 h 33"/>
                  <a:gd name="T10" fmla="*/ 8 w 25"/>
                  <a:gd name="T11" fmla="*/ 12 h 33"/>
                  <a:gd name="T12" fmla="*/ 23 w 25"/>
                  <a:gd name="T13" fmla="*/ 13 h 33"/>
                  <a:gd name="T14" fmla="*/ 23 w 25"/>
                  <a:gd name="T15" fmla="*/ 19 h 33"/>
                  <a:gd name="T16" fmla="*/ 8 w 25"/>
                  <a:gd name="T17" fmla="*/ 18 h 33"/>
                  <a:gd name="T18" fmla="*/ 7 w 25"/>
                  <a:gd name="T19" fmla="*/ 27 h 33"/>
                  <a:gd name="T20" fmla="*/ 25 w 25"/>
                  <a:gd name="T21" fmla="*/ 28 h 33"/>
                  <a:gd name="T22" fmla="*/ 24 w 25"/>
                  <a:gd name="T23" fmla="*/ 33 h 33"/>
                  <a:gd name="T24" fmla="*/ 0 w 25"/>
                  <a:gd name="T25" fmla="*/ 3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" h="33">
                    <a:moveTo>
                      <a:pt x="0" y="32"/>
                    </a:moveTo>
                    <a:lnTo>
                      <a:pt x="2" y="0"/>
                    </a:lnTo>
                    <a:lnTo>
                      <a:pt x="25" y="1"/>
                    </a:lnTo>
                    <a:lnTo>
                      <a:pt x="25" y="7"/>
                    </a:lnTo>
                    <a:lnTo>
                      <a:pt x="8" y="6"/>
                    </a:lnTo>
                    <a:lnTo>
                      <a:pt x="8" y="12"/>
                    </a:lnTo>
                    <a:lnTo>
                      <a:pt x="23" y="13"/>
                    </a:lnTo>
                    <a:lnTo>
                      <a:pt x="23" y="19"/>
                    </a:lnTo>
                    <a:lnTo>
                      <a:pt x="8" y="18"/>
                    </a:lnTo>
                    <a:lnTo>
                      <a:pt x="7" y="27"/>
                    </a:lnTo>
                    <a:lnTo>
                      <a:pt x="25" y="28"/>
                    </a:lnTo>
                    <a:lnTo>
                      <a:pt x="24" y="33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/>
            </p:nvSpPr>
            <p:spPr bwMode="auto">
              <a:xfrm>
                <a:off x="2444751" y="2943226"/>
                <a:ext cx="36513" cy="50800"/>
              </a:xfrm>
              <a:custGeom>
                <a:avLst/>
                <a:gdLst>
                  <a:gd name="T0" fmla="*/ 0 w 23"/>
                  <a:gd name="T1" fmla="*/ 32 h 32"/>
                  <a:gd name="T2" fmla="*/ 0 w 23"/>
                  <a:gd name="T3" fmla="*/ 1 h 32"/>
                  <a:gd name="T4" fmla="*/ 6 w 23"/>
                  <a:gd name="T5" fmla="*/ 0 h 32"/>
                  <a:gd name="T6" fmla="*/ 7 w 23"/>
                  <a:gd name="T7" fmla="*/ 26 h 32"/>
                  <a:gd name="T8" fmla="*/ 22 w 23"/>
                  <a:gd name="T9" fmla="*/ 26 h 32"/>
                  <a:gd name="T10" fmla="*/ 23 w 23"/>
                  <a:gd name="T11" fmla="*/ 32 h 32"/>
                  <a:gd name="T12" fmla="*/ 0 w 23"/>
                  <a:gd name="T1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2">
                    <a:moveTo>
                      <a:pt x="0" y="32"/>
                    </a:moveTo>
                    <a:lnTo>
                      <a:pt x="0" y="1"/>
                    </a:lnTo>
                    <a:lnTo>
                      <a:pt x="6" y="0"/>
                    </a:lnTo>
                    <a:lnTo>
                      <a:pt x="7" y="26"/>
                    </a:lnTo>
                    <a:lnTo>
                      <a:pt x="22" y="26"/>
                    </a:lnTo>
                    <a:lnTo>
                      <a:pt x="23" y="32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/>
            </p:nvSpPr>
            <p:spPr bwMode="auto">
              <a:xfrm>
                <a:off x="2482851" y="2938463"/>
                <a:ext cx="44450" cy="53975"/>
              </a:xfrm>
              <a:custGeom>
                <a:avLst/>
                <a:gdLst>
                  <a:gd name="T0" fmla="*/ 4 w 28"/>
                  <a:gd name="T1" fmla="*/ 34 h 34"/>
                  <a:gd name="T2" fmla="*/ 0 w 28"/>
                  <a:gd name="T3" fmla="*/ 2 h 34"/>
                  <a:gd name="T4" fmla="*/ 25 w 28"/>
                  <a:gd name="T5" fmla="*/ 0 h 34"/>
                  <a:gd name="T6" fmla="*/ 25 w 28"/>
                  <a:gd name="T7" fmla="*/ 6 h 34"/>
                  <a:gd name="T8" fmla="*/ 8 w 28"/>
                  <a:gd name="T9" fmla="*/ 7 h 34"/>
                  <a:gd name="T10" fmla="*/ 8 w 28"/>
                  <a:gd name="T11" fmla="*/ 14 h 34"/>
                  <a:gd name="T12" fmla="*/ 25 w 28"/>
                  <a:gd name="T13" fmla="*/ 13 h 34"/>
                  <a:gd name="T14" fmla="*/ 25 w 28"/>
                  <a:gd name="T15" fmla="*/ 17 h 34"/>
                  <a:gd name="T16" fmla="*/ 9 w 28"/>
                  <a:gd name="T17" fmla="*/ 19 h 34"/>
                  <a:gd name="T18" fmla="*/ 10 w 28"/>
                  <a:gd name="T19" fmla="*/ 28 h 34"/>
                  <a:gd name="T20" fmla="*/ 27 w 28"/>
                  <a:gd name="T21" fmla="*/ 26 h 34"/>
                  <a:gd name="T22" fmla="*/ 28 w 28"/>
                  <a:gd name="T23" fmla="*/ 32 h 34"/>
                  <a:gd name="T24" fmla="*/ 4 w 28"/>
                  <a:gd name="T2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34">
                    <a:moveTo>
                      <a:pt x="4" y="34"/>
                    </a:moveTo>
                    <a:lnTo>
                      <a:pt x="0" y="2"/>
                    </a:lnTo>
                    <a:lnTo>
                      <a:pt x="25" y="0"/>
                    </a:lnTo>
                    <a:lnTo>
                      <a:pt x="25" y="6"/>
                    </a:lnTo>
                    <a:lnTo>
                      <a:pt x="8" y="7"/>
                    </a:lnTo>
                    <a:lnTo>
                      <a:pt x="8" y="14"/>
                    </a:lnTo>
                    <a:lnTo>
                      <a:pt x="25" y="13"/>
                    </a:lnTo>
                    <a:lnTo>
                      <a:pt x="25" y="17"/>
                    </a:lnTo>
                    <a:lnTo>
                      <a:pt x="9" y="19"/>
                    </a:lnTo>
                    <a:lnTo>
                      <a:pt x="10" y="28"/>
                    </a:lnTo>
                    <a:lnTo>
                      <a:pt x="27" y="26"/>
                    </a:lnTo>
                    <a:lnTo>
                      <a:pt x="28" y="32"/>
                    </a:lnTo>
                    <a:lnTo>
                      <a:pt x="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/>
              <p:cNvSpPr/>
              <p:nvPr/>
            </p:nvSpPr>
            <p:spPr bwMode="auto">
              <a:xfrm>
                <a:off x="2527301" y="2932113"/>
                <a:ext cx="47625" cy="53975"/>
              </a:xfrm>
              <a:custGeom>
                <a:avLst/>
                <a:gdLst>
                  <a:gd name="T0" fmla="*/ 24 w 31"/>
                  <a:gd name="T1" fmla="*/ 20 h 35"/>
                  <a:gd name="T2" fmla="*/ 31 w 31"/>
                  <a:gd name="T3" fmla="*/ 21 h 35"/>
                  <a:gd name="T4" fmla="*/ 27 w 31"/>
                  <a:gd name="T5" fmla="*/ 30 h 35"/>
                  <a:gd name="T6" fmla="*/ 19 w 31"/>
                  <a:gd name="T7" fmla="*/ 34 h 35"/>
                  <a:gd name="T8" fmla="*/ 8 w 31"/>
                  <a:gd name="T9" fmla="*/ 31 h 35"/>
                  <a:gd name="T10" fmla="*/ 1 w 31"/>
                  <a:gd name="T11" fmla="*/ 20 h 35"/>
                  <a:gd name="T12" fmla="*/ 3 w 31"/>
                  <a:gd name="T13" fmla="*/ 7 h 35"/>
                  <a:gd name="T14" fmla="*/ 13 w 31"/>
                  <a:gd name="T15" fmla="*/ 0 h 35"/>
                  <a:gd name="T16" fmla="*/ 24 w 31"/>
                  <a:gd name="T17" fmla="*/ 2 h 35"/>
                  <a:gd name="T18" fmla="*/ 28 w 31"/>
                  <a:gd name="T19" fmla="*/ 8 h 35"/>
                  <a:gd name="T20" fmla="*/ 22 w 31"/>
                  <a:gd name="T21" fmla="*/ 10 h 35"/>
                  <a:gd name="T22" fmla="*/ 19 w 31"/>
                  <a:gd name="T23" fmla="*/ 7 h 35"/>
                  <a:gd name="T24" fmla="*/ 14 w 31"/>
                  <a:gd name="T25" fmla="*/ 6 h 35"/>
                  <a:gd name="T26" fmla="*/ 9 w 31"/>
                  <a:gd name="T27" fmla="*/ 10 h 35"/>
                  <a:gd name="T28" fmla="*/ 8 w 31"/>
                  <a:gd name="T29" fmla="*/ 18 h 35"/>
                  <a:gd name="T30" fmla="*/ 12 w 31"/>
                  <a:gd name="T31" fmla="*/ 27 h 35"/>
                  <a:gd name="T32" fmla="*/ 18 w 31"/>
                  <a:gd name="T33" fmla="*/ 28 h 35"/>
                  <a:gd name="T34" fmla="*/ 22 w 31"/>
                  <a:gd name="T35" fmla="*/ 26 h 35"/>
                  <a:gd name="T36" fmla="*/ 24 w 31"/>
                  <a:gd name="T37" fmla="*/ 2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1" h="35">
                    <a:moveTo>
                      <a:pt x="24" y="20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5"/>
                      <a:pt x="29" y="28"/>
                      <a:pt x="27" y="30"/>
                    </a:cubicBezTo>
                    <a:cubicBezTo>
                      <a:pt x="25" y="32"/>
                      <a:pt x="23" y="33"/>
                      <a:pt x="19" y="34"/>
                    </a:cubicBezTo>
                    <a:cubicBezTo>
                      <a:pt x="15" y="35"/>
                      <a:pt x="11" y="34"/>
                      <a:pt x="8" y="31"/>
                    </a:cubicBezTo>
                    <a:cubicBezTo>
                      <a:pt x="5" y="29"/>
                      <a:pt x="2" y="25"/>
                      <a:pt x="1" y="20"/>
                    </a:cubicBezTo>
                    <a:cubicBezTo>
                      <a:pt x="0" y="15"/>
                      <a:pt x="1" y="10"/>
                      <a:pt x="3" y="7"/>
                    </a:cubicBezTo>
                    <a:cubicBezTo>
                      <a:pt x="6" y="3"/>
                      <a:pt x="9" y="1"/>
                      <a:pt x="13" y="0"/>
                    </a:cubicBezTo>
                    <a:cubicBezTo>
                      <a:pt x="17" y="0"/>
                      <a:pt x="21" y="0"/>
                      <a:pt x="24" y="2"/>
                    </a:cubicBezTo>
                    <a:cubicBezTo>
                      <a:pt x="26" y="3"/>
                      <a:pt x="27" y="5"/>
                      <a:pt x="28" y="8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1" y="9"/>
                      <a:pt x="20" y="7"/>
                      <a:pt x="19" y="7"/>
                    </a:cubicBezTo>
                    <a:cubicBezTo>
                      <a:pt x="17" y="6"/>
                      <a:pt x="16" y="6"/>
                      <a:pt x="14" y="6"/>
                    </a:cubicBezTo>
                    <a:cubicBezTo>
                      <a:pt x="12" y="6"/>
                      <a:pt x="10" y="8"/>
                      <a:pt x="9" y="10"/>
                    </a:cubicBezTo>
                    <a:cubicBezTo>
                      <a:pt x="8" y="12"/>
                      <a:pt x="7" y="15"/>
                      <a:pt x="8" y="18"/>
                    </a:cubicBezTo>
                    <a:cubicBezTo>
                      <a:pt x="9" y="23"/>
                      <a:pt x="10" y="25"/>
                      <a:pt x="12" y="27"/>
                    </a:cubicBezTo>
                    <a:cubicBezTo>
                      <a:pt x="14" y="28"/>
                      <a:pt x="16" y="29"/>
                      <a:pt x="18" y="28"/>
                    </a:cubicBezTo>
                    <a:cubicBezTo>
                      <a:pt x="20" y="28"/>
                      <a:pt x="21" y="27"/>
                      <a:pt x="22" y="26"/>
                    </a:cubicBezTo>
                    <a:cubicBezTo>
                      <a:pt x="23" y="25"/>
                      <a:pt x="24" y="23"/>
                      <a:pt x="2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/>
              <p:cNvSpPr/>
              <p:nvPr/>
            </p:nvSpPr>
            <p:spPr bwMode="auto">
              <a:xfrm>
                <a:off x="2571751" y="2919413"/>
                <a:ext cx="39688" cy="55563"/>
              </a:xfrm>
              <a:custGeom>
                <a:avLst/>
                <a:gdLst>
                  <a:gd name="T0" fmla="*/ 17 w 25"/>
                  <a:gd name="T1" fmla="*/ 35 h 35"/>
                  <a:gd name="T2" fmla="*/ 10 w 25"/>
                  <a:gd name="T3" fmla="*/ 9 h 35"/>
                  <a:gd name="T4" fmla="*/ 0 w 25"/>
                  <a:gd name="T5" fmla="*/ 12 h 35"/>
                  <a:gd name="T6" fmla="*/ 0 w 25"/>
                  <a:gd name="T7" fmla="*/ 6 h 35"/>
                  <a:gd name="T8" fmla="*/ 24 w 25"/>
                  <a:gd name="T9" fmla="*/ 0 h 35"/>
                  <a:gd name="T10" fmla="*/ 25 w 25"/>
                  <a:gd name="T11" fmla="*/ 5 h 35"/>
                  <a:gd name="T12" fmla="*/ 16 w 25"/>
                  <a:gd name="T13" fmla="*/ 7 h 35"/>
                  <a:gd name="T14" fmla="*/ 23 w 25"/>
                  <a:gd name="T15" fmla="*/ 33 h 35"/>
                  <a:gd name="T16" fmla="*/ 17 w 25"/>
                  <a:gd name="T17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35">
                    <a:moveTo>
                      <a:pt x="17" y="35"/>
                    </a:moveTo>
                    <a:lnTo>
                      <a:pt x="10" y="9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24" y="0"/>
                    </a:lnTo>
                    <a:lnTo>
                      <a:pt x="25" y="5"/>
                    </a:lnTo>
                    <a:lnTo>
                      <a:pt x="16" y="7"/>
                    </a:lnTo>
                    <a:lnTo>
                      <a:pt x="23" y="33"/>
                    </a:lnTo>
                    <a:lnTo>
                      <a:pt x="17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/>
              <p:cNvSpPr>
                <a:spLocks noEditPoints="1"/>
              </p:cNvSpPr>
              <p:nvPr/>
            </p:nvSpPr>
            <p:spPr bwMode="auto">
              <a:xfrm>
                <a:off x="2613026" y="2908301"/>
                <a:ext cx="58738" cy="57150"/>
              </a:xfrm>
              <a:custGeom>
                <a:avLst/>
                <a:gdLst>
                  <a:gd name="T0" fmla="*/ 11 w 39"/>
                  <a:gd name="T1" fmla="*/ 37 h 37"/>
                  <a:gd name="T2" fmla="*/ 0 w 39"/>
                  <a:gd name="T3" fmla="*/ 6 h 37"/>
                  <a:gd name="T4" fmla="*/ 13 w 39"/>
                  <a:gd name="T5" fmla="*/ 1 h 37"/>
                  <a:gd name="T6" fmla="*/ 21 w 39"/>
                  <a:gd name="T7" fmla="*/ 0 h 37"/>
                  <a:gd name="T8" fmla="*/ 25 w 39"/>
                  <a:gd name="T9" fmla="*/ 2 h 37"/>
                  <a:gd name="T10" fmla="*/ 29 w 39"/>
                  <a:gd name="T11" fmla="*/ 6 h 37"/>
                  <a:gd name="T12" fmla="*/ 28 w 39"/>
                  <a:gd name="T13" fmla="*/ 12 h 37"/>
                  <a:gd name="T14" fmla="*/ 23 w 39"/>
                  <a:gd name="T15" fmla="*/ 17 h 37"/>
                  <a:gd name="T16" fmla="*/ 28 w 39"/>
                  <a:gd name="T17" fmla="*/ 19 h 37"/>
                  <a:gd name="T18" fmla="*/ 33 w 39"/>
                  <a:gd name="T19" fmla="*/ 23 h 37"/>
                  <a:gd name="T20" fmla="*/ 39 w 39"/>
                  <a:gd name="T21" fmla="*/ 27 h 37"/>
                  <a:gd name="T22" fmla="*/ 31 w 39"/>
                  <a:gd name="T23" fmla="*/ 30 h 37"/>
                  <a:gd name="T24" fmla="*/ 24 w 39"/>
                  <a:gd name="T25" fmla="*/ 25 h 37"/>
                  <a:gd name="T26" fmla="*/ 20 w 39"/>
                  <a:gd name="T27" fmla="*/ 21 h 37"/>
                  <a:gd name="T28" fmla="*/ 17 w 39"/>
                  <a:gd name="T29" fmla="*/ 21 h 37"/>
                  <a:gd name="T30" fmla="*/ 14 w 39"/>
                  <a:gd name="T31" fmla="*/ 22 h 37"/>
                  <a:gd name="T32" fmla="*/ 13 w 39"/>
                  <a:gd name="T33" fmla="*/ 22 h 37"/>
                  <a:gd name="T34" fmla="*/ 17 w 39"/>
                  <a:gd name="T35" fmla="*/ 35 h 37"/>
                  <a:gd name="T36" fmla="*/ 11 w 39"/>
                  <a:gd name="T37" fmla="*/ 37 h 37"/>
                  <a:gd name="T38" fmla="*/ 11 w 39"/>
                  <a:gd name="T39" fmla="*/ 17 h 37"/>
                  <a:gd name="T40" fmla="*/ 16 w 39"/>
                  <a:gd name="T41" fmla="*/ 15 h 37"/>
                  <a:gd name="T42" fmla="*/ 21 w 39"/>
                  <a:gd name="T43" fmla="*/ 13 h 37"/>
                  <a:gd name="T44" fmla="*/ 22 w 39"/>
                  <a:gd name="T45" fmla="*/ 11 h 37"/>
                  <a:gd name="T46" fmla="*/ 22 w 39"/>
                  <a:gd name="T47" fmla="*/ 9 h 37"/>
                  <a:gd name="T48" fmla="*/ 20 w 39"/>
                  <a:gd name="T49" fmla="*/ 6 h 37"/>
                  <a:gd name="T50" fmla="*/ 18 w 39"/>
                  <a:gd name="T51" fmla="*/ 6 h 37"/>
                  <a:gd name="T52" fmla="*/ 13 w 39"/>
                  <a:gd name="T53" fmla="*/ 7 h 37"/>
                  <a:gd name="T54" fmla="*/ 8 w 39"/>
                  <a:gd name="T55" fmla="*/ 9 h 37"/>
                  <a:gd name="T56" fmla="*/ 11 w 39"/>
                  <a:gd name="T57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9" h="37">
                    <a:moveTo>
                      <a:pt x="11" y="37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7" y="0"/>
                      <a:pt x="19" y="0"/>
                      <a:pt x="21" y="0"/>
                    </a:cubicBezTo>
                    <a:cubicBezTo>
                      <a:pt x="23" y="0"/>
                      <a:pt x="24" y="0"/>
                      <a:pt x="25" y="2"/>
                    </a:cubicBezTo>
                    <a:cubicBezTo>
                      <a:pt x="27" y="3"/>
                      <a:pt x="28" y="4"/>
                      <a:pt x="29" y="6"/>
                    </a:cubicBezTo>
                    <a:cubicBezTo>
                      <a:pt x="29" y="8"/>
                      <a:pt x="29" y="10"/>
                      <a:pt x="28" y="12"/>
                    </a:cubicBezTo>
                    <a:cubicBezTo>
                      <a:pt x="28" y="14"/>
                      <a:pt x="26" y="16"/>
                      <a:pt x="23" y="17"/>
                    </a:cubicBezTo>
                    <a:cubicBezTo>
                      <a:pt x="25" y="18"/>
                      <a:pt x="26" y="18"/>
                      <a:pt x="28" y="19"/>
                    </a:cubicBezTo>
                    <a:cubicBezTo>
                      <a:pt x="29" y="19"/>
                      <a:pt x="31" y="21"/>
                      <a:pt x="33" y="23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3"/>
                      <a:pt x="20" y="22"/>
                      <a:pt x="20" y="21"/>
                    </a:cubicBezTo>
                    <a:cubicBezTo>
                      <a:pt x="19" y="21"/>
                      <a:pt x="18" y="21"/>
                      <a:pt x="17" y="21"/>
                    </a:cubicBezTo>
                    <a:cubicBezTo>
                      <a:pt x="16" y="21"/>
                      <a:pt x="15" y="21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7" y="35"/>
                      <a:pt x="17" y="35"/>
                      <a:pt x="17" y="35"/>
                    </a:cubicBezTo>
                    <a:lnTo>
                      <a:pt x="11" y="37"/>
                    </a:lnTo>
                    <a:close/>
                    <a:moveTo>
                      <a:pt x="11" y="17"/>
                    </a:moveTo>
                    <a:cubicBezTo>
                      <a:pt x="16" y="15"/>
                      <a:pt x="16" y="15"/>
                      <a:pt x="16" y="15"/>
                    </a:cubicBezTo>
                    <a:cubicBezTo>
                      <a:pt x="19" y="14"/>
                      <a:pt x="20" y="14"/>
                      <a:pt x="21" y="13"/>
                    </a:cubicBezTo>
                    <a:cubicBezTo>
                      <a:pt x="22" y="13"/>
                      <a:pt x="22" y="12"/>
                      <a:pt x="22" y="11"/>
                    </a:cubicBezTo>
                    <a:cubicBezTo>
                      <a:pt x="23" y="10"/>
                      <a:pt x="23" y="10"/>
                      <a:pt x="22" y="9"/>
                    </a:cubicBezTo>
                    <a:cubicBezTo>
                      <a:pt x="22" y="8"/>
                      <a:pt x="21" y="7"/>
                      <a:pt x="20" y="6"/>
                    </a:cubicBezTo>
                    <a:cubicBezTo>
                      <a:pt x="20" y="6"/>
                      <a:pt x="19" y="6"/>
                      <a:pt x="18" y="6"/>
                    </a:cubicBezTo>
                    <a:cubicBezTo>
                      <a:pt x="17" y="6"/>
                      <a:pt x="16" y="7"/>
                      <a:pt x="13" y="7"/>
                    </a:cubicBezTo>
                    <a:cubicBezTo>
                      <a:pt x="8" y="9"/>
                      <a:pt x="8" y="9"/>
                      <a:pt x="8" y="9"/>
                    </a:cubicBezTo>
                    <a:lnTo>
                      <a:pt x="11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/>
              <p:cNvSpPr>
                <a:spLocks noEditPoints="1"/>
              </p:cNvSpPr>
              <p:nvPr/>
            </p:nvSpPr>
            <p:spPr bwMode="auto">
              <a:xfrm>
                <a:off x="2663826" y="2889251"/>
                <a:ext cx="50800" cy="55563"/>
              </a:xfrm>
              <a:custGeom>
                <a:avLst/>
                <a:gdLst>
                  <a:gd name="T0" fmla="*/ 2 w 33"/>
                  <a:gd name="T1" fmla="*/ 25 h 36"/>
                  <a:gd name="T2" fmla="*/ 0 w 33"/>
                  <a:gd name="T3" fmla="*/ 16 h 36"/>
                  <a:gd name="T4" fmla="*/ 1 w 33"/>
                  <a:gd name="T5" fmla="*/ 11 h 36"/>
                  <a:gd name="T6" fmla="*/ 3 w 33"/>
                  <a:gd name="T7" fmla="*/ 6 h 36"/>
                  <a:gd name="T8" fmla="*/ 9 w 33"/>
                  <a:gd name="T9" fmla="*/ 2 h 36"/>
                  <a:gd name="T10" fmla="*/ 22 w 33"/>
                  <a:gd name="T11" fmla="*/ 2 h 36"/>
                  <a:gd name="T12" fmla="*/ 31 w 33"/>
                  <a:gd name="T13" fmla="*/ 11 h 36"/>
                  <a:gd name="T14" fmla="*/ 32 w 33"/>
                  <a:gd name="T15" fmla="*/ 24 h 36"/>
                  <a:gd name="T16" fmla="*/ 23 w 33"/>
                  <a:gd name="T17" fmla="*/ 33 h 36"/>
                  <a:gd name="T18" fmla="*/ 11 w 33"/>
                  <a:gd name="T19" fmla="*/ 34 h 36"/>
                  <a:gd name="T20" fmla="*/ 2 w 33"/>
                  <a:gd name="T21" fmla="*/ 25 h 36"/>
                  <a:gd name="T22" fmla="*/ 8 w 33"/>
                  <a:gd name="T23" fmla="*/ 22 h 36"/>
                  <a:gd name="T24" fmla="*/ 14 w 33"/>
                  <a:gd name="T25" fmla="*/ 28 h 36"/>
                  <a:gd name="T26" fmla="*/ 21 w 33"/>
                  <a:gd name="T27" fmla="*/ 28 h 36"/>
                  <a:gd name="T28" fmla="*/ 26 w 33"/>
                  <a:gd name="T29" fmla="*/ 23 h 36"/>
                  <a:gd name="T30" fmla="*/ 24 w 33"/>
                  <a:gd name="T31" fmla="*/ 14 h 36"/>
                  <a:gd name="T32" fmla="*/ 19 w 33"/>
                  <a:gd name="T33" fmla="*/ 7 h 36"/>
                  <a:gd name="T34" fmla="*/ 12 w 33"/>
                  <a:gd name="T35" fmla="*/ 7 h 36"/>
                  <a:gd name="T36" fmla="*/ 7 w 33"/>
                  <a:gd name="T37" fmla="*/ 13 h 36"/>
                  <a:gd name="T38" fmla="*/ 8 w 33"/>
                  <a:gd name="T3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6">
                    <a:moveTo>
                      <a:pt x="2" y="25"/>
                    </a:moveTo>
                    <a:cubicBezTo>
                      <a:pt x="0" y="21"/>
                      <a:pt x="0" y="19"/>
                      <a:pt x="0" y="16"/>
                    </a:cubicBezTo>
                    <a:cubicBezTo>
                      <a:pt x="0" y="14"/>
                      <a:pt x="0" y="13"/>
                      <a:pt x="1" y="11"/>
                    </a:cubicBezTo>
                    <a:cubicBezTo>
                      <a:pt x="1" y="9"/>
                      <a:pt x="2" y="8"/>
                      <a:pt x="3" y="6"/>
                    </a:cubicBezTo>
                    <a:cubicBezTo>
                      <a:pt x="5" y="5"/>
                      <a:pt x="7" y="3"/>
                      <a:pt x="9" y="2"/>
                    </a:cubicBezTo>
                    <a:cubicBezTo>
                      <a:pt x="14" y="0"/>
                      <a:pt x="18" y="0"/>
                      <a:pt x="22" y="2"/>
                    </a:cubicBezTo>
                    <a:cubicBezTo>
                      <a:pt x="26" y="3"/>
                      <a:pt x="29" y="6"/>
                      <a:pt x="31" y="11"/>
                    </a:cubicBezTo>
                    <a:cubicBezTo>
                      <a:pt x="33" y="16"/>
                      <a:pt x="33" y="21"/>
                      <a:pt x="32" y="24"/>
                    </a:cubicBezTo>
                    <a:cubicBezTo>
                      <a:pt x="31" y="28"/>
                      <a:pt x="28" y="31"/>
                      <a:pt x="23" y="33"/>
                    </a:cubicBezTo>
                    <a:cubicBezTo>
                      <a:pt x="19" y="35"/>
                      <a:pt x="15" y="36"/>
                      <a:pt x="11" y="34"/>
                    </a:cubicBezTo>
                    <a:cubicBezTo>
                      <a:pt x="7" y="32"/>
                      <a:pt x="4" y="29"/>
                      <a:pt x="2" y="25"/>
                    </a:cubicBezTo>
                    <a:close/>
                    <a:moveTo>
                      <a:pt x="8" y="22"/>
                    </a:moveTo>
                    <a:cubicBezTo>
                      <a:pt x="9" y="25"/>
                      <a:pt x="11" y="27"/>
                      <a:pt x="14" y="28"/>
                    </a:cubicBezTo>
                    <a:cubicBezTo>
                      <a:pt x="16" y="29"/>
                      <a:pt x="18" y="29"/>
                      <a:pt x="21" y="28"/>
                    </a:cubicBezTo>
                    <a:cubicBezTo>
                      <a:pt x="23" y="27"/>
                      <a:pt x="25" y="25"/>
                      <a:pt x="26" y="23"/>
                    </a:cubicBezTo>
                    <a:cubicBezTo>
                      <a:pt x="26" y="20"/>
                      <a:pt x="26" y="17"/>
                      <a:pt x="24" y="14"/>
                    </a:cubicBezTo>
                    <a:cubicBezTo>
                      <a:pt x="23" y="11"/>
                      <a:pt x="21" y="8"/>
                      <a:pt x="19" y="7"/>
                    </a:cubicBezTo>
                    <a:cubicBezTo>
                      <a:pt x="16" y="6"/>
                      <a:pt x="14" y="6"/>
                      <a:pt x="12" y="7"/>
                    </a:cubicBezTo>
                    <a:cubicBezTo>
                      <a:pt x="9" y="9"/>
                      <a:pt x="7" y="10"/>
                      <a:pt x="7" y="13"/>
                    </a:cubicBezTo>
                    <a:cubicBezTo>
                      <a:pt x="6" y="15"/>
                      <a:pt x="6" y="18"/>
                      <a:pt x="8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/>
            </p:nvSpPr>
            <p:spPr bwMode="auto">
              <a:xfrm>
                <a:off x="2705101" y="2860676"/>
                <a:ext cx="58738" cy="65088"/>
              </a:xfrm>
              <a:custGeom>
                <a:avLst/>
                <a:gdLst>
                  <a:gd name="T0" fmla="*/ 15 w 37"/>
                  <a:gd name="T1" fmla="*/ 41 h 41"/>
                  <a:gd name="T2" fmla="*/ 0 w 37"/>
                  <a:gd name="T3" fmla="*/ 13 h 41"/>
                  <a:gd name="T4" fmla="*/ 5 w 37"/>
                  <a:gd name="T5" fmla="*/ 10 h 41"/>
                  <a:gd name="T6" fmla="*/ 27 w 37"/>
                  <a:gd name="T7" fmla="*/ 22 h 41"/>
                  <a:gd name="T8" fmla="*/ 16 w 37"/>
                  <a:gd name="T9" fmla="*/ 3 h 41"/>
                  <a:gd name="T10" fmla="*/ 21 w 37"/>
                  <a:gd name="T11" fmla="*/ 0 h 41"/>
                  <a:gd name="T12" fmla="*/ 37 w 37"/>
                  <a:gd name="T13" fmla="*/ 28 h 41"/>
                  <a:gd name="T14" fmla="*/ 32 w 37"/>
                  <a:gd name="T15" fmla="*/ 31 h 41"/>
                  <a:gd name="T16" fmla="*/ 10 w 37"/>
                  <a:gd name="T17" fmla="*/ 20 h 41"/>
                  <a:gd name="T18" fmla="*/ 20 w 37"/>
                  <a:gd name="T19" fmla="*/ 38 h 41"/>
                  <a:gd name="T20" fmla="*/ 15 w 37"/>
                  <a:gd name="T2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41">
                    <a:moveTo>
                      <a:pt x="15" y="41"/>
                    </a:moveTo>
                    <a:lnTo>
                      <a:pt x="0" y="13"/>
                    </a:lnTo>
                    <a:lnTo>
                      <a:pt x="5" y="10"/>
                    </a:lnTo>
                    <a:lnTo>
                      <a:pt x="27" y="22"/>
                    </a:lnTo>
                    <a:lnTo>
                      <a:pt x="16" y="3"/>
                    </a:lnTo>
                    <a:lnTo>
                      <a:pt x="21" y="0"/>
                    </a:lnTo>
                    <a:lnTo>
                      <a:pt x="37" y="28"/>
                    </a:lnTo>
                    <a:lnTo>
                      <a:pt x="32" y="31"/>
                    </a:lnTo>
                    <a:lnTo>
                      <a:pt x="10" y="20"/>
                    </a:lnTo>
                    <a:lnTo>
                      <a:pt x="20" y="38"/>
                    </a:lnTo>
                    <a:lnTo>
                      <a:pt x="15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/>
            </p:nvSpPr>
            <p:spPr bwMode="auto">
              <a:xfrm>
                <a:off x="2744788" y="2852738"/>
                <a:ext cx="36513" cy="47625"/>
              </a:xfrm>
              <a:custGeom>
                <a:avLst/>
                <a:gdLst>
                  <a:gd name="T0" fmla="*/ 17 w 23"/>
                  <a:gd name="T1" fmla="*/ 30 h 30"/>
                  <a:gd name="T2" fmla="*/ 0 w 23"/>
                  <a:gd name="T3" fmla="*/ 2 h 30"/>
                  <a:gd name="T4" fmla="*/ 6 w 23"/>
                  <a:gd name="T5" fmla="*/ 0 h 30"/>
                  <a:gd name="T6" fmla="*/ 23 w 23"/>
                  <a:gd name="T7" fmla="*/ 27 h 30"/>
                  <a:gd name="T8" fmla="*/ 17 w 23"/>
                  <a:gd name="T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0">
                    <a:moveTo>
                      <a:pt x="17" y="30"/>
                    </a:moveTo>
                    <a:lnTo>
                      <a:pt x="0" y="2"/>
                    </a:lnTo>
                    <a:lnTo>
                      <a:pt x="6" y="0"/>
                    </a:lnTo>
                    <a:lnTo>
                      <a:pt x="23" y="27"/>
                    </a:lnTo>
                    <a:lnTo>
                      <a:pt x="17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/>
            </p:nvSpPr>
            <p:spPr bwMode="auto">
              <a:xfrm>
                <a:off x="2765426" y="2830513"/>
                <a:ext cx="50800" cy="52388"/>
              </a:xfrm>
              <a:custGeom>
                <a:avLst/>
                <a:gdLst>
                  <a:gd name="T0" fmla="*/ 25 w 33"/>
                  <a:gd name="T1" fmla="*/ 16 h 34"/>
                  <a:gd name="T2" fmla="*/ 32 w 33"/>
                  <a:gd name="T3" fmla="*/ 14 h 34"/>
                  <a:gd name="T4" fmla="*/ 32 w 33"/>
                  <a:gd name="T5" fmla="*/ 23 h 34"/>
                  <a:gd name="T6" fmla="*/ 27 w 33"/>
                  <a:gd name="T7" fmla="*/ 31 h 34"/>
                  <a:gd name="T8" fmla="*/ 15 w 33"/>
                  <a:gd name="T9" fmla="*/ 33 h 34"/>
                  <a:gd name="T10" fmla="*/ 5 w 33"/>
                  <a:gd name="T11" fmla="*/ 26 h 34"/>
                  <a:gd name="T12" fmla="*/ 1 w 33"/>
                  <a:gd name="T13" fmla="*/ 13 h 34"/>
                  <a:gd name="T14" fmla="*/ 7 w 33"/>
                  <a:gd name="T15" fmla="*/ 3 h 34"/>
                  <a:gd name="T16" fmla="*/ 17 w 33"/>
                  <a:gd name="T17" fmla="*/ 0 h 34"/>
                  <a:gd name="T18" fmla="*/ 23 w 33"/>
                  <a:gd name="T19" fmla="*/ 3 h 34"/>
                  <a:gd name="T20" fmla="*/ 19 w 33"/>
                  <a:gd name="T21" fmla="*/ 8 h 34"/>
                  <a:gd name="T22" fmla="*/ 15 w 33"/>
                  <a:gd name="T23" fmla="*/ 6 h 34"/>
                  <a:gd name="T24" fmla="*/ 10 w 33"/>
                  <a:gd name="T25" fmla="*/ 8 h 34"/>
                  <a:gd name="T26" fmla="*/ 7 w 33"/>
                  <a:gd name="T27" fmla="*/ 13 h 34"/>
                  <a:gd name="T28" fmla="*/ 10 w 33"/>
                  <a:gd name="T29" fmla="*/ 21 h 34"/>
                  <a:gd name="T30" fmla="*/ 17 w 33"/>
                  <a:gd name="T31" fmla="*/ 27 h 34"/>
                  <a:gd name="T32" fmla="*/ 23 w 33"/>
                  <a:gd name="T33" fmla="*/ 26 h 34"/>
                  <a:gd name="T34" fmla="*/ 26 w 33"/>
                  <a:gd name="T35" fmla="*/ 22 h 34"/>
                  <a:gd name="T36" fmla="*/ 25 w 33"/>
                  <a:gd name="T37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3" h="34">
                    <a:moveTo>
                      <a:pt x="25" y="16"/>
                    </a:moveTo>
                    <a:cubicBezTo>
                      <a:pt x="32" y="14"/>
                      <a:pt x="32" y="14"/>
                      <a:pt x="32" y="14"/>
                    </a:cubicBezTo>
                    <a:cubicBezTo>
                      <a:pt x="33" y="18"/>
                      <a:pt x="33" y="21"/>
                      <a:pt x="32" y="23"/>
                    </a:cubicBezTo>
                    <a:cubicBezTo>
                      <a:pt x="31" y="26"/>
                      <a:pt x="30" y="29"/>
                      <a:pt x="27" y="31"/>
                    </a:cubicBezTo>
                    <a:cubicBezTo>
                      <a:pt x="23" y="33"/>
                      <a:pt x="19" y="34"/>
                      <a:pt x="15" y="33"/>
                    </a:cubicBezTo>
                    <a:cubicBezTo>
                      <a:pt x="11" y="33"/>
                      <a:pt x="8" y="30"/>
                      <a:pt x="5" y="26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9"/>
                      <a:pt x="3" y="6"/>
                      <a:pt x="7" y="3"/>
                    </a:cubicBezTo>
                    <a:cubicBezTo>
                      <a:pt x="10" y="0"/>
                      <a:pt x="14" y="0"/>
                      <a:pt x="17" y="0"/>
                    </a:cubicBezTo>
                    <a:cubicBezTo>
                      <a:pt x="19" y="0"/>
                      <a:pt x="21" y="1"/>
                      <a:pt x="23" y="3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6"/>
                      <a:pt x="15" y="6"/>
                    </a:cubicBezTo>
                    <a:cubicBezTo>
                      <a:pt x="13" y="6"/>
                      <a:pt x="12" y="7"/>
                      <a:pt x="10" y="8"/>
                    </a:cubicBezTo>
                    <a:cubicBezTo>
                      <a:pt x="8" y="9"/>
                      <a:pt x="7" y="11"/>
                      <a:pt x="7" y="13"/>
                    </a:cubicBezTo>
                    <a:cubicBezTo>
                      <a:pt x="7" y="16"/>
                      <a:pt x="8" y="18"/>
                      <a:pt x="10" y="21"/>
                    </a:cubicBezTo>
                    <a:cubicBezTo>
                      <a:pt x="12" y="25"/>
                      <a:pt x="15" y="27"/>
                      <a:pt x="17" y="27"/>
                    </a:cubicBezTo>
                    <a:cubicBezTo>
                      <a:pt x="19" y="28"/>
                      <a:pt x="21" y="27"/>
                      <a:pt x="23" y="26"/>
                    </a:cubicBezTo>
                    <a:cubicBezTo>
                      <a:pt x="25" y="25"/>
                      <a:pt x="26" y="24"/>
                      <a:pt x="26" y="22"/>
                    </a:cubicBezTo>
                    <a:cubicBezTo>
                      <a:pt x="26" y="20"/>
                      <a:pt x="26" y="18"/>
                      <a:pt x="2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/>
            </p:nvSpPr>
            <p:spPr bwMode="auto">
              <a:xfrm>
                <a:off x="2813051" y="2779713"/>
                <a:ext cx="53975" cy="53975"/>
              </a:xfrm>
              <a:custGeom>
                <a:avLst/>
                <a:gdLst>
                  <a:gd name="T0" fmla="*/ 30 w 34"/>
                  <a:gd name="T1" fmla="*/ 34 h 34"/>
                  <a:gd name="T2" fmla="*/ 11 w 34"/>
                  <a:gd name="T3" fmla="*/ 14 h 34"/>
                  <a:gd name="T4" fmla="*/ 4 w 34"/>
                  <a:gd name="T5" fmla="*/ 21 h 34"/>
                  <a:gd name="T6" fmla="*/ 0 w 34"/>
                  <a:gd name="T7" fmla="*/ 17 h 34"/>
                  <a:gd name="T8" fmla="*/ 20 w 34"/>
                  <a:gd name="T9" fmla="*/ 0 h 34"/>
                  <a:gd name="T10" fmla="*/ 23 w 34"/>
                  <a:gd name="T11" fmla="*/ 4 h 34"/>
                  <a:gd name="T12" fmla="*/ 16 w 34"/>
                  <a:gd name="T13" fmla="*/ 11 h 34"/>
                  <a:gd name="T14" fmla="*/ 34 w 34"/>
                  <a:gd name="T15" fmla="*/ 30 h 34"/>
                  <a:gd name="T16" fmla="*/ 30 w 34"/>
                  <a:gd name="T1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0" y="34"/>
                    </a:moveTo>
                    <a:lnTo>
                      <a:pt x="11" y="14"/>
                    </a:lnTo>
                    <a:lnTo>
                      <a:pt x="4" y="21"/>
                    </a:lnTo>
                    <a:lnTo>
                      <a:pt x="0" y="17"/>
                    </a:lnTo>
                    <a:lnTo>
                      <a:pt x="20" y="0"/>
                    </a:lnTo>
                    <a:lnTo>
                      <a:pt x="23" y="4"/>
                    </a:lnTo>
                    <a:lnTo>
                      <a:pt x="16" y="11"/>
                    </a:lnTo>
                    <a:lnTo>
                      <a:pt x="34" y="30"/>
                    </a:lnTo>
                    <a:lnTo>
                      <a:pt x="3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/>
            </p:nvSpPr>
            <p:spPr bwMode="auto">
              <a:xfrm>
                <a:off x="2846388" y="2749551"/>
                <a:ext cx="61913" cy="61913"/>
              </a:xfrm>
              <a:custGeom>
                <a:avLst/>
                <a:gdLst>
                  <a:gd name="T0" fmla="*/ 23 w 39"/>
                  <a:gd name="T1" fmla="*/ 39 h 39"/>
                  <a:gd name="T2" fmla="*/ 0 w 39"/>
                  <a:gd name="T3" fmla="*/ 17 h 39"/>
                  <a:gd name="T4" fmla="*/ 16 w 39"/>
                  <a:gd name="T5" fmla="*/ 0 h 39"/>
                  <a:gd name="T6" fmla="*/ 20 w 39"/>
                  <a:gd name="T7" fmla="*/ 3 h 39"/>
                  <a:gd name="T8" fmla="*/ 9 w 39"/>
                  <a:gd name="T9" fmla="*/ 16 h 39"/>
                  <a:gd name="T10" fmla="*/ 13 w 39"/>
                  <a:gd name="T11" fmla="*/ 21 h 39"/>
                  <a:gd name="T12" fmla="*/ 24 w 39"/>
                  <a:gd name="T13" fmla="*/ 9 h 39"/>
                  <a:gd name="T14" fmla="*/ 28 w 39"/>
                  <a:gd name="T15" fmla="*/ 13 h 39"/>
                  <a:gd name="T16" fmla="*/ 17 w 39"/>
                  <a:gd name="T17" fmla="*/ 25 h 39"/>
                  <a:gd name="T18" fmla="*/ 24 w 39"/>
                  <a:gd name="T19" fmla="*/ 31 h 39"/>
                  <a:gd name="T20" fmla="*/ 36 w 39"/>
                  <a:gd name="T21" fmla="*/ 18 h 39"/>
                  <a:gd name="T22" fmla="*/ 39 w 39"/>
                  <a:gd name="T23" fmla="*/ 22 h 39"/>
                  <a:gd name="T24" fmla="*/ 23 w 39"/>
                  <a:gd name="T25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39">
                    <a:moveTo>
                      <a:pt x="23" y="39"/>
                    </a:moveTo>
                    <a:lnTo>
                      <a:pt x="0" y="17"/>
                    </a:lnTo>
                    <a:lnTo>
                      <a:pt x="16" y="0"/>
                    </a:lnTo>
                    <a:lnTo>
                      <a:pt x="20" y="3"/>
                    </a:lnTo>
                    <a:lnTo>
                      <a:pt x="9" y="16"/>
                    </a:lnTo>
                    <a:lnTo>
                      <a:pt x="13" y="21"/>
                    </a:lnTo>
                    <a:lnTo>
                      <a:pt x="24" y="9"/>
                    </a:lnTo>
                    <a:lnTo>
                      <a:pt x="28" y="13"/>
                    </a:lnTo>
                    <a:lnTo>
                      <a:pt x="17" y="25"/>
                    </a:lnTo>
                    <a:lnTo>
                      <a:pt x="24" y="31"/>
                    </a:lnTo>
                    <a:lnTo>
                      <a:pt x="36" y="18"/>
                    </a:lnTo>
                    <a:lnTo>
                      <a:pt x="39" y="22"/>
                    </a:lnTo>
                    <a:lnTo>
                      <a:pt x="23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/>
              <p:cNvSpPr/>
              <p:nvPr/>
            </p:nvSpPr>
            <p:spPr bwMode="auto">
              <a:xfrm>
                <a:off x="2882901" y="2717801"/>
                <a:ext cx="52388" cy="52388"/>
              </a:xfrm>
              <a:custGeom>
                <a:avLst/>
                <a:gdLst>
                  <a:gd name="T0" fmla="*/ 25 w 34"/>
                  <a:gd name="T1" fmla="*/ 14 h 34"/>
                  <a:gd name="T2" fmla="*/ 30 w 34"/>
                  <a:gd name="T3" fmla="*/ 10 h 34"/>
                  <a:gd name="T4" fmla="*/ 34 w 34"/>
                  <a:gd name="T5" fmla="*/ 19 h 34"/>
                  <a:gd name="T6" fmla="*/ 30 w 34"/>
                  <a:gd name="T7" fmla="*/ 28 h 34"/>
                  <a:gd name="T8" fmla="*/ 20 w 34"/>
                  <a:gd name="T9" fmla="*/ 33 h 34"/>
                  <a:gd name="T10" fmla="*/ 8 w 34"/>
                  <a:gd name="T11" fmla="*/ 29 h 34"/>
                  <a:gd name="T12" fmla="*/ 0 w 34"/>
                  <a:gd name="T13" fmla="*/ 18 h 34"/>
                  <a:gd name="T14" fmla="*/ 4 w 34"/>
                  <a:gd name="T15" fmla="*/ 6 h 34"/>
                  <a:gd name="T16" fmla="*/ 13 w 34"/>
                  <a:gd name="T17" fmla="*/ 1 h 34"/>
                  <a:gd name="T18" fmla="*/ 19 w 34"/>
                  <a:gd name="T19" fmla="*/ 2 h 34"/>
                  <a:gd name="T20" fmla="*/ 17 w 34"/>
                  <a:gd name="T21" fmla="*/ 8 h 34"/>
                  <a:gd name="T22" fmla="*/ 12 w 34"/>
                  <a:gd name="T23" fmla="*/ 7 h 34"/>
                  <a:gd name="T24" fmla="*/ 8 w 34"/>
                  <a:gd name="T25" fmla="*/ 10 h 34"/>
                  <a:gd name="T26" fmla="*/ 6 w 34"/>
                  <a:gd name="T27" fmla="*/ 16 h 34"/>
                  <a:gd name="T28" fmla="*/ 12 w 34"/>
                  <a:gd name="T29" fmla="*/ 23 h 34"/>
                  <a:gd name="T30" fmla="*/ 20 w 34"/>
                  <a:gd name="T31" fmla="*/ 27 h 34"/>
                  <a:gd name="T32" fmla="*/ 26 w 34"/>
                  <a:gd name="T33" fmla="*/ 24 h 34"/>
                  <a:gd name="T34" fmla="*/ 27 w 34"/>
                  <a:gd name="T35" fmla="*/ 19 h 34"/>
                  <a:gd name="T36" fmla="*/ 25 w 34"/>
                  <a:gd name="T37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34">
                    <a:moveTo>
                      <a:pt x="25" y="14"/>
                    </a:moveTo>
                    <a:cubicBezTo>
                      <a:pt x="30" y="10"/>
                      <a:pt x="30" y="10"/>
                      <a:pt x="30" y="10"/>
                    </a:cubicBezTo>
                    <a:cubicBezTo>
                      <a:pt x="33" y="13"/>
                      <a:pt x="34" y="16"/>
                      <a:pt x="34" y="19"/>
                    </a:cubicBezTo>
                    <a:cubicBezTo>
                      <a:pt x="33" y="22"/>
                      <a:pt x="32" y="25"/>
                      <a:pt x="30" y="28"/>
                    </a:cubicBezTo>
                    <a:cubicBezTo>
                      <a:pt x="27" y="31"/>
                      <a:pt x="24" y="33"/>
                      <a:pt x="20" y="33"/>
                    </a:cubicBezTo>
                    <a:cubicBezTo>
                      <a:pt x="16" y="34"/>
                      <a:pt x="12" y="32"/>
                      <a:pt x="8" y="29"/>
                    </a:cubicBezTo>
                    <a:cubicBezTo>
                      <a:pt x="3" y="25"/>
                      <a:pt x="1" y="22"/>
                      <a:pt x="0" y="18"/>
                    </a:cubicBezTo>
                    <a:cubicBezTo>
                      <a:pt x="0" y="14"/>
                      <a:pt x="1" y="10"/>
                      <a:pt x="4" y="6"/>
                    </a:cubicBezTo>
                    <a:cubicBezTo>
                      <a:pt x="6" y="3"/>
                      <a:pt x="9" y="1"/>
                      <a:pt x="13" y="1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5" y="7"/>
                      <a:pt x="13" y="7"/>
                      <a:pt x="12" y="7"/>
                    </a:cubicBezTo>
                    <a:cubicBezTo>
                      <a:pt x="10" y="8"/>
                      <a:pt x="9" y="8"/>
                      <a:pt x="8" y="10"/>
                    </a:cubicBezTo>
                    <a:cubicBezTo>
                      <a:pt x="6" y="12"/>
                      <a:pt x="6" y="14"/>
                      <a:pt x="6" y="16"/>
                    </a:cubicBezTo>
                    <a:cubicBezTo>
                      <a:pt x="7" y="18"/>
                      <a:pt x="9" y="21"/>
                      <a:pt x="12" y="23"/>
                    </a:cubicBezTo>
                    <a:cubicBezTo>
                      <a:pt x="15" y="26"/>
                      <a:pt x="18" y="27"/>
                      <a:pt x="20" y="27"/>
                    </a:cubicBezTo>
                    <a:cubicBezTo>
                      <a:pt x="22" y="27"/>
                      <a:pt x="24" y="26"/>
                      <a:pt x="26" y="24"/>
                    </a:cubicBezTo>
                    <a:cubicBezTo>
                      <a:pt x="27" y="23"/>
                      <a:pt x="27" y="21"/>
                      <a:pt x="27" y="19"/>
                    </a:cubicBezTo>
                    <a:cubicBezTo>
                      <a:pt x="27" y="18"/>
                      <a:pt x="26" y="16"/>
                      <a:pt x="2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/>
            </p:nvSpPr>
            <p:spPr bwMode="auto">
              <a:xfrm>
                <a:off x="2905126" y="2673351"/>
                <a:ext cx="63500" cy="63500"/>
              </a:xfrm>
              <a:custGeom>
                <a:avLst/>
                <a:gdLst>
                  <a:gd name="T0" fmla="*/ 27 w 40"/>
                  <a:gd name="T1" fmla="*/ 40 h 40"/>
                  <a:gd name="T2" fmla="*/ 0 w 40"/>
                  <a:gd name="T3" fmla="*/ 21 h 40"/>
                  <a:gd name="T4" fmla="*/ 3 w 40"/>
                  <a:gd name="T5" fmla="*/ 16 h 40"/>
                  <a:gd name="T6" fmla="*/ 14 w 40"/>
                  <a:gd name="T7" fmla="*/ 23 h 40"/>
                  <a:gd name="T8" fmla="*/ 21 w 40"/>
                  <a:gd name="T9" fmla="*/ 13 h 40"/>
                  <a:gd name="T10" fmla="*/ 10 w 40"/>
                  <a:gd name="T11" fmla="*/ 6 h 40"/>
                  <a:gd name="T12" fmla="*/ 14 w 40"/>
                  <a:gd name="T13" fmla="*/ 0 h 40"/>
                  <a:gd name="T14" fmla="*/ 40 w 40"/>
                  <a:gd name="T15" fmla="*/ 18 h 40"/>
                  <a:gd name="T16" fmla="*/ 37 w 40"/>
                  <a:gd name="T17" fmla="*/ 23 h 40"/>
                  <a:gd name="T18" fmla="*/ 26 w 40"/>
                  <a:gd name="T19" fmla="*/ 15 h 40"/>
                  <a:gd name="T20" fmla="*/ 18 w 40"/>
                  <a:gd name="T21" fmla="*/ 26 h 40"/>
                  <a:gd name="T22" fmla="*/ 30 w 40"/>
                  <a:gd name="T23" fmla="*/ 34 h 40"/>
                  <a:gd name="T24" fmla="*/ 27 w 40"/>
                  <a:gd name="T25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40">
                    <a:moveTo>
                      <a:pt x="27" y="40"/>
                    </a:moveTo>
                    <a:lnTo>
                      <a:pt x="0" y="21"/>
                    </a:lnTo>
                    <a:lnTo>
                      <a:pt x="3" y="16"/>
                    </a:lnTo>
                    <a:lnTo>
                      <a:pt x="14" y="23"/>
                    </a:lnTo>
                    <a:lnTo>
                      <a:pt x="21" y="13"/>
                    </a:lnTo>
                    <a:lnTo>
                      <a:pt x="10" y="6"/>
                    </a:lnTo>
                    <a:lnTo>
                      <a:pt x="14" y="0"/>
                    </a:lnTo>
                    <a:lnTo>
                      <a:pt x="40" y="18"/>
                    </a:lnTo>
                    <a:lnTo>
                      <a:pt x="37" y="23"/>
                    </a:lnTo>
                    <a:lnTo>
                      <a:pt x="26" y="15"/>
                    </a:lnTo>
                    <a:lnTo>
                      <a:pt x="18" y="26"/>
                    </a:lnTo>
                    <a:lnTo>
                      <a:pt x="30" y="34"/>
                    </a:lnTo>
                    <a:lnTo>
                      <a:pt x="27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/>
            </p:nvSpPr>
            <p:spPr bwMode="auto">
              <a:xfrm>
                <a:off x="2930526" y="2633663"/>
                <a:ext cx="65088" cy="58738"/>
              </a:xfrm>
              <a:custGeom>
                <a:avLst/>
                <a:gdLst>
                  <a:gd name="T0" fmla="*/ 28 w 41"/>
                  <a:gd name="T1" fmla="*/ 37 h 37"/>
                  <a:gd name="T2" fmla="*/ 0 w 41"/>
                  <a:gd name="T3" fmla="*/ 21 h 37"/>
                  <a:gd name="T4" fmla="*/ 4 w 41"/>
                  <a:gd name="T5" fmla="*/ 16 h 37"/>
                  <a:gd name="T6" fmla="*/ 28 w 41"/>
                  <a:gd name="T7" fmla="*/ 15 h 37"/>
                  <a:gd name="T8" fmla="*/ 10 w 41"/>
                  <a:gd name="T9" fmla="*/ 4 h 37"/>
                  <a:gd name="T10" fmla="*/ 13 w 41"/>
                  <a:gd name="T11" fmla="*/ 0 h 37"/>
                  <a:gd name="T12" fmla="*/ 41 w 41"/>
                  <a:gd name="T13" fmla="*/ 15 h 37"/>
                  <a:gd name="T14" fmla="*/ 38 w 41"/>
                  <a:gd name="T15" fmla="*/ 20 h 37"/>
                  <a:gd name="T16" fmla="*/ 13 w 41"/>
                  <a:gd name="T17" fmla="*/ 22 h 37"/>
                  <a:gd name="T18" fmla="*/ 31 w 41"/>
                  <a:gd name="T19" fmla="*/ 32 h 37"/>
                  <a:gd name="T20" fmla="*/ 28 w 41"/>
                  <a:gd name="T2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" h="37">
                    <a:moveTo>
                      <a:pt x="28" y="37"/>
                    </a:moveTo>
                    <a:lnTo>
                      <a:pt x="0" y="21"/>
                    </a:lnTo>
                    <a:lnTo>
                      <a:pt x="4" y="16"/>
                    </a:lnTo>
                    <a:lnTo>
                      <a:pt x="28" y="15"/>
                    </a:lnTo>
                    <a:lnTo>
                      <a:pt x="10" y="4"/>
                    </a:lnTo>
                    <a:lnTo>
                      <a:pt x="13" y="0"/>
                    </a:lnTo>
                    <a:lnTo>
                      <a:pt x="41" y="15"/>
                    </a:lnTo>
                    <a:lnTo>
                      <a:pt x="38" y="20"/>
                    </a:lnTo>
                    <a:lnTo>
                      <a:pt x="13" y="22"/>
                    </a:lnTo>
                    <a:lnTo>
                      <a:pt x="31" y="32"/>
                    </a:lnTo>
                    <a:lnTo>
                      <a:pt x="28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/>
              <p:cNvSpPr>
                <a:spLocks noEditPoints="1"/>
              </p:cNvSpPr>
              <p:nvPr/>
            </p:nvSpPr>
            <p:spPr bwMode="auto">
              <a:xfrm>
                <a:off x="2959101" y="2589213"/>
                <a:ext cx="53975" cy="52388"/>
              </a:xfrm>
              <a:custGeom>
                <a:avLst/>
                <a:gdLst>
                  <a:gd name="T0" fmla="*/ 11 w 35"/>
                  <a:gd name="T1" fmla="*/ 31 h 34"/>
                  <a:gd name="T2" fmla="*/ 4 w 35"/>
                  <a:gd name="T3" fmla="*/ 27 h 34"/>
                  <a:gd name="T4" fmla="*/ 1 w 35"/>
                  <a:gd name="T5" fmla="*/ 22 h 34"/>
                  <a:gd name="T6" fmla="*/ 0 w 35"/>
                  <a:gd name="T7" fmla="*/ 17 h 34"/>
                  <a:gd name="T8" fmla="*/ 2 w 35"/>
                  <a:gd name="T9" fmla="*/ 10 h 34"/>
                  <a:gd name="T10" fmla="*/ 10 w 35"/>
                  <a:gd name="T11" fmla="*/ 1 h 34"/>
                  <a:gd name="T12" fmla="*/ 24 w 35"/>
                  <a:gd name="T13" fmla="*/ 2 h 34"/>
                  <a:gd name="T14" fmla="*/ 33 w 35"/>
                  <a:gd name="T15" fmla="*/ 11 h 34"/>
                  <a:gd name="T16" fmla="*/ 33 w 35"/>
                  <a:gd name="T17" fmla="*/ 24 h 34"/>
                  <a:gd name="T18" fmla="*/ 24 w 35"/>
                  <a:gd name="T19" fmla="*/ 32 h 34"/>
                  <a:gd name="T20" fmla="*/ 11 w 35"/>
                  <a:gd name="T21" fmla="*/ 31 h 34"/>
                  <a:gd name="T22" fmla="*/ 13 w 35"/>
                  <a:gd name="T23" fmla="*/ 25 h 34"/>
                  <a:gd name="T24" fmla="*/ 22 w 35"/>
                  <a:gd name="T25" fmla="*/ 26 h 34"/>
                  <a:gd name="T26" fmla="*/ 28 w 35"/>
                  <a:gd name="T27" fmla="*/ 21 h 34"/>
                  <a:gd name="T28" fmla="*/ 28 w 35"/>
                  <a:gd name="T29" fmla="*/ 14 h 34"/>
                  <a:gd name="T30" fmla="*/ 21 w 35"/>
                  <a:gd name="T31" fmla="*/ 8 h 34"/>
                  <a:gd name="T32" fmla="*/ 12 w 35"/>
                  <a:gd name="T33" fmla="*/ 7 h 34"/>
                  <a:gd name="T34" fmla="*/ 7 w 35"/>
                  <a:gd name="T35" fmla="*/ 12 h 34"/>
                  <a:gd name="T36" fmla="*/ 7 w 35"/>
                  <a:gd name="T37" fmla="*/ 19 h 34"/>
                  <a:gd name="T38" fmla="*/ 13 w 35"/>
                  <a:gd name="T39" fmla="*/ 2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34">
                    <a:moveTo>
                      <a:pt x="11" y="31"/>
                    </a:moveTo>
                    <a:cubicBezTo>
                      <a:pt x="8" y="30"/>
                      <a:pt x="5" y="28"/>
                      <a:pt x="4" y="27"/>
                    </a:cubicBezTo>
                    <a:cubicBezTo>
                      <a:pt x="3" y="25"/>
                      <a:pt x="2" y="24"/>
                      <a:pt x="1" y="22"/>
                    </a:cubicBezTo>
                    <a:cubicBezTo>
                      <a:pt x="0" y="20"/>
                      <a:pt x="0" y="19"/>
                      <a:pt x="0" y="17"/>
                    </a:cubicBezTo>
                    <a:cubicBezTo>
                      <a:pt x="0" y="15"/>
                      <a:pt x="1" y="12"/>
                      <a:pt x="2" y="10"/>
                    </a:cubicBezTo>
                    <a:cubicBezTo>
                      <a:pt x="4" y="5"/>
                      <a:pt x="7" y="3"/>
                      <a:pt x="10" y="1"/>
                    </a:cubicBezTo>
                    <a:cubicBezTo>
                      <a:pt x="14" y="0"/>
                      <a:pt x="19" y="0"/>
                      <a:pt x="24" y="2"/>
                    </a:cubicBezTo>
                    <a:cubicBezTo>
                      <a:pt x="29" y="4"/>
                      <a:pt x="32" y="7"/>
                      <a:pt x="33" y="11"/>
                    </a:cubicBezTo>
                    <a:cubicBezTo>
                      <a:pt x="35" y="15"/>
                      <a:pt x="35" y="19"/>
                      <a:pt x="33" y="24"/>
                    </a:cubicBezTo>
                    <a:cubicBezTo>
                      <a:pt x="31" y="28"/>
                      <a:pt x="28" y="31"/>
                      <a:pt x="24" y="32"/>
                    </a:cubicBezTo>
                    <a:cubicBezTo>
                      <a:pt x="20" y="34"/>
                      <a:pt x="16" y="34"/>
                      <a:pt x="11" y="31"/>
                    </a:cubicBezTo>
                    <a:close/>
                    <a:moveTo>
                      <a:pt x="13" y="25"/>
                    </a:moveTo>
                    <a:cubicBezTo>
                      <a:pt x="17" y="27"/>
                      <a:pt x="20" y="27"/>
                      <a:pt x="22" y="26"/>
                    </a:cubicBezTo>
                    <a:cubicBezTo>
                      <a:pt x="25" y="25"/>
                      <a:pt x="26" y="24"/>
                      <a:pt x="28" y="21"/>
                    </a:cubicBezTo>
                    <a:cubicBezTo>
                      <a:pt x="29" y="19"/>
                      <a:pt x="29" y="17"/>
                      <a:pt x="28" y="14"/>
                    </a:cubicBezTo>
                    <a:cubicBezTo>
                      <a:pt x="27" y="12"/>
                      <a:pt x="24" y="10"/>
                      <a:pt x="21" y="8"/>
                    </a:cubicBezTo>
                    <a:cubicBezTo>
                      <a:pt x="17" y="7"/>
                      <a:pt x="14" y="7"/>
                      <a:pt x="12" y="7"/>
                    </a:cubicBezTo>
                    <a:cubicBezTo>
                      <a:pt x="10" y="8"/>
                      <a:pt x="8" y="10"/>
                      <a:pt x="7" y="12"/>
                    </a:cubicBezTo>
                    <a:cubicBezTo>
                      <a:pt x="6" y="15"/>
                      <a:pt x="6" y="17"/>
                      <a:pt x="7" y="19"/>
                    </a:cubicBezTo>
                    <a:cubicBezTo>
                      <a:pt x="8" y="22"/>
                      <a:pt x="10" y="24"/>
                      <a:pt x="13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/>
            </p:nvSpPr>
            <p:spPr bwMode="auto">
              <a:xfrm>
                <a:off x="2974976" y="2559051"/>
                <a:ext cx="58738" cy="34925"/>
              </a:xfrm>
              <a:custGeom>
                <a:avLst/>
                <a:gdLst>
                  <a:gd name="T0" fmla="*/ 30 w 37"/>
                  <a:gd name="T1" fmla="*/ 22 h 22"/>
                  <a:gd name="T2" fmla="*/ 0 w 37"/>
                  <a:gd name="T3" fmla="*/ 13 h 22"/>
                  <a:gd name="T4" fmla="*/ 2 w 37"/>
                  <a:gd name="T5" fmla="*/ 6 h 22"/>
                  <a:gd name="T6" fmla="*/ 27 w 37"/>
                  <a:gd name="T7" fmla="*/ 15 h 22"/>
                  <a:gd name="T8" fmla="*/ 32 w 37"/>
                  <a:gd name="T9" fmla="*/ 0 h 22"/>
                  <a:gd name="T10" fmla="*/ 37 w 37"/>
                  <a:gd name="T11" fmla="*/ 2 h 22"/>
                  <a:gd name="T12" fmla="*/ 30 w 37"/>
                  <a:gd name="T13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22">
                    <a:moveTo>
                      <a:pt x="30" y="22"/>
                    </a:moveTo>
                    <a:lnTo>
                      <a:pt x="0" y="13"/>
                    </a:lnTo>
                    <a:lnTo>
                      <a:pt x="2" y="6"/>
                    </a:lnTo>
                    <a:lnTo>
                      <a:pt x="27" y="15"/>
                    </a:lnTo>
                    <a:lnTo>
                      <a:pt x="32" y="0"/>
                    </a:lnTo>
                    <a:lnTo>
                      <a:pt x="37" y="2"/>
                    </a:lnTo>
                    <a:lnTo>
                      <a:pt x="3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/>
              <p:cNvSpPr>
                <a:spLocks noEditPoints="1"/>
              </p:cNvSpPr>
              <p:nvPr/>
            </p:nvSpPr>
            <p:spPr bwMode="auto">
              <a:xfrm>
                <a:off x="2990851" y="2500313"/>
                <a:ext cx="53975" cy="50800"/>
              </a:xfrm>
              <a:custGeom>
                <a:avLst/>
                <a:gdLst>
                  <a:gd name="T0" fmla="*/ 14 w 35"/>
                  <a:gd name="T1" fmla="*/ 32 h 33"/>
                  <a:gd name="T2" fmla="*/ 6 w 35"/>
                  <a:gd name="T3" fmla="*/ 28 h 33"/>
                  <a:gd name="T4" fmla="*/ 2 w 35"/>
                  <a:gd name="T5" fmla="*/ 24 h 33"/>
                  <a:gd name="T6" fmla="*/ 1 w 35"/>
                  <a:gd name="T7" fmla="*/ 19 h 33"/>
                  <a:gd name="T8" fmla="*/ 1 w 35"/>
                  <a:gd name="T9" fmla="*/ 12 h 33"/>
                  <a:gd name="T10" fmla="*/ 8 w 35"/>
                  <a:gd name="T11" fmla="*/ 2 h 33"/>
                  <a:gd name="T12" fmla="*/ 22 w 35"/>
                  <a:gd name="T13" fmla="*/ 1 h 33"/>
                  <a:gd name="T14" fmla="*/ 33 w 35"/>
                  <a:gd name="T15" fmla="*/ 8 h 33"/>
                  <a:gd name="T16" fmla="*/ 34 w 35"/>
                  <a:gd name="T17" fmla="*/ 21 h 33"/>
                  <a:gd name="T18" fmla="*/ 27 w 35"/>
                  <a:gd name="T19" fmla="*/ 31 h 33"/>
                  <a:gd name="T20" fmla="*/ 14 w 35"/>
                  <a:gd name="T21" fmla="*/ 32 h 33"/>
                  <a:gd name="T22" fmla="*/ 15 w 35"/>
                  <a:gd name="T23" fmla="*/ 25 h 33"/>
                  <a:gd name="T24" fmla="*/ 24 w 35"/>
                  <a:gd name="T25" fmla="*/ 25 h 33"/>
                  <a:gd name="T26" fmla="*/ 29 w 35"/>
                  <a:gd name="T27" fmla="*/ 19 h 33"/>
                  <a:gd name="T28" fmla="*/ 27 w 35"/>
                  <a:gd name="T29" fmla="*/ 12 h 33"/>
                  <a:gd name="T30" fmla="*/ 20 w 35"/>
                  <a:gd name="T31" fmla="*/ 8 h 33"/>
                  <a:gd name="T32" fmla="*/ 11 w 35"/>
                  <a:gd name="T33" fmla="*/ 8 h 33"/>
                  <a:gd name="T34" fmla="*/ 7 w 35"/>
                  <a:gd name="T35" fmla="*/ 13 h 33"/>
                  <a:gd name="T36" fmla="*/ 8 w 35"/>
                  <a:gd name="T37" fmla="*/ 21 h 33"/>
                  <a:gd name="T38" fmla="*/ 15 w 35"/>
                  <a:gd name="T39" fmla="*/ 2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33">
                    <a:moveTo>
                      <a:pt x="14" y="32"/>
                    </a:moveTo>
                    <a:cubicBezTo>
                      <a:pt x="11" y="31"/>
                      <a:pt x="8" y="30"/>
                      <a:pt x="6" y="28"/>
                    </a:cubicBezTo>
                    <a:cubicBezTo>
                      <a:pt x="5" y="27"/>
                      <a:pt x="3" y="26"/>
                      <a:pt x="2" y="24"/>
                    </a:cubicBezTo>
                    <a:cubicBezTo>
                      <a:pt x="1" y="23"/>
                      <a:pt x="1" y="21"/>
                      <a:pt x="1" y="19"/>
                    </a:cubicBezTo>
                    <a:cubicBezTo>
                      <a:pt x="0" y="17"/>
                      <a:pt x="0" y="15"/>
                      <a:pt x="1" y="12"/>
                    </a:cubicBezTo>
                    <a:cubicBezTo>
                      <a:pt x="2" y="7"/>
                      <a:pt x="5" y="4"/>
                      <a:pt x="8" y="2"/>
                    </a:cubicBezTo>
                    <a:cubicBezTo>
                      <a:pt x="12" y="0"/>
                      <a:pt x="17" y="0"/>
                      <a:pt x="22" y="1"/>
                    </a:cubicBezTo>
                    <a:cubicBezTo>
                      <a:pt x="27" y="2"/>
                      <a:pt x="30" y="5"/>
                      <a:pt x="33" y="8"/>
                    </a:cubicBezTo>
                    <a:cubicBezTo>
                      <a:pt x="35" y="12"/>
                      <a:pt x="35" y="16"/>
                      <a:pt x="34" y="21"/>
                    </a:cubicBezTo>
                    <a:cubicBezTo>
                      <a:pt x="33" y="25"/>
                      <a:pt x="30" y="29"/>
                      <a:pt x="27" y="31"/>
                    </a:cubicBezTo>
                    <a:cubicBezTo>
                      <a:pt x="23" y="33"/>
                      <a:pt x="19" y="33"/>
                      <a:pt x="14" y="32"/>
                    </a:cubicBezTo>
                    <a:close/>
                    <a:moveTo>
                      <a:pt x="15" y="25"/>
                    </a:moveTo>
                    <a:cubicBezTo>
                      <a:pt x="19" y="26"/>
                      <a:pt x="22" y="26"/>
                      <a:pt x="24" y="25"/>
                    </a:cubicBezTo>
                    <a:cubicBezTo>
                      <a:pt x="26" y="24"/>
                      <a:pt x="28" y="22"/>
                      <a:pt x="29" y="19"/>
                    </a:cubicBezTo>
                    <a:cubicBezTo>
                      <a:pt x="29" y="17"/>
                      <a:pt x="29" y="14"/>
                      <a:pt x="27" y="12"/>
                    </a:cubicBezTo>
                    <a:cubicBezTo>
                      <a:pt x="26" y="10"/>
                      <a:pt x="23" y="8"/>
                      <a:pt x="20" y="8"/>
                    </a:cubicBezTo>
                    <a:cubicBezTo>
                      <a:pt x="16" y="7"/>
                      <a:pt x="13" y="7"/>
                      <a:pt x="11" y="8"/>
                    </a:cubicBezTo>
                    <a:cubicBezTo>
                      <a:pt x="9" y="9"/>
                      <a:pt x="7" y="11"/>
                      <a:pt x="7" y="13"/>
                    </a:cubicBezTo>
                    <a:cubicBezTo>
                      <a:pt x="6" y="16"/>
                      <a:pt x="6" y="18"/>
                      <a:pt x="8" y="21"/>
                    </a:cubicBezTo>
                    <a:cubicBezTo>
                      <a:pt x="9" y="23"/>
                      <a:pt x="12" y="24"/>
                      <a:pt x="15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/>
            </p:nvSpPr>
            <p:spPr bwMode="auto">
              <a:xfrm>
                <a:off x="3003551" y="2449513"/>
                <a:ext cx="50800" cy="47625"/>
              </a:xfrm>
              <a:custGeom>
                <a:avLst/>
                <a:gdLst>
                  <a:gd name="T0" fmla="*/ 21 w 34"/>
                  <a:gd name="T1" fmla="*/ 15 h 31"/>
                  <a:gd name="T2" fmla="*/ 16 w 34"/>
                  <a:gd name="T3" fmla="*/ 14 h 31"/>
                  <a:gd name="T4" fmla="*/ 18 w 34"/>
                  <a:gd name="T5" fmla="*/ 0 h 31"/>
                  <a:gd name="T6" fmla="*/ 31 w 34"/>
                  <a:gd name="T7" fmla="*/ 2 h 31"/>
                  <a:gd name="T8" fmla="*/ 34 w 34"/>
                  <a:gd name="T9" fmla="*/ 9 h 31"/>
                  <a:gd name="T10" fmla="*/ 34 w 34"/>
                  <a:gd name="T11" fmla="*/ 17 h 31"/>
                  <a:gd name="T12" fmla="*/ 30 w 34"/>
                  <a:gd name="T13" fmla="*/ 26 h 31"/>
                  <a:gd name="T14" fmla="*/ 23 w 34"/>
                  <a:gd name="T15" fmla="*/ 30 h 31"/>
                  <a:gd name="T16" fmla="*/ 14 w 34"/>
                  <a:gd name="T17" fmla="*/ 31 h 31"/>
                  <a:gd name="T18" fmla="*/ 6 w 34"/>
                  <a:gd name="T19" fmla="*/ 27 h 31"/>
                  <a:gd name="T20" fmla="*/ 1 w 34"/>
                  <a:gd name="T21" fmla="*/ 20 h 31"/>
                  <a:gd name="T22" fmla="*/ 0 w 34"/>
                  <a:gd name="T23" fmla="*/ 12 h 31"/>
                  <a:gd name="T24" fmla="*/ 4 w 34"/>
                  <a:gd name="T25" fmla="*/ 3 h 31"/>
                  <a:gd name="T26" fmla="*/ 12 w 34"/>
                  <a:gd name="T27" fmla="*/ 0 h 31"/>
                  <a:gd name="T28" fmla="*/ 12 w 34"/>
                  <a:gd name="T29" fmla="*/ 6 h 31"/>
                  <a:gd name="T30" fmla="*/ 8 w 34"/>
                  <a:gd name="T31" fmla="*/ 8 h 31"/>
                  <a:gd name="T32" fmla="*/ 6 w 34"/>
                  <a:gd name="T33" fmla="*/ 13 h 31"/>
                  <a:gd name="T34" fmla="*/ 7 w 34"/>
                  <a:gd name="T35" fmla="*/ 20 h 31"/>
                  <a:gd name="T36" fmla="*/ 15 w 34"/>
                  <a:gd name="T37" fmla="*/ 24 h 31"/>
                  <a:gd name="T38" fmla="*/ 24 w 34"/>
                  <a:gd name="T39" fmla="*/ 23 h 31"/>
                  <a:gd name="T40" fmla="*/ 28 w 34"/>
                  <a:gd name="T41" fmla="*/ 17 h 31"/>
                  <a:gd name="T42" fmla="*/ 28 w 34"/>
                  <a:gd name="T43" fmla="*/ 12 h 31"/>
                  <a:gd name="T44" fmla="*/ 27 w 34"/>
                  <a:gd name="T45" fmla="*/ 8 h 31"/>
                  <a:gd name="T46" fmla="*/ 23 w 34"/>
                  <a:gd name="T47" fmla="*/ 8 h 31"/>
                  <a:gd name="T48" fmla="*/ 21 w 34"/>
                  <a:gd name="T49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" h="31">
                    <a:moveTo>
                      <a:pt x="21" y="15"/>
                    </a:moveTo>
                    <a:cubicBezTo>
                      <a:pt x="16" y="14"/>
                      <a:pt x="16" y="14"/>
                      <a:pt x="16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2" y="4"/>
                      <a:pt x="33" y="6"/>
                      <a:pt x="34" y="9"/>
                    </a:cubicBezTo>
                    <a:cubicBezTo>
                      <a:pt x="34" y="12"/>
                      <a:pt x="34" y="14"/>
                      <a:pt x="34" y="17"/>
                    </a:cubicBezTo>
                    <a:cubicBezTo>
                      <a:pt x="33" y="20"/>
                      <a:pt x="32" y="23"/>
                      <a:pt x="30" y="26"/>
                    </a:cubicBezTo>
                    <a:cubicBezTo>
                      <a:pt x="28" y="28"/>
                      <a:pt x="26" y="29"/>
                      <a:pt x="23" y="30"/>
                    </a:cubicBezTo>
                    <a:cubicBezTo>
                      <a:pt x="20" y="31"/>
                      <a:pt x="17" y="31"/>
                      <a:pt x="14" y="31"/>
                    </a:cubicBezTo>
                    <a:cubicBezTo>
                      <a:pt x="11" y="30"/>
                      <a:pt x="8" y="29"/>
                      <a:pt x="6" y="27"/>
                    </a:cubicBezTo>
                    <a:cubicBezTo>
                      <a:pt x="3" y="25"/>
                      <a:pt x="1" y="23"/>
                      <a:pt x="1" y="20"/>
                    </a:cubicBezTo>
                    <a:cubicBezTo>
                      <a:pt x="0" y="18"/>
                      <a:pt x="0" y="15"/>
                      <a:pt x="0" y="12"/>
                    </a:cubicBezTo>
                    <a:cubicBezTo>
                      <a:pt x="1" y="8"/>
                      <a:pt x="2" y="5"/>
                      <a:pt x="4" y="3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0" y="7"/>
                      <a:pt x="9" y="7"/>
                      <a:pt x="8" y="8"/>
                    </a:cubicBezTo>
                    <a:cubicBezTo>
                      <a:pt x="7" y="9"/>
                      <a:pt x="6" y="11"/>
                      <a:pt x="6" y="13"/>
                    </a:cubicBezTo>
                    <a:cubicBezTo>
                      <a:pt x="5" y="16"/>
                      <a:pt x="6" y="18"/>
                      <a:pt x="7" y="20"/>
                    </a:cubicBezTo>
                    <a:cubicBezTo>
                      <a:pt x="9" y="22"/>
                      <a:pt x="11" y="23"/>
                      <a:pt x="15" y="24"/>
                    </a:cubicBezTo>
                    <a:cubicBezTo>
                      <a:pt x="19" y="25"/>
                      <a:pt x="22" y="24"/>
                      <a:pt x="24" y="23"/>
                    </a:cubicBezTo>
                    <a:cubicBezTo>
                      <a:pt x="26" y="21"/>
                      <a:pt x="28" y="19"/>
                      <a:pt x="28" y="17"/>
                    </a:cubicBezTo>
                    <a:cubicBezTo>
                      <a:pt x="28" y="15"/>
                      <a:pt x="28" y="14"/>
                      <a:pt x="28" y="12"/>
                    </a:cubicBezTo>
                    <a:cubicBezTo>
                      <a:pt x="28" y="11"/>
                      <a:pt x="27" y="10"/>
                      <a:pt x="27" y="8"/>
                    </a:cubicBezTo>
                    <a:cubicBezTo>
                      <a:pt x="23" y="8"/>
                      <a:pt x="23" y="8"/>
                      <a:pt x="23" y="8"/>
                    </a:cubicBezTo>
                    <a:lnTo>
                      <a:pt x="21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/>
              <p:cNvSpPr/>
              <p:nvPr/>
            </p:nvSpPr>
            <p:spPr bwMode="auto">
              <a:xfrm>
                <a:off x="3006726" y="2398713"/>
                <a:ext cx="52388" cy="46038"/>
              </a:xfrm>
              <a:custGeom>
                <a:avLst/>
                <a:gdLst>
                  <a:gd name="T0" fmla="*/ 33 w 33"/>
                  <a:gd name="T1" fmla="*/ 20 h 29"/>
                  <a:gd name="T2" fmla="*/ 20 w 33"/>
                  <a:gd name="T3" fmla="*/ 19 h 29"/>
                  <a:gd name="T4" fmla="*/ 0 w 33"/>
                  <a:gd name="T5" fmla="*/ 29 h 29"/>
                  <a:gd name="T6" fmla="*/ 1 w 33"/>
                  <a:gd name="T7" fmla="*/ 22 h 29"/>
                  <a:gd name="T8" fmla="*/ 14 w 33"/>
                  <a:gd name="T9" fmla="*/ 16 h 29"/>
                  <a:gd name="T10" fmla="*/ 2 w 33"/>
                  <a:gd name="T11" fmla="*/ 7 h 29"/>
                  <a:gd name="T12" fmla="*/ 3 w 33"/>
                  <a:gd name="T13" fmla="*/ 0 h 29"/>
                  <a:gd name="T14" fmla="*/ 21 w 33"/>
                  <a:gd name="T15" fmla="*/ 13 h 29"/>
                  <a:gd name="T16" fmla="*/ 33 w 33"/>
                  <a:gd name="T17" fmla="*/ 14 h 29"/>
                  <a:gd name="T18" fmla="*/ 33 w 33"/>
                  <a:gd name="T19" fmla="*/ 2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" h="29">
                    <a:moveTo>
                      <a:pt x="33" y="20"/>
                    </a:moveTo>
                    <a:lnTo>
                      <a:pt x="20" y="19"/>
                    </a:lnTo>
                    <a:lnTo>
                      <a:pt x="0" y="29"/>
                    </a:lnTo>
                    <a:lnTo>
                      <a:pt x="1" y="22"/>
                    </a:lnTo>
                    <a:lnTo>
                      <a:pt x="14" y="16"/>
                    </a:lnTo>
                    <a:lnTo>
                      <a:pt x="2" y="7"/>
                    </a:lnTo>
                    <a:lnTo>
                      <a:pt x="3" y="0"/>
                    </a:lnTo>
                    <a:lnTo>
                      <a:pt x="21" y="13"/>
                    </a:lnTo>
                    <a:lnTo>
                      <a:pt x="33" y="14"/>
                    </a:lnTo>
                    <a:lnTo>
                      <a:pt x="3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/>
            </p:nvSpPr>
            <p:spPr bwMode="auto">
              <a:xfrm>
                <a:off x="2117726" y="2646363"/>
                <a:ext cx="279400" cy="77788"/>
              </a:xfrm>
              <a:custGeom>
                <a:avLst/>
                <a:gdLst>
                  <a:gd name="T0" fmla="*/ 0 w 182"/>
                  <a:gd name="T1" fmla="*/ 0 h 50"/>
                  <a:gd name="T2" fmla="*/ 12 w 182"/>
                  <a:gd name="T3" fmla="*/ 18 h 50"/>
                  <a:gd name="T4" fmla="*/ 182 w 182"/>
                  <a:gd name="T5" fmla="*/ 0 h 50"/>
                  <a:gd name="T6" fmla="*/ 0 w 182"/>
                  <a:gd name="T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2" h="50">
                    <a:moveTo>
                      <a:pt x="0" y="0"/>
                    </a:moveTo>
                    <a:cubicBezTo>
                      <a:pt x="3" y="7"/>
                      <a:pt x="7" y="13"/>
                      <a:pt x="12" y="18"/>
                    </a:cubicBezTo>
                    <a:cubicBezTo>
                      <a:pt x="45" y="50"/>
                      <a:pt x="110" y="41"/>
                      <a:pt x="18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/>
            </p:nvSpPr>
            <p:spPr bwMode="auto">
              <a:xfrm>
                <a:off x="2079626" y="2005013"/>
                <a:ext cx="246063" cy="363538"/>
              </a:xfrm>
              <a:custGeom>
                <a:avLst/>
                <a:gdLst>
                  <a:gd name="T0" fmla="*/ 143 w 160"/>
                  <a:gd name="T1" fmla="*/ 49 h 235"/>
                  <a:gd name="T2" fmla="*/ 160 w 160"/>
                  <a:gd name="T3" fmla="*/ 41 h 235"/>
                  <a:gd name="T4" fmla="*/ 36 w 160"/>
                  <a:gd name="T5" fmla="*/ 59 h 235"/>
                  <a:gd name="T6" fmla="*/ 79 w 160"/>
                  <a:gd name="T7" fmla="*/ 234 h 235"/>
                  <a:gd name="T8" fmla="*/ 93 w 160"/>
                  <a:gd name="T9" fmla="*/ 215 h 235"/>
                  <a:gd name="T10" fmla="*/ 50 w 160"/>
                  <a:gd name="T11" fmla="*/ 49 h 235"/>
                  <a:gd name="T12" fmla="*/ 143 w 160"/>
                  <a:gd name="T13" fmla="*/ 49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235">
                    <a:moveTo>
                      <a:pt x="143" y="49"/>
                    </a:moveTo>
                    <a:cubicBezTo>
                      <a:pt x="160" y="41"/>
                      <a:pt x="160" y="41"/>
                      <a:pt x="160" y="41"/>
                    </a:cubicBezTo>
                    <a:cubicBezTo>
                      <a:pt x="160" y="41"/>
                      <a:pt x="69" y="0"/>
                      <a:pt x="36" y="59"/>
                    </a:cubicBezTo>
                    <a:cubicBezTo>
                      <a:pt x="0" y="122"/>
                      <a:pt x="79" y="235"/>
                      <a:pt x="79" y="234"/>
                    </a:cubicBezTo>
                    <a:cubicBezTo>
                      <a:pt x="93" y="215"/>
                      <a:pt x="93" y="215"/>
                      <a:pt x="93" y="215"/>
                    </a:cubicBezTo>
                    <a:cubicBezTo>
                      <a:pt x="93" y="215"/>
                      <a:pt x="7" y="100"/>
                      <a:pt x="50" y="49"/>
                    </a:cubicBezTo>
                    <a:cubicBezTo>
                      <a:pt x="80" y="21"/>
                      <a:pt x="143" y="49"/>
                      <a:pt x="143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椭圆 70"/>
              <p:cNvSpPr>
                <a:spLocks noChangeArrowheads="1"/>
              </p:cNvSpPr>
              <p:nvPr/>
            </p:nvSpPr>
            <p:spPr bwMode="auto">
              <a:xfrm>
                <a:off x="2343151" y="2082801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/>
            </p:nvSpPr>
            <p:spPr bwMode="auto">
              <a:xfrm>
                <a:off x="2220913" y="2003426"/>
                <a:ext cx="555625" cy="334963"/>
              </a:xfrm>
              <a:custGeom>
                <a:avLst/>
                <a:gdLst>
                  <a:gd name="T0" fmla="*/ 329 w 362"/>
                  <a:gd name="T1" fmla="*/ 46 h 218"/>
                  <a:gd name="T2" fmla="*/ 56 w 362"/>
                  <a:gd name="T3" fmla="*/ 152 h 218"/>
                  <a:gd name="T4" fmla="*/ 0 w 362"/>
                  <a:gd name="T5" fmla="*/ 218 h 218"/>
                  <a:gd name="T6" fmla="*/ 61 w 362"/>
                  <a:gd name="T7" fmla="*/ 218 h 218"/>
                  <a:gd name="T8" fmla="*/ 86 w 362"/>
                  <a:gd name="T9" fmla="*/ 190 h 218"/>
                  <a:gd name="T10" fmla="*/ 153 w 362"/>
                  <a:gd name="T11" fmla="*/ 171 h 218"/>
                  <a:gd name="T12" fmla="*/ 143 w 362"/>
                  <a:gd name="T13" fmla="*/ 218 h 218"/>
                  <a:gd name="T14" fmla="*/ 309 w 362"/>
                  <a:gd name="T15" fmla="*/ 218 h 218"/>
                  <a:gd name="T16" fmla="*/ 329 w 362"/>
                  <a:gd name="T17" fmla="*/ 46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2" h="218">
                    <a:moveTo>
                      <a:pt x="329" y="46"/>
                    </a:moveTo>
                    <a:cubicBezTo>
                      <a:pt x="282" y="0"/>
                      <a:pt x="159" y="47"/>
                      <a:pt x="56" y="152"/>
                    </a:cubicBezTo>
                    <a:cubicBezTo>
                      <a:pt x="35" y="173"/>
                      <a:pt x="16" y="196"/>
                      <a:pt x="0" y="218"/>
                    </a:cubicBezTo>
                    <a:cubicBezTo>
                      <a:pt x="61" y="218"/>
                      <a:pt x="61" y="218"/>
                      <a:pt x="61" y="218"/>
                    </a:cubicBezTo>
                    <a:cubicBezTo>
                      <a:pt x="66" y="210"/>
                      <a:pt x="75" y="200"/>
                      <a:pt x="86" y="190"/>
                    </a:cubicBezTo>
                    <a:cubicBezTo>
                      <a:pt x="112" y="167"/>
                      <a:pt x="142" y="159"/>
                      <a:pt x="153" y="171"/>
                    </a:cubicBezTo>
                    <a:cubicBezTo>
                      <a:pt x="162" y="181"/>
                      <a:pt x="156" y="200"/>
                      <a:pt x="143" y="218"/>
                    </a:cubicBezTo>
                    <a:cubicBezTo>
                      <a:pt x="309" y="218"/>
                      <a:pt x="309" y="218"/>
                      <a:pt x="309" y="218"/>
                    </a:cubicBezTo>
                    <a:cubicBezTo>
                      <a:pt x="351" y="145"/>
                      <a:pt x="362" y="78"/>
                      <a:pt x="3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/>
            </p:nvSpPr>
            <p:spPr bwMode="auto">
              <a:xfrm>
                <a:off x="2419351" y="2546351"/>
                <a:ext cx="100013" cy="41275"/>
              </a:xfrm>
              <a:custGeom>
                <a:avLst/>
                <a:gdLst>
                  <a:gd name="T0" fmla="*/ 0 w 65"/>
                  <a:gd name="T1" fmla="*/ 0 h 27"/>
                  <a:gd name="T2" fmla="*/ 31 w 65"/>
                  <a:gd name="T3" fmla="*/ 27 h 27"/>
                  <a:gd name="T4" fmla="*/ 65 w 65"/>
                  <a:gd name="T5" fmla="*/ 0 h 27"/>
                  <a:gd name="T6" fmla="*/ 0 w 65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27">
                    <a:moveTo>
                      <a:pt x="0" y="0"/>
                    </a:moveTo>
                    <a:cubicBezTo>
                      <a:pt x="14" y="12"/>
                      <a:pt x="25" y="22"/>
                      <a:pt x="31" y="27"/>
                    </a:cubicBezTo>
                    <a:cubicBezTo>
                      <a:pt x="43" y="19"/>
                      <a:pt x="54" y="10"/>
                      <a:pt x="6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/>
            </p:nvSpPr>
            <p:spPr bwMode="auto">
              <a:xfrm>
                <a:off x="2122488" y="2546351"/>
                <a:ext cx="306388" cy="55563"/>
              </a:xfrm>
              <a:custGeom>
                <a:avLst/>
                <a:gdLst>
                  <a:gd name="T0" fmla="*/ 151 w 200"/>
                  <a:gd name="T1" fmla="*/ 0 h 36"/>
                  <a:gd name="T2" fmla="*/ 122 w 200"/>
                  <a:gd name="T3" fmla="*/ 0 h 36"/>
                  <a:gd name="T4" fmla="*/ 110 w 200"/>
                  <a:gd name="T5" fmla="*/ 8 h 36"/>
                  <a:gd name="T6" fmla="*/ 101 w 200"/>
                  <a:gd name="T7" fmla="*/ 0 h 36"/>
                  <a:gd name="T8" fmla="*/ 2 w 200"/>
                  <a:gd name="T9" fmla="*/ 0 h 36"/>
                  <a:gd name="T10" fmla="*/ 1 w 200"/>
                  <a:gd name="T11" fmla="*/ 36 h 36"/>
                  <a:gd name="T12" fmla="*/ 200 w 200"/>
                  <a:gd name="T13" fmla="*/ 36 h 36"/>
                  <a:gd name="T14" fmla="*/ 151 w 200"/>
                  <a:gd name="T1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0" h="36">
                    <a:moveTo>
                      <a:pt x="151" y="0"/>
                    </a:moveTo>
                    <a:cubicBezTo>
                      <a:pt x="122" y="0"/>
                      <a:pt x="122" y="0"/>
                      <a:pt x="122" y="0"/>
                    </a:cubicBezTo>
                    <a:cubicBezTo>
                      <a:pt x="110" y="8"/>
                      <a:pt x="110" y="8"/>
                      <a:pt x="110" y="8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3"/>
                      <a:pt x="0" y="25"/>
                      <a:pt x="1" y="36"/>
                    </a:cubicBezTo>
                    <a:cubicBezTo>
                      <a:pt x="200" y="36"/>
                      <a:pt x="200" y="36"/>
                      <a:pt x="200" y="36"/>
                    </a:cubicBezTo>
                    <a:cubicBezTo>
                      <a:pt x="183" y="26"/>
                      <a:pt x="167" y="14"/>
                      <a:pt x="15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/>
              <p:cNvSpPr/>
              <p:nvPr/>
            </p:nvSpPr>
            <p:spPr bwMode="auto">
              <a:xfrm>
                <a:off x="2132013" y="2457451"/>
                <a:ext cx="190500" cy="58738"/>
              </a:xfrm>
              <a:custGeom>
                <a:avLst/>
                <a:gdLst>
                  <a:gd name="T0" fmla="*/ 90 w 124"/>
                  <a:gd name="T1" fmla="*/ 0 h 38"/>
                  <a:gd name="T2" fmla="*/ 13 w 124"/>
                  <a:gd name="T3" fmla="*/ 0 h 38"/>
                  <a:gd name="T4" fmla="*/ 0 w 124"/>
                  <a:gd name="T5" fmla="*/ 38 h 38"/>
                  <a:gd name="T6" fmla="*/ 124 w 124"/>
                  <a:gd name="T7" fmla="*/ 38 h 38"/>
                  <a:gd name="T8" fmla="*/ 90 w 124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" h="38">
                    <a:moveTo>
                      <a:pt x="90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8" y="13"/>
                      <a:pt x="3" y="26"/>
                      <a:pt x="0" y="38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12" y="25"/>
                      <a:pt x="100" y="12"/>
                      <a:pt x="9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/>
            </p:nvSpPr>
            <p:spPr bwMode="auto">
              <a:xfrm>
                <a:off x="2325688" y="2457451"/>
                <a:ext cx="282575" cy="58738"/>
              </a:xfrm>
              <a:custGeom>
                <a:avLst/>
                <a:gdLst>
                  <a:gd name="T0" fmla="*/ 44 w 184"/>
                  <a:gd name="T1" fmla="*/ 0 h 38"/>
                  <a:gd name="T2" fmla="*/ 31 w 184"/>
                  <a:gd name="T3" fmla="*/ 9 h 38"/>
                  <a:gd name="T4" fmla="*/ 22 w 184"/>
                  <a:gd name="T5" fmla="*/ 0 h 38"/>
                  <a:gd name="T6" fmla="*/ 0 w 184"/>
                  <a:gd name="T7" fmla="*/ 0 h 38"/>
                  <a:gd name="T8" fmla="*/ 38 w 184"/>
                  <a:gd name="T9" fmla="*/ 38 h 38"/>
                  <a:gd name="T10" fmla="*/ 149 w 184"/>
                  <a:gd name="T11" fmla="*/ 38 h 38"/>
                  <a:gd name="T12" fmla="*/ 160 w 184"/>
                  <a:gd name="T13" fmla="*/ 26 h 38"/>
                  <a:gd name="T14" fmla="*/ 184 w 184"/>
                  <a:gd name="T15" fmla="*/ 0 h 38"/>
                  <a:gd name="T16" fmla="*/ 44 w 18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4" h="38">
                    <a:moveTo>
                      <a:pt x="44" y="0"/>
                    </a:moveTo>
                    <a:cubicBezTo>
                      <a:pt x="31" y="9"/>
                      <a:pt x="31" y="9"/>
                      <a:pt x="31" y="9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13"/>
                      <a:pt x="26" y="26"/>
                      <a:pt x="38" y="38"/>
                    </a:cubicBezTo>
                    <a:cubicBezTo>
                      <a:pt x="149" y="38"/>
                      <a:pt x="149" y="38"/>
                      <a:pt x="149" y="38"/>
                    </a:cubicBezTo>
                    <a:cubicBezTo>
                      <a:pt x="153" y="34"/>
                      <a:pt x="157" y="30"/>
                      <a:pt x="160" y="26"/>
                    </a:cubicBezTo>
                    <a:cubicBezTo>
                      <a:pt x="169" y="18"/>
                      <a:pt x="177" y="9"/>
                      <a:pt x="184" y="0"/>
                    </a:cubicBez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/>
            </p:nvSpPr>
            <p:spPr bwMode="auto">
              <a:xfrm>
                <a:off x="2247901" y="2370138"/>
                <a:ext cx="427038" cy="57150"/>
              </a:xfrm>
              <a:custGeom>
                <a:avLst/>
                <a:gdLst>
                  <a:gd name="T0" fmla="*/ 126 w 278"/>
                  <a:gd name="T1" fmla="*/ 0 h 37"/>
                  <a:gd name="T2" fmla="*/ 113 w 278"/>
                  <a:gd name="T3" fmla="*/ 8 h 37"/>
                  <a:gd name="T4" fmla="*/ 104 w 278"/>
                  <a:gd name="T5" fmla="*/ 0 h 37"/>
                  <a:gd name="T6" fmla="*/ 0 w 278"/>
                  <a:gd name="T7" fmla="*/ 0 h 37"/>
                  <a:gd name="T8" fmla="*/ 30 w 278"/>
                  <a:gd name="T9" fmla="*/ 37 h 37"/>
                  <a:gd name="T10" fmla="*/ 251 w 278"/>
                  <a:gd name="T11" fmla="*/ 37 h 37"/>
                  <a:gd name="T12" fmla="*/ 278 w 278"/>
                  <a:gd name="T13" fmla="*/ 0 h 37"/>
                  <a:gd name="T14" fmla="*/ 126 w 278"/>
                  <a:gd name="T1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8" h="37">
                    <a:moveTo>
                      <a:pt x="126" y="0"/>
                    </a:moveTo>
                    <a:cubicBezTo>
                      <a:pt x="113" y="8"/>
                      <a:pt x="113" y="8"/>
                      <a:pt x="113" y="8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11"/>
                      <a:pt x="18" y="24"/>
                      <a:pt x="30" y="37"/>
                    </a:cubicBezTo>
                    <a:cubicBezTo>
                      <a:pt x="251" y="37"/>
                      <a:pt x="251" y="37"/>
                      <a:pt x="251" y="37"/>
                    </a:cubicBezTo>
                    <a:cubicBezTo>
                      <a:pt x="261" y="25"/>
                      <a:pt x="270" y="12"/>
                      <a:pt x="278" y="0"/>
                    </a:cubicBezTo>
                    <a:lnTo>
                      <a:pt x="1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/>
            </p:nvSpPr>
            <p:spPr bwMode="auto">
              <a:xfrm>
                <a:off x="2166938" y="2370138"/>
                <a:ext cx="77788" cy="57150"/>
              </a:xfrm>
              <a:custGeom>
                <a:avLst/>
                <a:gdLst>
                  <a:gd name="T0" fmla="*/ 24 w 51"/>
                  <a:gd name="T1" fmla="*/ 0 h 37"/>
                  <a:gd name="T2" fmla="*/ 21 w 51"/>
                  <a:gd name="T3" fmla="*/ 0 h 37"/>
                  <a:gd name="T4" fmla="*/ 0 w 51"/>
                  <a:gd name="T5" fmla="*/ 37 h 37"/>
                  <a:gd name="T6" fmla="*/ 51 w 51"/>
                  <a:gd name="T7" fmla="*/ 37 h 37"/>
                  <a:gd name="T8" fmla="*/ 24 w 51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37">
                    <a:moveTo>
                      <a:pt x="24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3" y="13"/>
                      <a:pt x="6" y="25"/>
                      <a:pt x="0" y="37"/>
                    </a:cubicBezTo>
                    <a:cubicBezTo>
                      <a:pt x="51" y="37"/>
                      <a:pt x="51" y="37"/>
                      <a:pt x="51" y="37"/>
                    </a:cubicBezTo>
                    <a:cubicBezTo>
                      <a:pt x="37" y="19"/>
                      <a:pt x="27" y="6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/>
            </p:nvSpPr>
            <p:spPr bwMode="auto">
              <a:xfrm>
                <a:off x="2441576" y="2381251"/>
                <a:ext cx="358775" cy="384175"/>
              </a:xfrm>
              <a:custGeom>
                <a:avLst/>
                <a:gdLst>
                  <a:gd name="T0" fmla="*/ 16 w 233"/>
                  <a:gd name="T1" fmla="*/ 136 h 249"/>
                  <a:gd name="T2" fmla="*/ 0 w 233"/>
                  <a:gd name="T3" fmla="*/ 146 h 249"/>
                  <a:gd name="T4" fmla="*/ 198 w 233"/>
                  <a:gd name="T5" fmla="*/ 167 h 249"/>
                  <a:gd name="T6" fmla="*/ 161 w 233"/>
                  <a:gd name="T7" fmla="*/ 0 h 249"/>
                  <a:gd name="T8" fmla="*/ 146 w 233"/>
                  <a:gd name="T9" fmla="*/ 20 h 249"/>
                  <a:gd name="T10" fmla="*/ 190 w 233"/>
                  <a:gd name="T11" fmla="*/ 168 h 249"/>
                  <a:gd name="T12" fmla="*/ 16 w 233"/>
                  <a:gd name="T13" fmla="*/ 136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3" h="249">
                    <a:moveTo>
                      <a:pt x="16" y="136"/>
                    </a:moveTo>
                    <a:cubicBezTo>
                      <a:pt x="16" y="136"/>
                      <a:pt x="2" y="145"/>
                      <a:pt x="0" y="146"/>
                    </a:cubicBezTo>
                    <a:cubicBezTo>
                      <a:pt x="0" y="146"/>
                      <a:pt x="151" y="249"/>
                      <a:pt x="198" y="167"/>
                    </a:cubicBezTo>
                    <a:cubicBezTo>
                      <a:pt x="233" y="100"/>
                      <a:pt x="161" y="0"/>
                      <a:pt x="161" y="0"/>
                    </a:cubicBezTo>
                    <a:cubicBezTo>
                      <a:pt x="161" y="0"/>
                      <a:pt x="147" y="19"/>
                      <a:pt x="146" y="20"/>
                    </a:cubicBezTo>
                    <a:cubicBezTo>
                      <a:pt x="146" y="20"/>
                      <a:pt x="217" y="117"/>
                      <a:pt x="190" y="168"/>
                    </a:cubicBezTo>
                    <a:cubicBezTo>
                      <a:pt x="150" y="235"/>
                      <a:pt x="16" y="136"/>
                      <a:pt x="16" y="1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/>
            </p:nvSpPr>
            <p:spPr bwMode="auto">
              <a:xfrm>
                <a:off x="1817688" y="2193926"/>
                <a:ext cx="127000" cy="93663"/>
              </a:xfrm>
              <a:custGeom>
                <a:avLst/>
                <a:gdLst>
                  <a:gd name="T0" fmla="*/ 16 w 82"/>
                  <a:gd name="T1" fmla="*/ 23 h 61"/>
                  <a:gd name="T2" fmla="*/ 3 w 82"/>
                  <a:gd name="T3" fmla="*/ 13 h 61"/>
                  <a:gd name="T4" fmla="*/ 8 w 82"/>
                  <a:gd name="T5" fmla="*/ 8 h 61"/>
                  <a:gd name="T6" fmla="*/ 18 w 82"/>
                  <a:gd name="T7" fmla="*/ 8 h 61"/>
                  <a:gd name="T8" fmla="*/ 26 w 82"/>
                  <a:gd name="T9" fmla="*/ 0 h 61"/>
                  <a:gd name="T10" fmla="*/ 30 w 82"/>
                  <a:gd name="T11" fmla="*/ 7 h 61"/>
                  <a:gd name="T12" fmla="*/ 36 w 82"/>
                  <a:gd name="T13" fmla="*/ 23 h 61"/>
                  <a:gd name="T14" fmla="*/ 43 w 82"/>
                  <a:gd name="T15" fmla="*/ 23 h 61"/>
                  <a:gd name="T16" fmla="*/ 39 w 82"/>
                  <a:gd name="T17" fmla="*/ 11 h 61"/>
                  <a:gd name="T18" fmla="*/ 47 w 82"/>
                  <a:gd name="T19" fmla="*/ 14 h 61"/>
                  <a:gd name="T20" fmla="*/ 56 w 82"/>
                  <a:gd name="T21" fmla="*/ 29 h 61"/>
                  <a:gd name="T22" fmla="*/ 82 w 82"/>
                  <a:gd name="T23" fmla="*/ 37 h 61"/>
                  <a:gd name="T24" fmla="*/ 78 w 82"/>
                  <a:gd name="T25" fmla="*/ 44 h 61"/>
                  <a:gd name="T26" fmla="*/ 70 w 82"/>
                  <a:gd name="T27" fmla="*/ 45 h 61"/>
                  <a:gd name="T28" fmla="*/ 62 w 82"/>
                  <a:gd name="T29" fmla="*/ 44 h 61"/>
                  <a:gd name="T30" fmla="*/ 63 w 82"/>
                  <a:gd name="T31" fmla="*/ 49 h 61"/>
                  <a:gd name="T32" fmla="*/ 64 w 82"/>
                  <a:gd name="T33" fmla="*/ 59 h 61"/>
                  <a:gd name="T34" fmla="*/ 52 w 82"/>
                  <a:gd name="T35" fmla="*/ 57 h 61"/>
                  <a:gd name="T36" fmla="*/ 44 w 82"/>
                  <a:gd name="T37" fmla="*/ 43 h 61"/>
                  <a:gd name="T38" fmla="*/ 40 w 82"/>
                  <a:gd name="T39" fmla="*/ 34 h 61"/>
                  <a:gd name="T40" fmla="*/ 34 w 82"/>
                  <a:gd name="T41" fmla="*/ 36 h 61"/>
                  <a:gd name="T42" fmla="*/ 28 w 82"/>
                  <a:gd name="T43" fmla="*/ 55 h 61"/>
                  <a:gd name="T44" fmla="*/ 20 w 82"/>
                  <a:gd name="T45" fmla="*/ 53 h 61"/>
                  <a:gd name="T46" fmla="*/ 16 w 82"/>
                  <a:gd name="T47" fmla="*/ 23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2" h="61">
                    <a:moveTo>
                      <a:pt x="16" y="23"/>
                    </a:moveTo>
                    <a:cubicBezTo>
                      <a:pt x="16" y="23"/>
                      <a:pt x="6" y="16"/>
                      <a:pt x="3" y="13"/>
                    </a:cubicBezTo>
                    <a:cubicBezTo>
                      <a:pt x="0" y="10"/>
                      <a:pt x="3" y="7"/>
                      <a:pt x="8" y="8"/>
                    </a:cubicBezTo>
                    <a:cubicBezTo>
                      <a:pt x="13" y="9"/>
                      <a:pt x="15" y="11"/>
                      <a:pt x="18" y="8"/>
                    </a:cubicBezTo>
                    <a:cubicBezTo>
                      <a:pt x="21" y="5"/>
                      <a:pt x="23" y="0"/>
                      <a:pt x="26" y="0"/>
                    </a:cubicBezTo>
                    <a:cubicBezTo>
                      <a:pt x="29" y="1"/>
                      <a:pt x="29" y="1"/>
                      <a:pt x="30" y="7"/>
                    </a:cubicBezTo>
                    <a:cubicBezTo>
                      <a:pt x="31" y="12"/>
                      <a:pt x="33" y="21"/>
                      <a:pt x="36" y="23"/>
                    </a:cubicBezTo>
                    <a:cubicBezTo>
                      <a:pt x="40" y="25"/>
                      <a:pt x="44" y="27"/>
                      <a:pt x="43" y="23"/>
                    </a:cubicBezTo>
                    <a:cubicBezTo>
                      <a:pt x="42" y="19"/>
                      <a:pt x="40" y="12"/>
                      <a:pt x="39" y="11"/>
                    </a:cubicBezTo>
                    <a:cubicBezTo>
                      <a:pt x="38" y="10"/>
                      <a:pt x="45" y="11"/>
                      <a:pt x="47" y="14"/>
                    </a:cubicBezTo>
                    <a:cubicBezTo>
                      <a:pt x="49" y="16"/>
                      <a:pt x="54" y="28"/>
                      <a:pt x="56" y="29"/>
                    </a:cubicBezTo>
                    <a:cubicBezTo>
                      <a:pt x="57" y="30"/>
                      <a:pt x="76" y="36"/>
                      <a:pt x="82" y="37"/>
                    </a:cubicBezTo>
                    <a:cubicBezTo>
                      <a:pt x="82" y="37"/>
                      <a:pt x="81" y="43"/>
                      <a:pt x="78" y="44"/>
                    </a:cubicBezTo>
                    <a:cubicBezTo>
                      <a:pt x="75" y="45"/>
                      <a:pt x="71" y="45"/>
                      <a:pt x="70" y="45"/>
                    </a:cubicBezTo>
                    <a:cubicBezTo>
                      <a:pt x="69" y="45"/>
                      <a:pt x="62" y="44"/>
                      <a:pt x="62" y="44"/>
                    </a:cubicBezTo>
                    <a:cubicBezTo>
                      <a:pt x="62" y="44"/>
                      <a:pt x="61" y="47"/>
                      <a:pt x="63" y="49"/>
                    </a:cubicBezTo>
                    <a:cubicBezTo>
                      <a:pt x="64" y="50"/>
                      <a:pt x="67" y="58"/>
                      <a:pt x="64" y="59"/>
                    </a:cubicBezTo>
                    <a:cubicBezTo>
                      <a:pt x="60" y="61"/>
                      <a:pt x="55" y="60"/>
                      <a:pt x="52" y="57"/>
                    </a:cubicBezTo>
                    <a:cubicBezTo>
                      <a:pt x="50" y="54"/>
                      <a:pt x="44" y="44"/>
                      <a:pt x="44" y="43"/>
                    </a:cubicBezTo>
                    <a:cubicBezTo>
                      <a:pt x="43" y="42"/>
                      <a:pt x="42" y="35"/>
                      <a:pt x="40" y="34"/>
                    </a:cubicBezTo>
                    <a:cubicBezTo>
                      <a:pt x="38" y="34"/>
                      <a:pt x="33" y="31"/>
                      <a:pt x="34" y="36"/>
                    </a:cubicBezTo>
                    <a:cubicBezTo>
                      <a:pt x="35" y="40"/>
                      <a:pt x="35" y="52"/>
                      <a:pt x="28" y="55"/>
                    </a:cubicBezTo>
                    <a:cubicBezTo>
                      <a:pt x="21" y="58"/>
                      <a:pt x="18" y="57"/>
                      <a:pt x="20" y="53"/>
                    </a:cubicBezTo>
                    <a:cubicBezTo>
                      <a:pt x="23" y="48"/>
                      <a:pt x="19" y="27"/>
                      <a:pt x="1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/>
            </p:nvSpPr>
            <p:spPr bwMode="auto">
              <a:xfrm>
                <a:off x="1822451" y="2127251"/>
                <a:ext cx="144463" cy="79375"/>
              </a:xfrm>
              <a:custGeom>
                <a:avLst/>
                <a:gdLst>
                  <a:gd name="T0" fmla="*/ 19 w 94"/>
                  <a:gd name="T1" fmla="*/ 26 h 51"/>
                  <a:gd name="T2" fmla="*/ 5 w 94"/>
                  <a:gd name="T3" fmla="*/ 19 h 51"/>
                  <a:gd name="T4" fmla="*/ 4 w 94"/>
                  <a:gd name="T5" fmla="*/ 12 h 51"/>
                  <a:gd name="T6" fmla="*/ 12 w 94"/>
                  <a:gd name="T7" fmla="*/ 14 h 51"/>
                  <a:gd name="T8" fmla="*/ 19 w 94"/>
                  <a:gd name="T9" fmla="*/ 18 h 51"/>
                  <a:gd name="T10" fmla="*/ 20 w 94"/>
                  <a:gd name="T11" fmla="*/ 13 h 51"/>
                  <a:gd name="T12" fmla="*/ 20 w 94"/>
                  <a:gd name="T13" fmla="*/ 3 h 51"/>
                  <a:gd name="T14" fmla="*/ 25 w 94"/>
                  <a:gd name="T15" fmla="*/ 5 h 51"/>
                  <a:gd name="T16" fmla="*/ 24 w 94"/>
                  <a:gd name="T17" fmla="*/ 19 h 51"/>
                  <a:gd name="T18" fmla="*/ 28 w 94"/>
                  <a:gd name="T19" fmla="*/ 21 h 51"/>
                  <a:gd name="T20" fmla="*/ 35 w 94"/>
                  <a:gd name="T21" fmla="*/ 24 h 51"/>
                  <a:gd name="T22" fmla="*/ 41 w 94"/>
                  <a:gd name="T23" fmla="*/ 10 h 51"/>
                  <a:gd name="T24" fmla="*/ 45 w 94"/>
                  <a:gd name="T25" fmla="*/ 16 h 51"/>
                  <a:gd name="T26" fmla="*/ 45 w 94"/>
                  <a:gd name="T27" fmla="*/ 22 h 51"/>
                  <a:gd name="T28" fmla="*/ 52 w 94"/>
                  <a:gd name="T29" fmla="*/ 27 h 51"/>
                  <a:gd name="T30" fmla="*/ 58 w 94"/>
                  <a:gd name="T31" fmla="*/ 23 h 51"/>
                  <a:gd name="T32" fmla="*/ 69 w 94"/>
                  <a:gd name="T33" fmla="*/ 19 h 51"/>
                  <a:gd name="T34" fmla="*/ 78 w 94"/>
                  <a:gd name="T35" fmla="*/ 25 h 51"/>
                  <a:gd name="T36" fmla="*/ 91 w 94"/>
                  <a:gd name="T37" fmla="*/ 24 h 51"/>
                  <a:gd name="T38" fmla="*/ 85 w 94"/>
                  <a:gd name="T39" fmla="*/ 37 h 51"/>
                  <a:gd name="T40" fmla="*/ 81 w 94"/>
                  <a:gd name="T41" fmla="*/ 43 h 51"/>
                  <a:gd name="T42" fmla="*/ 68 w 94"/>
                  <a:gd name="T43" fmla="*/ 42 h 51"/>
                  <a:gd name="T44" fmla="*/ 61 w 94"/>
                  <a:gd name="T45" fmla="*/ 40 h 51"/>
                  <a:gd name="T46" fmla="*/ 55 w 94"/>
                  <a:gd name="T47" fmla="*/ 50 h 51"/>
                  <a:gd name="T48" fmla="*/ 51 w 94"/>
                  <a:gd name="T49" fmla="*/ 46 h 51"/>
                  <a:gd name="T50" fmla="*/ 54 w 94"/>
                  <a:gd name="T51" fmla="*/ 36 h 51"/>
                  <a:gd name="T52" fmla="*/ 47 w 94"/>
                  <a:gd name="T53" fmla="*/ 32 h 51"/>
                  <a:gd name="T54" fmla="*/ 43 w 94"/>
                  <a:gd name="T55" fmla="*/ 39 h 51"/>
                  <a:gd name="T56" fmla="*/ 44 w 94"/>
                  <a:gd name="T57" fmla="*/ 43 h 51"/>
                  <a:gd name="T58" fmla="*/ 42 w 94"/>
                  <a:gd name="T59" fmla="*/ 49 h 51"/>
                  <a:gd name="T60" fmla="*/ 36 w 94"/>
                  <a:gd name="T61" fmla="*/ 45 h 51"/>
                  <a:gd name="T62" fmla="*/ 34 w 94"/>
                  <a:gd name="T63" fmla="*/ 33 h 51"/>
                  <a:gd name="T64" fmla="*/ 26 w 94"/>
                  <a:gd name="T65" fmla="*/ 33 h 51"/>
                  <a:gd name="T66" fmla="*/ 21 w 94"/>
                  <a:gd name="T67" fmla="*/ 36 h 51"/>
                  <a:gd name="T68" fmla="*/ 19 w 94"/>
                  <a:gd name="T69" fmla="*/ 26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4" h="51">
                    <a:moveTo>
                      <a:pt x="19" y="26"/>
                    </a:moveTo>
                    <a:cubicBezTo>
                      <a:pt x="19" y="26"/>
                      <a:pt x="7" y="21"/>
                      <a:pt x="5" y="19"/>
                    </a:cubicBezTo>
                    <a:cubicBezTo>
                      <a:pt x="3" y="17"/>
                      <a:pt x="0" y="14"/>
                      <a:pt x="4" y="12"/>
                    </a:cubicBezTo>
                    <a:cubicBezTo>
                      <a:pt x="8" y="11"/>
                      <a:pt x="10" y="12"/>
                      <a:pt x="12" y="14"/>
                    </a:cubicBezTo>
                    <a:cubicBezTo>
                      <a:pt x="15" y="17"/>
                      <a:pt x="19" y="18"/>
                      <a:pt x="19" y="18"/>
                    </a:cubicBezTo>
                    <a:cubicBezTo>
                      <a:pt x="20" y="18"/>
                      <a:pt x="20" y="14"/>
                      <a:pt x="20" y="13"/>
                    </a:cubicBezTo>
                    <a:cubicBezTo>
                      <a:pt x="19" y="8"/>
                      <a:pt x="19" y="5"/>
                      <a:pt x="20" y="3"/>
                    </a:cubicBezTo>
                    <a:cubicBezTo>
                      <a:pt x="21" y="1"/>
                      <a:pt x="23" y="0"/>
                      <a:pt x="25" y="5"/>
                    </a:cubicBezTo>
                    <a:cubicBezTo>
                      <a:pt x="27" y="13"/>
                      <a:pt x="24" y="19"/>
                      <a:pt x="24" y="19"/>
                    </a:cubicBezTo>
                    <a:cubicBezTo>
                      <a:pt x="24" y="19"/>
                      <a:pt x="25" y="20"/>
                      <a:pt x="28" y="21"/>
                    </a:cubicBezTo>
                    <a:cubicBezTo>
                      <a:pt x="31" y="23"/>
                      <a:pt x="35" y="24"/>
                      <a:pt x="35" y="24"/>
                    </a:cubicBezTo>
                    <a:cubicBezTo>
                      <a:pt x="35" y="24"/>
                      <a:pt x="38" y="12"/>
                      <a:pt x="41" y="10"/>
                    </a:cubicBezTo>
                    <a:cubicBezTo>
                      <a:pt x="43" y="9"/>
                      <a:pt x="49" y="10"/>
                      <a:pt x="45" y="16"/>
                    </a:cubicBezTo>
                    <a:cubicBezTo>
                      <a:pt x="43" y="20"/>
                      <a:pt x="44" y="20"/>
                      <a:pt x="45" y="22"/>
                    </a:cubicBezTo>
                    <a:cubicBezTo>
                      <a:pt x="47" y="24"/>
                      <a:pt x="47" y="27"/>
                      <a:pt x="52" y="27"/>
                    </a:cubicBezTo>
                    <a:cubicBezTo>
                      <a:pt x="56" y="26"/>
                      <a:pt x="57" y="25"/>
                      <a:pt x="58" y="23"/>
                    </a:cubicBezTo>
                    <a:cubicBezTo>
                      <a:pt x="58" y="21"/>
                      <a:pt x="62" y="15"/>
                      <a:pt x="69" y="19"/>
                    </a:cubicBezTo>
                    <a:cubicBezTo>
                      <a:pt x="69" y="19"/>
                      <a:pt x="74" y="28"/>
                      <a:pt x="78" y="25"/>
                    </a:cubicBezTo>
                    <a:cubicBezTo>
                      <a:pt x="82" y="22"/>
                      <a:pt x="88" y="20"/>
                      <a:pt x="91" y="24"/>
                    </a:cubicBezTo>
                    <a:cubicBezTo>
                      <a:pt x="94" y="28"/>
                      <a:pt x="87" y="34"/>
                      <a:pt x="85" y="37"/>
                    </a:cubicBezTo>
                    <a:cubicBezTo>
                      <a:pt x="84" y="39"/>
                      <a:pt x="84" y="40"/>
                      <a:pt x="81" y="43"/>
                    </a:cubicBezTo>
                    <a:cubicBezTo>
                      <a:pt x="78" y="46"/>
                      <a:pt x="71" y="47"/>
                      <a:pt x="68" y="42"/>
                    </a:cubicBezTo>
                    <a:cubicBezTo>
                      <a:pt x="65" y="37"/>
                      <a:pt x="63" y="30"/>
                      <a:pt x="61" y="40"/>
                    </a:cubicBezTo>
                    <a:cubicBezTo>
                      <a:pt x="59" y="50"/>
                      <a:pt x="55" y="50"/>
                      <a:pt x="55" y="50"/>
                    </a:cubicBezTo>
                    <a:cubicBezTo>
                      <a:pt x="55" y="50"/>
                      <a:pt x="46" y="51"/>
                      <a:pt x="51" y="46"/>
                    </a:cubicBezTo>
                    <a:cubicBezTo>
                      <a:pt x="51" y="46"/>
                      <a:pt x="55" y="39"/>
                      <a:pt x="54" y="36"/>
                    </a:cubicBezTo>
                    <a:cubicBezTo>
                      <a:pt x="53" y="33"/>
                      <a:pt x="47" y="32"/>
                      <a:pt x="47" y="32"/>
                    </a:cubicBezTo>
                    <a:cubicBezTo>
                      <a:pt x="47" y="32"/>
                      <a:pt x="43" y="28"/>
                      <a:pt x="43" y="39"/>
                    </a:cubicBezTo>
                    <a:cubicBezTo>
                      <a:pt x="43" y="39"/>
                      <a:pt x="42" y="41"/>
                      <a:pt x="44" y="43"/>
                    </a:cubicBezTo>
                    <a:cubicBezTo>
                      <a:pt x="46" y="44"/>
                      <a:pt x="45" y="48"/>
                      <a:pt x="42" y="49"/>
                    </a:cubicBezTo>
                    <a:cubicBezTo>
                      <a:pt x="40" y="50"/>
                      <a:pt x="34" y="49"/>
                      <a:pt x="36" y="45"/>
                    </a:cubicBezTo>
                    <a:cubicBezTo>
                      <a:pt x="37" y="41"/>
                      <a:pt x="36" y="34"/>
                      <a:pt x="34" y="33"/>
                    </a:cubicBezTo>
                    <a:cubicBezTo>
                      <a:pt x="33" y="32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36"/>
                    </a:cubicBezTo>
                    <a:cubicBezTo>
                      <a:pt x="18" y="33"/>
                      <a:pt x="21" y="29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任意多边形: 形状 81"/>
              <p:cNvSpPr>
                <a:spLocks noEditPoints="1"/>
              </p:cNvSpPr>
              <p:nvPr/>
            </p:nvSpPr>
            <p:spPr bwMode="auto">
              <a:xfrm>
                <a:off x="1933576" y="1935163"/>
                <a:ext cx="138113" cy="152400"/>
              </a:xfrm>
              <a:custGeom>
                <a:avLst/>
                <a:gdLst>
                  <a:gd name="T0" fmla="*/ 1 w 90"/>
                  <a:gd name="T1" fmla="*/ 34 h 99"/>
                  <a:gd name="T2" fmla="*/ 8 w 90"/>
                  <a:gd name="T3" fmla="*/ 30 h 99"/>
                  <a:gd name="T4" fmla="*/ 12 w 90"/>
                  <a:gd name="T5" fmla="*/ 38 h 99"/>
                  <a:gd name="T6" fmla="*/ 18 w 90"/>
                  <a:gd name="T7" fmla="*/ 42 h 99"/>
                  <a:gd name="T8" fmla="*/ 23 w 90"/>
                  <a:gd name="T9" fmla="*/ 48 h 99"/>
                  <a:gd name="T10" fmla="*/ 31 w 90"/>
                  <a:gd name="T11" fmla="*/ 55 h 99"/>
                  <a:gd name="T12" fmla="*/ 32 w 90"/>
                  <a:gd name="T13" fmla="*/ 50 h 99"/>
                  <a:gd name="T14" fmla="*/ 35 w 90"/>
                  <a:gd name="T15" fmla="*/ 57 h 99"/>
                  <a:gd name="T16" fmla="*/ 39 w 90"/>
                  <a:gd name="T17" fmla="*/ 59 h 99"/>
                  <a:gd name="T18" fmla="*/ 41 w 90"/>
                  <a:gd name="T19" fmla="*/ 63 h 99"/>
                  <a:gd name="T20" fmla="*/ 57 w 90"/>
                  <a:gd name="T21" fmla="*/ 74 h 99"/>
                  <a:gd name="T22" fmla="*/ 51 w 90"/>
                  <a:gd name="T23" fmla="*/ 80 h 99"/>
                  <a:gd name="T24" fmla="*/ 41 w 90"/>
                  <a:gd name="T25" fmla="*/ 75 h 99"/>
                  <a:gd name="T26" fmla="*/ 43 w 90"/>
                  <a:gd name="T27" fmla="*/ 85 h 99"/>
                  <a:gd name="T28" fmla="*/ 30 w 90"/>
                  <a:gd name="T29" fmla="*/ 88 h 99"/>
                  <a:gd name="T30" fmla="*/ 26 w 90"/>
                  <a:gd name="T31" fmla="*/ 76 h 99"/>
                  <a:gd name="T32" fmla="*/ 27 w 90"/>
                  <a:gd name="T33" fmla="*/ 70 h 99"/>
                  <a:gd name="T34" fmla="*/ 32 w 90"/>
                  <a:gd name="T35" fmla="*/ 71 h 99"/>
                  <a:gd name="T36" fmla="*/ 30 w 90"/>
                  <a:gd name="T37" fmla="*/ 64 h 99"/>
                  <a:gd name="T38" fmla="*/ 21 w 90"/>
                  <a:gd name="T39" fmla="*/ 55 h 99"/>
                  <a:gd name="T40" fmla="*/ 11 w 90"/>
                  <a:gd name="T41" fmla="*/ 85 h 99"/>
                  <a:gd name="T42" fmla="*/ 1 w 90"/>
                  <a:gd name="T43" fmla="*/ 89 h 99"/>
                  <a:gd name="T44" fmla="*/ 2 w 90"/>
                  <a:gd name="T45" fmla="*/ 84 h 99"/>
                  <a:gd name="T46" fmla="*/ 11 w 90"/>
                  <a:gd name="T47" fmla="*/ 67 h 99"/>
                  <a:gd name="T48" fmla="*/ 15 w 90"/>
                  <a:gd name="T49" fmla="*/ 50 h 99"/>
                  <a:gd name="T50" fmla="*/ 1 w 90"/>
                  <a:gd name="T51" fmla="*/ 34 h 99"/>
                  <a:gd name="T52" fmla="*/ 24 w 90"/>
                  <a:gd name="T53" fmla="*/ 37 h 99"/>
                  <a:gd name="T54" fmla="*/ 24 w 90"/>
                  <a:gd name="T55" fmla="*/ 44 h 99"/>
                  <a:gd name="T56" fmla="*/ 30 w 90"/>
                  <a:gd name="T57" fmla="*/ 43 h 99"/>
                  <a:gd name="T58" fmla="*/ 39 w 90"/>
                  <a:gd name="T59" fmla="*/ 32 h 99"/>
                  <a:gd name="T60" fmla="*/ 42 w 90"/>
                  <a:gd name="T61" fmla="*/ 31 h 99"/>
                  <a:gd name="T62" fmla="*/ 44 w 90"/>
                  <a:gd name="T63" fmla="*/ 50 h 99"/>
                  <a:gd name="T64" fmla="*/ 51 w 90"/>
                  <a:gd name="T65" fmla="*/ 57 h 99"/>
                  <a:gd name="T66" fmla="*/ 54 w 90"/>
                  <a:gd name="T67" fmla="*/ 45 h 99"/>
                  <a:gd name="T68" fmla="*/ 56 w 90"/>
                  <a:gd name="T69" fmla="*/ 37 h 99"/>
                  <a:gd name="T70" fmla="*/ 63 w 90"/>
                  <a:gd name="T71" fmla="*/ 38 h 99"/>
                  <a:gd name="T72" fmla="*/ 74 w 90"/>
                  <a:gd name="T73" fmla="*/ 46 h 99"/>
                  <a:gd name="T74" fmla="*/ 82 w 90"/>
                  <a:gd name="T75" fmla="*/ 49 h 99"/>
                  <a:gd name="T76" fmla="*/ 87 w 90"/>
                  <a:gd name="T77" fmla="*/ 43 h 99"/>
                  <a:gd name="T78" fmla="*/ 64 w 90"/>
                  <a:gd name="T79" fmla="*/ 29 h 99"/>
                  <a:gd name="T80" fmla="*/ 84 w 90"/>
                  <a:gd name="T81" fmla="*/ 9 h 99"/>
                  <a:gd name="T82" fmla="*/ 77 w 90"/>
                  <a:gd name="T83" fmla="*/ 4 h 99"/>
                  <a:gd name="T84" fmla="*/ 64 w 90"/>
                  <a:gd name="T85" fmla="*/ 19 h 99"/>
                  <a:gd name="T86" fmla="*/ 55 w 90"/>
                  <a:gd name="T87" fmla="*/ 23 h 99"/>
                  <a:gd name="T88" fmla="*/ 47 w 90"/>
                  <a:gd name="T89" fmla="*/ 11 h 99"/>
                  <a:gd name="T90" fmla="*/ 49 w 90"/>
                  <a:gd name="T91" fmla="*/ 6 h 99"/>
                  <a:gd name="T92" fmla="*/ 43 w 90"/>
                  <a:gd name="T93" fmla="*/ 0 h 99"/>
                  <a:gd name="T94" fmla="*/ 35 w 90"/>
                  <a:gd name="T95" fmla="*/ 10 h 99"/>
                  <a:gd name="T96" fmla="*/ 20 w 90"/>
                  <a:gd name="T97" fmla="*/ 2 h 99"/>
                  <a:gd name="T98" fmla="*/ 18 w 90"/>
                  <a:gd name="T99" fmla="*/ 8 h 99"/>
                  <a:gd name="T100" fmla="*/ 30 w 90"/>
                  <a:gd name="T101" fmla="*/ 16 h 99"/>
                  <a:gd name="T102" fmla="*/ 24 w 90"/>
                  <a:gd name="T103" fmla="*/ 3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0" h="99">
                    <a:moveTo>
                      <a:pt x="1" y="34"/>
                    </a:moveTo>
                    <a:cubicBezTo>
                      <a:pt x="1" y="34"/>
                      <a:pt x="4" y="28"/>
                      <a:pt x="8" y="30"/>
                    </a:cubicBezTo>
                    <a:cubicBezTo>
                      <a:pt x="11" y="33"/>
                      <a:pt x="11" y="37"/>
                      <a:pt x="12" y="38"/>
                    </a:cubicBezTo>
                    <a:cubicBezTo>
                      <a:pt x="13" y="39"/>
                      <a:pt x="17" y="42"/>
                      <a:pt x="18" y="42"/>
                    </a:cubicBezTo>
                    <a:cubicBezTo>
                      <a:pt x="20" y="42"/>
                      <a:pt x="22" y="40"/>
                      <a:pt x="23" y="48"/>
                    </a:cubicBezTo>
                    <a:cubicBezTo>
                      <a:pt x="23" y="48"/>
                      <a:pt x="26" y="53"/>
                      <a:pt x="31" y="55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32" y="50"/>
                      <a:pt x="33" y="54"/>
                      <a:pt x="35" y="57"/>
                    </a:cubicBezTo>
                    <a:cubicBezTo>
                      <a:pt x="37" y="60"/>
                      <a:pt x="38" y="57"/>
                      <a:pt x="39" y="59"/>
                    </a:cubicBezTo>
                    <a:cubicBezTo>
                      <a:pt x="40" y="62"/>
                      <a:pt x="41" y="63"/>
                      <a:pt x="41" y="63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4"/>
                      <a:pt x="58" y="81"/>
                      <a:pt x="51" y="80"/>
                    </a:cubicBezTo>
                    <a:cubicBezTo>
                      <a:pt x="44" y="78"/>
                      <a:pt x="43" y="72"/>
                      <a:pt x="41" y="75"/>
                    </a:cubicBezTo>
                    <a:cubicBezTo>
                      <a:pt x="40" y="79"/>
                      <a:pt x="42" y="82"/>
                      <a:pt x="43" y="85"/>
                    </a:cubicBezTo>
                    <a:cubicBezTo>
                      <a:pt x="43" y="88"/>
                      <a:pt x="36" y="99"/>
                      <a:pt x="30" y="88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26" y="76"/>
                      <a:pt x="26" y="72"/>
                      <a:pt x="27" y="70"/>
                    </a:cubicBezTo>
                    <a:cubicBezTo>
                      <a:pt x="29" y="69"/>
                      <a:pt x="32" y="71"/>
                      <a:pt x="32" y="71"/>
                    </a:cubicBezTo>
                    <a:cubicBezTo>
                      <a:pt x="32" y="71"/>
                      <a:pt x="34" y="69"/>
                      <a:pt x="30" y="64"/>
                    </a:cubicBezTo>
                    <a:cubicBezTo>
                      <a:pt x="27" y="59"/>
                      <a:pt x="21" y="56"/>
                      <a:pt x="21" y="55"/>
                    </a:cubicBezTo>
                    <a:cubicBezTo>
                      <a:pt x="20" y="55"/>
                      <a:pt x="15" y="76"/>
                      <a:pt x="11" y="85"/>
                    </a:cubicBezTo>
                    <a:cubicBezTo>
                      <a:pt x="7" y="93"/>
                      <a:pt x="3" y="90"/>
                      <a:pt x="1" y="89"/>
                    </a:cubicBezTo>
                    <a:cubicBezTo>
                      <a:pt x="0" y="88"/>
                      <a:pt x="0" y="85"/>
                      <a:pt x="2" y="84"/>
                    </a:cubicBezTo>
                    <a:cubicBezTo>
                      <a:pt x="5" y="83"/>
                      <a:pt x="7" y="78"/>
                      <a:pt x="11" y="67"/>
                    </a:cubicBezTo>
                    <a:cubicBezTo>
                      <a:pt x="14" y="55"/>
                      <a:pt x="16" y="52"/>
                      <a:pt x="15" y="50"/>
                    </a:cubicBezTo>
                    <a:cubicBezTo>
                      <a:pt x="14" y="49"/>
                      <a:pt x="5" y="37"/>
                      <a:pt x="1" y="34"/>
                    </a:cubicBezTo>
                    <a:close/>
                    <a:moveTo>
                      <a:pt x="24" y="37"/>
                    </a:moveTo>
                    <a:cubicBezTo>
                      <a:pt x="22" y="42"/>
                      <a:pt x="24" y="44"/>
                      <a:pt x="24" y="44"/>
                    </a:cubicBezTo>
                    <a:cubicBezTo>
                      <a:pt x="24" y="44"/>
                      <a:pt x="26" y="43"/>
                      <a:pt x="30" y="43"/>
                    </a:cubicBezTo>
                    <a:cubicBezTo>
                      <a:pt x="34" y="43"/>
                      <a:pt x="37" y="38"/>
                      <a:pt x="39" y="32"/>
                    </a:cubicBezTo>
                    <a:cubicBezTo>
                      <a:pt x="40" y="26"/>
                      <a:pt x="41" y="30"/>
                      <a:pt x="42" y="31"/>
                    </a:cubicBezTo>
                    <a:cubicBezTo>
                      <a:pt x="42" y="32"/>
                      <a:pt x="43" y="48"/>
                      <a:pt x="44" y="50"/>
                    </a:cubicBezTo>
                    <a:cubicBezTo>
                      <a:pt x="45" y="53"/>
                      <a:pt x="46" y="58"/>
                      <a:pt x="51" y="57"/>
                    </a:cubicBezTo>
                    <a:cubicBezTo>
                      <a:pt x="56" y="56"/>
                      <a:pt x="55" y="50"/>
                      <a:pt x="54" y="45"/>
                    </a:cubicBezTo>
                    <a:cubicBezTo>
                      <a:pt x="52" y="39"/>
                      <a:pt x="54" y="38"/>
                      <a:pt x="56" y="37"/>
                    </a:cubicBezTo>
                    <a:cubicBezTo>
                      <a:pt x="58" y="36"/>
                      <a:pt x="61" y="36"/>
                      <a:pt x="63" y="38"/>
                    </a:cubicBezTo>
                    <a:cubicBezTo>
                      <a:pt x="66" y="39"/>
                      <a:pt x="73" y="45"/>
                      <a:pt x="74" y="46"/>
                    </a:cubicBezTo>
                    <a:cubicBezTo>
                      <a:pt x="75" y="46"/>
                      <a:pt x="78" y="49"/>
                      <a:pt x="82" y="49"/>
                    </a:cubicBezTo>
                    <a:cubicBezTo>
                      <a:pt x="90" y="49"/>
                      <a:pt x="87" y="43"/>
                      <a:pt x="87" y="43"/>
                    </a:cubicBezTo>
                    <a:cubicBezTo>
                      <a:pt x="64" y="29"/>
                      <a:pt x="64" y="29"/>
                      <a:pt x="64" y="29"/>
                    </a:cubicBezTo>
                    <a:cubicBezTo>
                      <a:pt x="72" y="27"/>
                      <a:pt x="83" y="15"/>
                      <a:pt x="84" y="9"/>
                    </a:cubicBezTo>
                    <a:cubicBezTo>
                      <a:pt x="85" y="3"/>
                      <a:pt x="82" y="1"/>
                      <a:pt x="77" y="4"/>
                    </a:cubicBezTo>
                    <a:cubicBezTo>
                      <a:pt x="72" y="8"/>
                      <a:pt x="70" y="12"/>
                      <a:pt x="64" y="19"/>
                    </a:cubicBezTo>
                    <a:cubicBezTo>
                      <a:pt x="58" y="27"/>
                      <a:pt x="55" y="23"/>
                      <a:pt x="55" y="23"/>
                    </a:cubicBezTo>
                    <a:cubicBezTo>
                      <a:pt x="46" y="18"/>
                      <a:pt x="47" y="11"/>
                      <a:pt x="47" y="11"/>
                    </a:cubicBezTo>
                    <a:cubicBezTo>
                      <a:pt x="47" y="11"/>
                      <a:pt x="47" y="11"/>
                      <a:pt x="49" y="6"/>
                    </a:cubicBezTo>
                    <a:cubicBezTo>
                      <a:pt x="51" y="1"/>
                      <a:pt x="48" y="0"/>
                      <a:pt x="43" y="0"/>
                    </a:cubicBezTo>
                    <a:cubicBezTo>
                      <a:pt x="40" y="1"/>
                      <a:pt x="35" y="10"/>
                      <a:pt x="35" y="10"/>
                    </a:cubicBezTo>
                    <a:cubicBezTo>
                      <a:pt x="26" y="3"/>
                      <a:pt x="20" y="2"/>
                      <a:pt x="20" y="2"/>
                    </a:cubicBezTo>
                    <a:cubicBezTo>
                      <a:pt x="11" y="3"/>
                      <a:pt x="16" y="9"/>
                      <a:pt x="18" y="8"/>
                    </a:cubicBezTo>
                    <a:cubicBezTo>
                      <a:pt x="21" y="8"/>
                      <a:pt x="30" y="16"/>
                      <a:pt x="30" y="16"/>
                    </a:cubicBezTo>
                    <a:cubicBezTo>
                      <a:pt x="32" y="25"/>
                      <a:pt x="27" y="33"/>
                      <a:pt x="2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任意多边形: 形状 82"/>
              <p:cNvSpPr>
                <a:spLocks noEditPoints="1"/>
              </p:cNvSpPr>
              <p:nvPr/>
            </p:nvSpPr>
            <p:spPr bwMode="auto">
              <a:xfrm>
                <a:off x="2097088" y="1790701"/>
                <a:ext cx="144463" cy="127000"/>
              </a:xfrm>
              <a:custGeom>
                <a:avLst/>
                <a:gdLst>
                  <a:gd name="T0" fmla="*/ 37 w 94"/>
                  <a:gd name="T1" fmla="*/ 17 h 83"/>
                  <a:gd name="T2" fmla="*/ 38 w 94"/>
                  <a:gd name="T3" fmla="*/ 8 h 83"/>
                  <a:gd name="T4" fmla="*/ 27 w 94"/>
                  <a:gd name="T5" fmla="*/ 1 h 83"/>
                  <a:gd name="T6" fmla="*/ 28 w 94"/>
                  <a:gd name="T7" fmla="*/ 14 h 83"/>
                  <a:gd name="T8" fmla="*/ 19 w 94"/>
                  <a:gd name="T9" fmla="*/ 38 h 83"/>
                  <a:gd name="T10" fmla="*/ 14 w 94"/>
                  <a:gd name="T11" fmla="*/ 31 h 83"/>
                  <a:gd name="T12" fmla="*/ 2 w 94"/>
                  <a:gd name="T13" fmla="*/ 66 h 83"/>
                  <a:gd name="T14" fmla="*/ 24 w 94"/>
                  <a:gd name="T15" fmla="*/ 43 h 83"/>
                  <a:gd name="T16" fmla="*/ 41 w 94"/>
                  <a:gd name="T17" fmla="*/ 43 h 83"/>
                  <a:gd name="T18" fmla="*/ 35 w 94"/>
                  <a:gd name="T19" fmla="*/ 65 h 83"/>
                  <a:gd name="T20" fmla="*/ 32 w 94"/>
                  <a:gd name="T21" fmla="*/ 59 h 83"/>
                  <a:gd name="T22" fmla="*/ 48 w 94"/>
                  <a:gd name="T23" fmla="*/ 79 h 83"/>
                  <a:gd name="T24" fmla="*/ 56 w 94"/>
                  <a:gd name="T25" fmla="*/ 79 h 83"/>
                  <a:gd name="T26" fmla="*/ 83 w 94"/>
                  <a:gd name="T27" fmla="*/ 81 h 83"/>
                  <a:gd name="T28" fmla="*/ 68 w 94"/>
                  <a:gd name="T29" fmla="*/ 72 h 83"/>
                  <a:gd name="T30" fmla="*/ 74 w 94"/>
                  <a:gd name="T31" fmla="*/ 65 h 83"/>
                  <a:gd name="T32" fmla="*/ 48 w 94"/>
                  <a:gd name="T33" fmla="*/ 45 h 83"/>
                  <a:gd name="T34" fmla="*/ 49 w 94"/>
                  <a:gd name="T35" fmla="*/ 34 h 83"/>
                  <a:gd name="T36" fmla="*/ 40 w 94"/>
                  <a:gd name="T37" fmla="*/ 31 h 83"/>
                  <a:gd name="T38" fmla="*/ 53 w 94"/>
                  <a:gd name="T39" fmla="*/ 17 h 83"/>
                  <a:gd name="T40" fmla="*/ 63 w 94"/>
                  <a:gd name="T41" fmla="*/ 25 h 83"/>
                  <a:gd name="T42" fmla="*/ 63 w 94"/>
                  <a:gd name="T43" fmla="*/ 8 h 83"/>
                  <a:gd name="T44" fmla="*/ 27 w 94"/>
                  <a:gd name="T45" fmla="*/ 39 h 83"/>
                  <a:gd name="T46" fmla="*/ 37 w 94"/>
                  <a:gd name="T47" fmla="*/ 38 h 83"/>
                  <a:gd name="T48" fmla="*/ 50 w 94"/>
                  <a:gd name="T49" fmla="*/ 60 h 83"/>
                  <a:gd name="T50" fmla="*/ 52 w 94"/>
                  <a:gd name="T51" fmla="*/ 64 h 83"/>
                  <a:gd name="T52" fmla="*/ 51 w 94"/>
                  <a:gd name="T53" fmla="*/ 76 h 83"/>
                  <a:gd name="T54" fmla="*/ 47 w 94"/>
                  <a:gd name="T55" fmla="*/ 54 h 83"/>
                  <a:gd name="T56" fmla="*/ 63 w 94"/>
                  <a:gd name="T57" fmla="*/ 46 h 83"/>
                  <a:gd name="T58" fmla="*/ 61 w 94"/>
                  <a:gd name="T59" fmla="*/ 66 h 83"/>
                  <a:gd name="T60" fmla="*/ 61 w 94"/>
                  <a:gd name="T61" fmla="*/ 56 h 83"/>
                  <a:gd name="T62" fmla="*/ 50 w 94"/>
                  <a:gd name="T63" fmla="*/ 5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4" h="83">
                    <a:moveTo>
                      <a:pt x="63" y="8"/>
                    </a:moveTo>
                    <a:cubicBezTo>
                      <a:pt x="51" y="9"/>
                      <a:pt x="37" y="17"/>
                      <a:pt x="37" y="17"/>
                    </a:cubicBezTo>
                    <a:cubicBezTo>
                      <a:pt x="37" y="17"/>
                      <a:pt x="34" y="12"/>
                      <a:pt x="35" y="11"/>
                    </a:cubicBezTo>
                    <a:cubicBezTo>
                      <a:pt x="35" y="10"/>
                      <a:pt x="36" y="10"/>
                      <a:pt x="38" y="8"/>
                    </a:cubicBezTo>
                    <a:cubicBezTo>
                      <a:pt x="40" y="6"/>
                      <a:pt x="40" y="3"/>
                      <a:pt x="40" y="3"/>
                    </a:cubicBezTo>
                    <a:cubicBezTo>
                      <a:pt x="39" y="0"/>
                      <a:pt x="27" y="1"/>
                      <a:pt x="27" y="1"/>
                    </a:cubicBezTo>
                    <a:cubicBezTo>
                      <a:pt x="15" y="8"/>
                      <a:pt x="5" y="5"/>
                      <a:pt x="5" y="5"/>
                    </a:cubicBezTo>
                    <a:cubicBezTo>
                      <a:pt x="10" y="20"/>
                      <a:pt x="26" y="14"/>
                      <a:pt x="28" y="14"/>
                    </a:cubicBezTo>
                    <a:cubicBezTo>
                      <a:pt x="30" y="14"/>
                      <a:pt x="31" y="20"/>
                      <a:pt x="31" y="22"/>
                    </a:cubicBezTo>
                    <a:cubicBezTo>
                      <a:pt x="30" y="24"/>
                      <a:pt x="24" y="28"/>
                      <a:pt x="19" y="38"/>
                    </a:cubicBezTo>
                    <a:cubicBezTo>
                      <a:pt x="13" y="47"/>
                      <a:pt x="16" y="36"/>
                      <a:pt x="16" y="36"/>
                    </a:cubicBezTo>
                    <a:cubicBezTo>
                      <a:pt x="21" y="27"/>
                      <a:pt x="14" y="31"/>
                      <a:pt x="14" y="31"/>
                    </a:cubicBezTo>
                    <a:cubicBezTo>
                      <a:pt x="6" y="39"/>
                      <a:pt x="1" y="53"/>
                      <a:pt x="1" y="59"/>
                    </a:cubicBezTo>
                    <a:cubicBezTo>
                      <a:pt x="0" y="66"/>
                      <a:pt x="2" y="66"/>
                      <a:pt x="2" y="66"/>
                    </a:cubicBezTo>
                    <a:cubicBezTo>
                      <a:pt x="6" y="68"/>
                      <a:pt x="11" y="67"/>
                      <a:pt x="11" y="67"/>
                    </a:cubicBezTo>
                    <a:cubicBezTo>
                      <a:pt x="10" y="66"/>
                      <a:pt x="24" y="43"/>
                      <a:pt x="24" y="43"/>
                    </a:cubicBezTo>
                    <a:cubicBezTo>
                      <a:pt x="27" y="49"/>
                      <a:pt x="35" y="52"/>
                      <a:pt x="37" y="51"/>
                    </a:cubicBezTo>
                    <a:cubicBezTo>
                      <a:pt x="38" y="51"/>
                      <a:pt x="41" y="43"/>
                      <a:pt x="41" y="43"/>
                    </a:cubicBezTo>
                    <a:cubicBezTo>
                      <a:pt x="44" y="50"/>
                      <a:pt x="44" y="50"/>
                      <a:pt x="44" y="50"/>
                    </a:cubicBezTo>
                    <a:cubicBezTo>
                      <a:pt x="45" y="55"/>
                      <a:pt x="35" y="65"/>
                      <a:pt x="35" y="65"/>
                    </a:cubicBezTo>
                    <a:cubicBezTo>
                      <a:pt x="34" y="65"/>
                      <a:pt x="34" y="62"/>
                      <a:pt x="34" y="62"/>
                    </a:cubicBezTo>
                    <a:cubicBezTo>
                      <a:pt x="34" y="58"/>
                      <a:pt x="32" y="59"/>
                      <a:pt x="32" y="59"/>
                    </a:cubicBezTo>
                    <a:cubicBezTo>
                      <a:pt x="30" y="67"/>
                      <a:pt x="33" y="71"/>
                      <a:pt x="33" y="71"/>
                    </a:cubicBezTo>
                    <a:cubicBezTo>
                      <a:pt x="33" y="71"/>
                      <a:pt x="47" y="77"/>
                      <a:pt x="48" y="79"/>
                    </a:cubicBezTo>
                    <a:cubicBezTo>
                      <a:pt x="50" y="81"/>
                      <a:pt x="53" y="83"/>
                      <a:pt x="55" y="82"/>
                    </a:cubicBezTo>
                    <a:cubicBezTo>
                      <a:pt x="57" y="81"/>
                      <a:pt x="56" y="79"/>
                      <a:pt x="56" y="79"/>
                    </a:cubicBezTo>
                    <a:cubicBezTo>
                      <a:pt x="60" y="76"/>
                      <a:pt x="60" y="76"/>
                      <a:pt x="60" y="76"/>
                    </a:cubicBezTo>
                    <a:cubicBezTo>
                      <a:pt x="62" y="78"/>
                      <a:pt x="73" y="82"/>
                      <a:pt x="83" y="81"/>
                    </a:cubicBezTo>
                    <a:cubicBezTo>
                      <a:pt x="94" y="79"/>
                      <a:pt x="88" y="68"/>
                      <a:pt x="84" y="70"/>
                    </a:cubicBezTo>
                    <a:cubicBezTo>
                      <a:pt x="79" y="72"/>
                      <a:pt x="72" y="73"/>
                      <a:pt x="68" y="72"/>
                    </a:cubicBezTo>
                    <a:cubicBezTo>
                      <a:pt x="65" y="71"/>
                      <a:pt x="68" y="68"/>
                      <a:pt x="69" y="68"/>
                    </a:cubicBezTo>
                    <a:cubicBezTo>
                      <a:pt x="69" y="68"/>
                      <a:pt x="71" y="69"/>
                      <a:pt x="74" y="65"/>
                    </a:cubicBezTo>
                    <a:cubicBezTo>
                      <a:pt x="78" y="62"/>
                      <a:pt x="74" y="40"/>
                      <a:pt x="74" y="40"/>
                    </a:cubicBezTo>
                    <a:cubicBezTo>
                      <a:pt x="63" y="32"/>
                      <a:pt x="48" y="45"/>
                      <a:pt x="48" y="45"/>
                    </a:cubicBezTo>
                    <a:cubicBezTo>
                      <a:pt x="48" y="45"/>
                      <a:pt x="43" y="37"/>
                      <a:pt x="42" y="36"/>
                    </a:cubicBezTo>
                    <a:cubicBezTo>
                      <a:pt x="42" y="35"/>
                      <a:pt x="43" y="31"/>
                      <a:pt x="49" y="34"/>
                    </a:cubicBezTo>
                    <a:cubicBezTo>
                      <a:pt x="55" y="36"/>
                      <a:pt x="60" y="36"/>
                      <a:pt x="56" y="31"/>
                    </a:cubicBezTo>
                    <a:cubicBezTo>
                      <a:pt x="51" y="27"/>
                      <a:pt x="40" y="31"/>
                      <a:pt x="40" y="31"/>
                    </a:cubicBezTo>
                    <a:cubicBezTo>
                      <a:pt x="40" y="31"/>
                      <a:pt x="36" y="27"/>
                      <a:pt x="38" y="26"/>
                    </a:cubicBezTo>
                    <a:cubicBezTo>
                      <a:pt x="40" y="24"/>
                      <a:pt x="42" y="20"/>
                      <a:pt x="53" y="17"/>
                    </a:cubicBezTo>
                    <a:cubicBezTo>
                      <a:pt x="64" y="15"/>
                      <a:pt x="62" y="21"/>
                      <a:pt x="62" y="22"/>
                    </a:cubicBezTo>
                    <a:cubicBezTo>
                      <a:pt x="61" y="24"/>
                      <a:pt x="63" y="25"/>
                      <a:pt x="63" y="25"/>
                    </a:cubicBezTo>
                    <a:cubicBezTo>
                      <a:pt x="70" y="23"/>
                      <a:pt x="74" y="17"/>
                      <a:pt x="75" y="15"/>
                    </a:cubicBezTo>
                    <a:cubicBezTo>
                      <a:pt x="75" y="13"/>
                      <a:pt x="75" y="7"/>
                      <a:pt x="63" y="8"/>
                    </a:cubicBezTo>
                    <a:close/>
                    <a:moveTo>
                      <a:pt x="36" y="45"/>
                    </a:moveTo>
                    <a:cubicBezTo>
                      <a:pt x="36" y="45"/>
                      <a:pt x="32" y="48"/>
                      <a:pt x="27" y="39"/>
                    </a:cubicBezTo>
                    <a:cubicBezTo>
                      <a:pt x="27" y="39"/>
                      <a:pt x="32" y="32"/>
                      <a:pt x="34" y="31"/>
                    </a:cubicBezTo>
                    <a:cubicBezTo>
                      <a:pt x="37" y="38"/>
                      <a:pt x="37" y="38"/>
                      <a:pt x="37" y="38"/>
                    </a:cubicBezTo>
                    <a:lnTo>
                      <a:pt x="36" y="45"/>
                    </a:lnTo>
                    <a:close/>
                    <a:moveTo>
                      <a:pt x="50" y="60"/>
                    </a:moveTo>
                    <a:cubicBezTo>
                      <a:pt x="50" y="60"/>
                      <a:pt x="47" y="65"/>
                      <a:pt x="47" y="66"/>
                    </a:cubicBezTo>
                    <a:cubicBezTo>
                      <a:pt x="48" y="67"/>
                      <a:pt x="52" y="64"/>
                      <a:pt x="52" y="64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1" y="76"/>
                      <a:pt x="51" y="76"/>
                      <a:pt x="51" y="76"/>
                    </a:cubicBezTo>
                    <a:cubicBezTo>
                      <a:pt x="37" y="69"/>
                      <a:pt x="37" y="69"/>
                      <a:pt x="37" y="69"/>
                    </a:cubicBezTo>
                    <a:cubicBezTo>
                      <a:pt x="37" y="69"/>
                      <a:pt x="46" y="62"/>
                      <a:pt x="47" y="54"/>
                    </a:cubicBezTo>
                    <a:lnTo>
                      <a:pt x="50" y="60"/>
                    </a:lnTo>
                    <a:close/>
                    <a:moveTo>
                      <a:pt x="63" y="46"/>
                    </a:moveTo>
                    <a:cubicBezTo>
                      <a:pt x="68" y="50"/>
                      <a:pt x="66" y="61"/>
                      <a:pt x="66" y="61"/>
                    </a:cubicBezTo>
                    <a:cubicBezTo>
                      <a:pt x="61" y="66"/>
                      <a:pt x="61" y="66"/>
                      <a:pt x="61" y="66"/>
                    </a:cubicBezTo>
                    <a:cubicBezTo>
                      <a:pt x="58" y="61"/>
                      <a:pt x="58" y="61"/>
                      <a:pt x="58" y="61"/>
                    </a:cubicBezTo>
                    <a:cubicBezTo>
                      <a:pt x="58" y="61"/>
                      <a:pt x="62" y="59"/>
                      <a:pt x="61" y="56"/>
                    </a:cubicBezTo>
                    <a:cubicBezTo>
                      <a:pt x="59" y="53"/>
                      <a:pt x="55" y="56"/>
                      <a:pt x="55" y="56"/>
                    </a:cubicBezTo>
                    <a:cubicBezTo>
                      <a:pt x="50" y="50"/>
                      <a:pt x="50" y="50"/>
                      <a:pt x="50" y="50"/>
                    </a:cubicBezTo>
                    <a:cubicBezTo>
                      <a:pt x="50" y="50"/>
                      <a:pt x="59" y="42"/>
                      <a:pt x="6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/>
            </p:nvSpPr>
            <p:spPr bwMode="auto">
              <a:xfrm>
                <a:off x="2276476" y="1733551"/>
                <a:ext cx="150813" cy="149225"/>
              </a:xfrm>
              <a:custGeom>
                <a:avLst/>
                <a:gdLst>
                  <a:gd name="T0" fmla="*/ 5 w 98"/>
                  <a:gd name="T1" fmla="*/ 15 h 97"/>
                  <a:gd name="T2" fmla="*/ 14 w 98"/>
                  <a:gd name="T3" fmla="*/ 15 h 97"/>
                  <a:gd name="T4" fmla="*/ 48 w 98"/>
                  <a:gd name="T5" fmla="*/ 3 h 97"/>
                  <a:gd name="T6" fmla="*/ 68 w 98"/>
                  <a:gd name="T7" fmla="*/ 1 h 97"/>
                  <a:gd name="T8" fmla="*/ 78 w 98"/>
                  <a:gd name="T9" fmla="*/ 8 h 97"/>
                  <a:gd name="T10" fmla="*/ 63 w 98"/>
                  <a:gd name="T11" fmla="*/ 25 h 97"/>
                  <a:gd name="T12" fmla="*/ 67 w 98"/>
                  <a:gd name="T13" fmla="*/ 35 h 97"/>
                  <a:gd name="T14" fmla="*/ 86 w 98"/>
                  <a:gd name="T15" fmla="*/ 31 h 97"/>
                  <a:gd name="T16" fmla="*/ 93 w 98"/>
                  <a:gd name="T17" fmla="*/ 44 h 97"/>
                  <a:gd name="T18" fmla="*/ 83 w 98"/>
                  <a:gd name="T19" fmla="*/ 43 h 97"/>
                  <a:gd name="T20" fmla="*/ 73 w 98"/>
                  <a:gd name="T21" fmla="*/ 46 h 97"/>
                  <a:gd name="T22" fmla="*/ 71 w 98"/>
                  <a:gd name="T23" fmla="*/ 80 h 97"/>
                  <a:gd name="T24" fmla="*/ 52 w 98"/>
                  <a:gd name="T25" fmla="*/ 84 h 97"/>
                  <a:gd name="T26" fmla="*/ 43 w 98"/>
                  <a:gd name="T27" fmla="*/ 62 h 97"/>
                  <a:gd name="T28" fmla="*/ 57 w 98"/>
                  <a:gd name="T29" fmla="*/ 73 h 97"/>
                  <a:gd name="T30" fmla="*/ 63 w 98"/>
                  <a:gd name="T31" fmla="*/ 47 h 97"/>
                  <a:gd name="T32" fmla="*/ 33 w 98"/>
                  <a:gd name="T33" fmla="*/ 60 h 97"/>
                  <a:gd name="T34" fmla="*/ 22 w 98"/>
                  <a:gd name="T35" fmla="*/ 50 h 97"/>
                  <a:gd name="T36" fmla="*/ 27 w 98"/>
                  <a:gd name="T37" fmla="*/ 46 h 97"/>
                  <a:gd name="T38" fmla="*/ 52 w 98"/>
                  <a:gd name="T39" fmla="*/ 40 h 97"/>
                  <a:gd name="T40" fmla="*/ 53 w 98"/>
                  <a:gd name="T41" fmla="*/ 32 h 97"/>
                  <a:gd name="T42" fmla="*/ 53 w 98"/>
                  <a:gd name="T43" fmla="*/ 24 h 97"/>
                  <a:gd name="T44" fmla="*/ 60 w 98"/>
                  <a:gd name="T45" fmla="*/ 12 h 97"/>
                  <a:gd name="T46" fmla="*/ 46 w 98"/>
                  <a:gd name="T47" fmla="*/ 14 h 97"/>
                  <a:gd name="T48" fmla="*/ 20 w 98"/>
                  <a:gd name="T49" fmla="*/ 27 h 97"/>
                  <a:gd name="T50" fmla="*/ 12 w 98"/>
                  <a:gd name="T51" fmla="*/ 28 h 97"/>
                  <a:gd name="T52" fmla="*/ 5 w 98"/>
                  <a:gd name="T53" fmla="*/ 1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8" h="97">
                    <a:moveTo>
                      <a:pt x="5" y="15"/>
                    </a:moveTo>
                    <a:cubicBezTo>
                      <a:pt x="5" y="15"/>
                      <a:pt x="7" y="18"/>
                      <a:pt x="14" y="15"/>
                    </a:cubicBezTo>
                    <a:cubicBezTo>
                      <a:pt x="20" y="13"/>
                      <a:pt x="42" y="4"/>
                      <a:pt x="48" y="3"/>
                    </a:cubicBezTo>
                    <a:cubicBezTo>
                      <a:pt x="54" y="2"/>
                      <a:pt x="64" y="2"/>
                      <a:pt x="68" y="1"/>
                    </a:cubicBezTo>
                    <a:cubicBezTo>
                      <a:pt x="71" y="0"/>
                      <a:pt x="77" y="5"/>
                      <a:pt x="78" y="8"/>
                    </a:cubicBezTo>
                    <a:cubicBezTo>
                      <a:pt x="78" y="12"/>
                      <a:pt x="63" y="25"/>
                      <a:pt x="63" y="25"/>
                    </a:cubicBezTo>
                    <a:cubicBezTo>
                      <a:pt x="63" y="25"/>
                      <a:pt x="60" y="29"/>
                      <a:pt x="67" y="35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6" y="31"/>
                      <a:pt x="98" y="36"/>
                      <a:pt x="93" y="44"/>
                    </a:cubicBezTo>
                    <a:cubicBezTo>
                      <a:pt x="93" y="44"/>
                      <a:pt x="86" y="43"/>
                      <a:pt x="83" y="43"/>
                    </a:cubicBezTo>
                    <a:cubicBezTo>
                      <a:pt x="80" y="44"/>
                      <a:pt x="73" y="46"/>
                      <a:pt x="73" y="46"/>
                    </a:cubicBezTo>
                    <a:cubicBezTo>
                      <a:pt x="73" y="46"/>
                      <a:pt x="74" y="69"/>
                      <a:pt x="71" y="80"/>
                    </a:cubicBezTo>
                    <a:cubicBezTo>
                      <a:pt x="67" y="91"/>
                      <a:pt x="74" y="97"/>
                      <a:pt x="52" y="84"/>
                    </a:cubicBezTo>
                    <a:cubicBezTo>
                      <a:pt x="52" y="84"/>
                      <a:pt x="44" y="74"/>
                      <a:pt x="43" y="62"/>
                    </a:cubicBezTo>
                    <a:cubicBezTo>
                      <a:pt x="43" y="62"/>
                      <a:pt x="47" y="75"/>
                      <a:pt x="57" y="73"/>
                    </a:cubicBezTo>
                    <a:cubicBezTo>
                      <a:pt x="66" y="71"/>
                      <a:pt x="63" y="47"/>
                      <a:pt x="63" y="47"/>
                    </a:cubicBezTo>
                    <a:cubicBezTo>
                      <a:pt x="63" y="47"/>
                      <a:pt x="36" y="57"/>
                      <a:pt x="33" y="60"/>
                    </a:cubicBezTo>
                    <a:cubicBezTo>
                      <a:pt x="33" y="60"/>
                      <a:pt x="26" y="62"/>
                      <a:pt x="22" y="50"/>
                    </a:cubicBezTo>
                    <a:cubicBezTo>
                      <a:pt x="22" y="50"/>
                      <a:pt x="25" y="40"/>
                      <a:pt x="27" y="46"/>
                    </a:cubicBezTo>
                    <a:cubicBezTo>
                      <a:pt x="27" y="46"/>
                      <a:pt x="28" y="51"/>
                      <a:pt x="52" y="40"/>
                    </a:cubicBezTo>
                    <a:cubicBezTo>
                      <a:pt x="52" y="40"/>
                      <a:pt x="64" y="39"/>
                      <a:pt x="53" y="32"/>
                    </a:cubicBezTo>
                    <a:cubicBezTo>
                      <a:pt x="46" y="28"/>
                      <a:pt x="53" y="25"/>
                      <a:pt x="53" y="24"/>
                    </a:cubicBezTo>
                    <a:cubicBezTo>
                      <a:pt x="53" y="22"/>
                      <a:pt x="61" y="13"/>
                      <a:pt x="60" y="12"/>
                    </a:cubicBezTo>
                    <a:cubicBezTo>
                      <a:pt x="60" y="11"/>
                      <a:pt x="50" y="12"/>
                      <a:pt x="46" y="14"/>
                    </a:cubicBezTo>
                    <a:cubicBezTo>
                      <a:pt x="41" y="16"/>
                      <a:pt x="21" y="25"/>
                      <a:pt x="20" y="27"/>
                    </a:cubicBezTo>
                    <a:cubicBezTo>
                      <a:pt x="19" y="29"/>
                      <a:pt x="16" y="29"/>
                      <a:pt x="12" y="28"/>
                    </a:cubicBezTo>
                    <a:cubicBezTo>
                      <a:pt x="8" y="27"/>
                      <a:pt x="0" y="23"/>
                      <a:pt x="5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任意多边形: 形状 84"/>
              <p:cNvSpPr>
                <a:spLocks noEditPoints="1"/>
              </p:cNvSpPr>
              <p:nvPr/>
            </p:nvSpPr>
            <p:spPr bwMode="auto">
              <a:xfrm>
                <a:off x="2493963" y="1731963"/>
                <a:ext cx="157163" cy="165100"/>
              </a:xfrm>
              <a:custGeom>
                <a:avLst/>
                <a:gdLst>
                  <a:gd name="T0" fmla="*/ 50 w 102"/>
                  <a:gd name="T1" fmla="*/ 7 h 107"/>
                  <a:gd name="T2" fmla="*/ 56 w 102"/>
                  <a:gd name="T3" fmla="*/ 8 h 107"/>
                  <a:gd name="T4" fmla="*/ 47 w 102"/>
                  <a:gd name="T5" fmla="*/ 20 h 107"/>
                  <a:gd name="T6" fmla="*/ 22 w 102"/>
                  <a:gd name="T7" fmla="*/ 18 h 107"/>
                  <a:gd name="T8" fmla="*/ 15 w 102"/>
                  <a:gd name="T9" fmla="*/ 12 h 107"/>
                  <a:gd name="T10" fmla="*/ 50 w 102"/>
                  <a:gd name="T11" fmla="*/ 7 h 107"/>
                  <a:gd name="T12" fmla="*/ 1 w 102"/>
                  <a:gd name="T13" fmla="*/ 42 h 107"/>
                  <a:gd name="T14" fmla="*/ 6 w 102"/>
                  <a:gd name="T15" fmla="*/ 44 h 107"/>
                  <a:gd name="T16" fmla="*/ 13 w 102"/>
                  <a:gd name="T17" fmla="*/ 42 h 107"/>
                  <a:gd name="T18" fmla="*/ 32 w 102"/>
                  <a:gd name="T19" fmla="*/ 40 h 107"/>
                  <a:gd name="T20" fmla="*/ 35 w 102"/>
                  <a:gd name="T21" fmla="*/ 45 h 107"/>
                  <a:gd name="T22" fmla="*/ 33 w 102"/>
                  <a:gd name="T23" fmla="*/ 49 h 107"/>
                  <a:gd name="T24" fmla="*/ 25 w 102"/>
                  <a:gd name="T25" fmla="*/ 54 h 107"/>
                  <a:gd name="T26" fmla="*/ 24 w 102"/>
                  <a:gd name="T27" fmla="*/ 53 h 107"/>
                  <a:gd name="T28" fmla="*/ 27 w 102"/>
                  <a:gd name="T29" fmla="*/ 51 h 107"/>
                  <a:gd name="T30" fmla="*/ 29 w 102"/>
                  <a:gd name="T31" fmla="*/ 46 h 107"/>
                  <a:gd name="T32" fmla="*/ 23 w 102"/>
                  <a:gd name="T33" fmla="*/ 45 h 107"/>
                  <a:gd name="T34" fmla="*/ 8 w 102"/>
                  <a:gd name="T35" fmla="*/ 56 h 107"/>
                  <a:gd name="T36" fmla="*/ 6 w 102"/>
                  <a:gd name="T37" fmla="*/ 64 h 107"/>
                  <a:gd name="T38" fmla="*/ 23 w 102"/>
                  <a:gd name="T39" fmla="*/ 63 h 107"/>
                  <a:gd name="T40" fmla="*/ 27 w 102"/>
                  <a:gd name="T41" fmla="*/ 65 h 107"/>
                  <a:gd name="T42" fmla="*/ 26 w 102"/>
                  <a:gd name="T43" fmla="*/ 74 h 107"/>
                  <a:gd name="T44" fmla="*/ 35 w 102"/>
                  <a:gd name="T45" fmla="*/ 73 h 107"/>
                  <a:gd name="T46" fmla="*/ 40 w 102"/>
                  <a:gd name="T47" fmla="*/ 57 h 107"/>
                  <a:gd name="T48" fmla="*/ 51 w 102"/>
                  <a:gd name="T49" fmla="*/ 47 h 107"/>
                  <a:gd name="T50" fmla="*/ 47 w 102"/>
                  <a:gd name="T51" fmla="*/ 45 h 107"/>
                  <a:gd name="T52" fmla="*/ 44 w 102"/>
                  <a:gd name="T53" fmla="*/ 44 h 107"/>
                  <a:gd name="T54" fmla="*/ 52 w 102"/>
                  <a:gd name="T55" fmla="*/ 41 h 107"/>
                  <a:gd name="T56" fmla="*/ 60 w 102"/>
                  <a:gd name="T57" fmla="*/ 49 h 107"/>
                  <a:gd name="T58" fmla="*/ 60 w 102"/>
                  <a:gd name="T59" fmla="*/ 55 h 107"/>
                  <a:gd name="T60" fmla="*/ 52 w 102"/>
                  <a:gd name="T61" fmla="*/ 56 h 107"/>
                  <a:gd name="T62" fmla="*/ 50 w 102"/>
                  <a:gd name="T63" fmla="*/ 64 h 107"/>
                  <a:gd name="T64" fmla="*/ 60 w 102"/>
                  <a:gd name="T65" fmla="*/ 67 h 107"/>
                  <a:gd name="T66" fmla="*/ 66 w 102"/>
                  <a:gd name="T67" fmla="*/ 66 h 107"/>
                  <a:gd name="T68" fmla="*/ 59 w 102"/>
                  <a:gd name="T69" fmla="*/ 99 h 107"/>
                  <a:gd name="T70" fmla="*/ 66 w 102"/>
                  <a:gd name="T71" fmla="*/ 107 h 107"/>
                  <a:gd name="T72" fmla="*/ 75 w 102"/>
                  <a:gd name="T73" fmla="*/ 65 h 107"/>
                  <a:gd name="T74" fmla="*/ 85 w 102"/>
                  <a:gd name="T75" fmla="*/ 63 h 107"/>
                  <a:gd name="T76" fmla="*/ 98 w 102"/>
                  <a:gd name="T77" fmla="*/ 63 h 107"/>
                  <a:gd name="T78" fmla="*/ 92 w 102"/>
                  <a:gd name="T79" fmla="*/ 53 h 107"/>
                  <a:gd name="T80" fmla="*/ 77 w 102"/>
                  <a:gd name="T81" fmla="*/ 52 h 107"/>
                  <a:gd name="T82" fmla="*/ 84 w 102"/>
                  <a:gd name="T83" fmla="*/ 28 h 107"/>
                  <a:gd name="T84" fmla="*/ 86 w 102"/>
                  <a:gd name="T85" fmla="*/ 15 h 107"/>
                  <a:gd name="T86" fmla="*/ 78 w 102"/>
                  <a:gd name="T87" fmla="*/ 6 h 107"/>
                  <a:gd name="T88" fmla="*/ 78 w 102"/>
                  <a:gd name="T89" fmla="*/ 15 h 107"/>
                  <a:gd name="T90" fmla="*/ 75 w 102"/>
                  <a:gd name="T91" fmla="*/ 32 h 107"/>
                  <a:gd name="T92" fmla="*/ 66 w 102"/>
                  <a:gd name="T93" fmla="*/ 25 h 107"/>
                  <a:gd name="T94" fmla="*/ 62 w 102"/>
                  <a:gd name="T95" fmla="*/ 27 h 107"/>
                  <a:gd name="T96" fmla="*/ 72 w 102"/>
                  <a:gd name="T97" fmla="*/ 40 h 107"/>
                  <a:gd name="T98" fmla="*/ 70 w 102"/>
                  <a:gd name="T99" fmla="*/ 51 h 107"/>
                  <a:gd name="T100" fmla="*/ 68 w 102"/>
                  <a:gd name="T101" fmla="*/ 50 h 107"/>
                  <a:gd name="T102" fmla="*/ 61 w 102"/>
                  <a:gd name="T103" fmla="*/ 42 h 107"/>
                  <a:gd name="T104" fmla="*/ 49 w 102"/>
                  <a:gd name="T105" fmla="*/ 30 h 107"/>
                  <a:gd name="T106" fmla="*/ 43 w 102"/>
                  <a:gd name="T107" fmla="*/ 25 h 107"/>
                  <a:gd name="T108" fmla="*/ 38 w 102"/>
                  <a:gd name="T109" fmla="*/ 33 h 107"/>
                  <a:gd name="T110" fmla="*/ 24 w 102"/>
                  <a:gd name="T111" fmla="*/ 36 h 107"/>
                  <a:gd name="T112" fmla="*/ 10 w 102"/>
                  <a:gd name="T113" fmla="*/ 37 h 107"/>
                  <a:gd name="T114" fmla="*/ 0 w 102"/>
                  <a:gd name="T115" fmla="*/ 34 h 107"/>
                  <a:gd name="T116" fmla="*/ 1 w 102"/>
                  <a:gd name="T117" fmla="*/ 42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2" h="107">
                    <a:moveTo>
                      <a:pt x="50" y="7"/>
                    </a:moveTo>
                    <a:cubicBezTo>
                      <a:pt x="50" y="7"/>
                      <a:pt x="55" y="0"/>
                      <a:pt x="56" y="8"/>
                    </a:cubicBezTo>
                    <a:cubicBezTo>
                      <a:pt x="57" y="16"/>
                      <a:pt x="51" y="19"/>
                      <a:pt x="47" y="20"/>
                    </a:cubicBezTo>
                    <a:cubicBezTo>
                      <a:pt x="42" y="20"/>
                      <a:pt x="27" y="19"/>
                      <a:pt x="22" y="18"/>
                    </a:cubicBezTo>
                    <a:cubicBezTo>
                      <a:pt x="17" y="17"/>
                      <a:pt x="16" y="14"/>
                      <a:pt x="15" y="12"/>
                    </a:cubicBezTo>
                    <a:cubicBezTo>
                      <a:pt x="15" y="12"/>
                      <a:pt x="42" y="14"/>
                      <a:pt x="50" y="7"/>
                    </a:cubicBezTo>
                    <a:close/>
                    <a:moveTo>
                      <a:pt x="1" y="42"/>
                    </a:moveTo>
                    <a:cubicBezTo>
                      <a:pt x="2" y="45"/>
                      <a:pt x="5" y="45"/>
                      <a:pt x="6" y="44"/>
                    </a:cubicBezTo>
                    <a:cubicBezTo>
                      <a:pt x="7" y="44"/>
                      <a:pt x="7" y="44"/>
                      <a:pt x="13" y="42"/>
                    </a:cubicBezTo>
                    <a:cubicBezTo>
                      <a:pt x="19" y="39"/>
                      <a:pt x="27" y="41"/>
                      <a:pt x="32" y="40"/>
                    </a:cubicBezTo>
                    <a:cubicBezTo>
                      <a:pt x="37" y="39"/>
                      <a:pt x="35" y="43"/>
                      <a:pt x="35" y="45"/>
                    </a:cubicBezTo>
                    <a:cubicBezTo>
                      <a:pt x="35" y="46"/>
                      <a:pt x="33" y="49"/>
                      <a:pt x="33" y="49"/>
                    </a:cubicBezTo>
                    <a:cubicBezTo>
                      <a:pt x="33" y="49"/>
                      <a:pt x="30" y="53"/>
                      <a:pt x="25" y="54"/>
                    </a:cubicBezTo>
                    <a:cubicBezTo>
                      <a:pt x="20" y="56"/>
                      <a:pt x="24" y="53"/>
                      <a:pt x="24" y="53"/>
                    </a:cubicBezTo>
                    <a:cubicBezTo>
                      <a:pt x="24" y="53"/>
                      <a:pt x="27" y="51"/>
                      <a:pt x="27" y="51"/>
                    </a:cubicBezTo>
                    <a:cubicBezTo>
                      <a:pt x="28" y="51"/>
                      <a:pt x="32" y="49"/>
                      <a:pt x="29" y="46"/>
                    </a:cubicBezTo>
                    <a:cubicBezTo>
                      <a:pt x="27" y="43"/>
                      <a:pt x="23" y="45"/>
                      <a:pt x="23" y="45"/>
                    </a:cubicBezTo>
                    <a:cubicBezTo>
                      <a:pt x="23" y="45"/>
                      <a:pt x="9" y="55"/>
                      <a:pt x="8" y="56"/>
                    </a:cubicBezTo>
                    <a:cubicBezTo>
                      <a:pt x="6" y="57"/>
                      <a:pt x="2" y="58"/>
                      <a:pt x="6" y="64"/>
                    </a:cubicBezTo>
                    <a:cubicBezTo>
                      <a:pt x="10" y="70"/>
                      <a:pt x="17" y="65"/>
                      <a:pt x="23" y="63"/>
                    </a:cubicBezTo>
                    <a:cubicBezTo>
                      <a:pt x="29" y="60"/>
                      <a:pt x="27" y="65"/>
                      <a:pt x="27" y="6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30" y="89"/>
                      <a:pt x="35" y="73"/>
                      <a:pt x="35" y="73"/>
                    </a:cubicBezTo>
                    <a:cubicBezTo>
                      <a:pt x="35" y="73"/>
                      <a:pt x="39" y="57"/>
                      <a:pt x="40" y="57"/>
                    </a:cubicBezTo>
                    <a:cubicBezTo>
                      <a:pt x="41" y="56"/>
                      <a:pt x="50" y="51"/>
                      <a:pt x="51" y="47"/>
                    </a:cubicBezTo>
                    <a:cubicBezTo>
                      <a:pt x="52" y="42"/>
                      <a:pt x="47" y="45"/>
                      <a:pt x="47" y="45"/>
                    </a:cubicBezTo>
                    <a:cubicBezTo>
                      <a:pt x="45" y="46"/>
                      <a:pt x="44" y="44"/>
                      <a:pt x="44" y="44"/>
                    </a:cubicBezTo>
                    <a:cubicBezTo>
                      <a:pt x="47" y="36"/>
                      <a:pt x="50" y="40"/>
                      <a:pt x="52" y="41"/>
                    </a:cubicBezTo>
                    <a:cubicBezTo>
                      <a:pt x="53" y="42"/>
                      <a:pt x="57" y="47"/>
                      <a:pt x="60" y="49"/>
                    </a:cubicBezTo>
                    <a:cubicBezTo>
                      <a:pt x="62" y="51"/>
                      <a:pt x="64" y="54"/>
                      <a:pt x="60" y="55"/>
                    </a:cubicBezTo>
                    <a:cubicBezTo>
                      <a:pt x="57" y="57"/>
                      <a:pt x="52" y="56"/>
                      <a:pt x="52" y="56"/>
                    </a:cubicBezTo>
                    <a:cubicBezTo>
                      <a:pt x="43" y="53"/>
                      <a:pt x="48" y="61"/>
                      <a:pt x="50" y="64"/>
                    </a:cubicBezTo>
                    <a:cubicBezTo>
                      <a:pt x="52" y="67"/>
                      <a:pt x="59" y="68"/>
                      <a:pt x="60" y="67"/>
                    </a:cubicBezTo>
                    <a:cubicBezTo>
                      <a:pt x="62" y="65"/>
                      <a:pt x="66" y="66"/>
                      <a:pt x="66" y="66"/>
                    </a:cubicBezTo>
                    <a:cubicBezTo>
                      <a:pt x="59" y="99"/>
                      <a:pt x="59" y="99"/>
                      <a:pt x="59" y="99"/>
                    </a:cubicBezTo>
                    <a:cubicBezTo>
                      <a:pt x="60" y="107"/>
                      <a:pt x="66" y="107"/>
                      <a:pt x="66" y="107"/>
                    </a:cubicBezTo>
                    <a:cubicBezTo>
                      <a:pt x="75" y="65"/>
                      <a:pt x="75" y="65"/>
                      <a:pt x="75" y="65"/>
                    </a:cubicBezTo>
                    <a:cubicBezTo>
                      <a:pt x="79" y="61"/>
                      <a:pt x="82" y="62"/>
                      <a:pt x="85" y="63"/>
                    </a:cubicBezTo>
                    <a:cubicBezTo>
                      <a:pt x="88" y="63"/>
                      <a:pt x="93" y="64"/>
                      <a:pt x="98" y="63"/>
                    </a:cubicBezTo>
                    <a:cubicBezTo>
                      <a:pt x="102" y="62"/>
                      <a:pt x="97" y="55"/>
                      <a:pt x="92" y="53"/>
                    </a:cubicBezTo>
                    <a:cubicBezTo>
                      <a:pt x="88" y="52"/>
                      <a:pt x="77" y="52"/>
                      <a:pt x="77" y="52"/>
                    </a:cubicBezTo>
                    <a:cubicBezTo>
                      <a:pt x="77" y="49"/>
                      <a:pt x="83" y="30"/>
                      <a:pt x="84" y="28"/>
                    </a:cubicBezTo>
                    <a:cubicBezTo>
                      <a:pt x="85" y="27"/>
                      <a:pt x="88" y="19"/>
                      <a:pt x="86" y="15"/>
                    </a:cubicBezTo>
                    <a:cubicBezTo>
                      <a:pt x="84" y="10"/>
                      <a:pt x="78" y="6"/>
                      <a:pt x="78" y="6"/>
                    </a:cubicBezTo>
                    <a:cubicBezTo>
                      <a:pt x="78" y="6"/>
                      <a:pt x="78" y="12"/>
                      <a:pt x="78" y="15"/>
                    </a:cubicBezTo>
                    <a:cubicBezTo>
                      <a:pt x="79" y="18"/>
                      <a:pt x="77" y="32"/>
                      <a:pt x="75" y="32"/>
                    </a:cubicBezTo>
                    <a:cubicBezTo>
                      <a:pt x="74" y="32"/>
                      <a:pt x="69" y="26"/>
                      <a:pt x="66" y="25"/>
                    </a:cubicBezTo>
                    <a:cubicBezTo>
                      <a:pt x="64" y="24"/>
                      <a:pt x="61" y="24"/>
                      <a:pt x="62" y="27"/>
                    </a:cubicBezTo>
                    <a:cubicBezTo>
                      <a:pt x="62" y="29"/>
                      <a:pt x="72" y="40"/>
                      <a:pt x="72" y="40"/>
                    </a:cubicBezTo>
                    <a:cubicBezTo>
                      <a:pt x="70" y="51"/>
                      <a:pt x="70" y="51"/>
                      <a:pt x="70" y="51"/>
                    </a:cubicBezTo>
                    <a:cubicBezTo>
                      <a:pt x="70" y="51"/>
                      <a:pt x="68" y="51"/>
                      <a:pt x="68" y="50"/>
                    </a:cubicBezTo>
                    <a:cubicBezTo>
                      <a:pt x="68" y="48"/>
                      <a:pt x="62" y="43"/>
                      <a:pt x="61" y="42"/>
                    </a:cubicBezTo>
                    <a:cubicBezTo>
                      <a:pt x="59" y="42"/>
                      <a:pt x="51" y="34"/>
                      <a:pt x="49" y="30"/>
                    </a:cubicBezTo>
                    <a:cubicBezTo>
                      <a:pt x="47" y="26"/>
                      <a:pt x="43" y="25"/>
                      <a:pt x="43" y="25"/>
                    </a:cubicBezTo>
                    <a:cubicBezTo>
                      <a:pt x="43" y="25"/>
                      <a:pt x="42" y="30"/>
                      <a:pt x="38" y="33"/>
                    </a:cubicBezTo>
                    <a:cubicBezTo>
                      <a:pt x="35" y="37"/>
                      <a:pt x="27" y="36"/>
                      <a:pt x="24" y="36"/>
                    </a:cubicBezTo>
                    <a:cubicBezTo>
                      <a:pt x="20" y="36"/>
                      <a:pt x="14" y="37"/>
                      <a:pt x="10" y="37"/>
                    </a:cubicBezTo>
                    <a:cubicBezTo>
                      <a:pt x="6" y="37"/>
                      <a:pt x="0" y="34"/>
                      <a:pt x="0" y="34"/>
                    </a:cubicBezTo>
                    <a:cubicBezTo>
                      <a:pt x="0" y="34"/>
                      <a:pt x="0" y="40"/>
                      <a:pt x="1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/>
            </p:nvSpPr>
            <p:spPr bwMode="auto">
              <a:xfrm>
                <a:off x="2687638" y="1824038"/>
                <a:ext cx="130175" cy="106363"/>
              </a:xfrm>
              <a:custGeom>
                <a:avLst/>
                <a:gdLst>
                  <a:gd name="T0" fmla="*/ 22 w 85"/>
                  <a:gd name="T1" fmla="*/ 0 h 69"/>
                  <a:gd name="T2" fmla="*/ 35 w 85"/>
                  <a:gd name="T3" fmla="*/ 10 h 69"/>
                  <a:gd name="T4" fmla="*/ 47 w 85"/>
                  <a:gd name="T5" fmla="*/ 16 h 69"/>
                  <a:gd name="T6" fmla="*/ 60 w 85"/>
                  <a:gd name="T7" fmla="*/ 16 h 69"/>
                  <a:gd name="T8" fmla="*/ 80 w 85"/>
                  <a:gd name="T9" fmla="*/ 14 h 69"/>
                  <a:gd name="T10" fmla="*/ 77 w 85"/>
                  <a:gd name="T11" fmla="*/ 19 h 69"/>
                  <a:gd name="T12" fmla="*/ 66 w 85"/>
                  <a:gd name="T13" fmla="*/ 22 h 69"/>
                  <a:gd name="T14" fmla="*/ 68 w 85"/>
                  <a:gd name="T15" fmla="*/ 26 h 69"/>
                  <a:gd name="T16" fmla="*/ 57 w 85"/>
                  <a:gd name="T17" fmla="*/ 26 h 69"/>
                  <a:gd name="T18" fmla="*/ 50 w 85"/>
                  <a:gd name="T19" fmla="*/ 31 h 69"/>
                  <a:gd name="T20" fmla="*/ 53 w 85"/>
                  <a:gd name="T21" fmla="*/ 37 h 69"/>
                  <a:gd name="T22" fmla="*/ 51 w 85"/>
                  <a:gd name="T23" fmla="*/ 42 h 69"/>
                  <a:gd name="T24" fmla="*/ 37 w 85"/>
                  <a:gd name="T25" fmla="*/ 43 h 69"/>
                  <a:gd name="T26" fmla="*/ 12 w 85"/>
                  <a:gd name="T27" fmla="*/ 69 h 69"/>
                  <a:gd name="T28" fmla="*/ 6 w 85"/>
                  <a:gd name="T29" fmla="*/ 65 h 69"/>
                  <a:gd name="T30" fmla="*/ 9 w 85"/>
                  <a:gd name="T31" fmla="*/ 46 h 69"/>
                  <a:gd name="T32" fmla="*/ 11 w 85"/>
                  <a:gd name="T33" fmla="*/ 34 h 69"/>
                  <a:gd name="T34" fmla="*/ 38 w 85"/>
                  <a:gd name="T35" fmla="*/ 31 h 69"/>
                  <a:gd name="T36" fmla="*/ 49 w 85"/>
                  <a:gd name="T37" fmla="*/ 23 h 69"/>
                  <a:gd name="T38" fmla="*/ 37 w 85"/>
                  <a:gd name="T39" fmla="*/ 16 h 69"/>
                  <a:gd name="T40" fmla="*/ 22 w 85"/>
                  <a:gd name="T41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5" h="69">
                    <a:moveTo>
                      <a:pt x="22" y="0"/>
                    </a:moveTo>
                    <a:cubicBezTo>
                      <a:pt x="22" y="0"/>
                      <a:pt x="30" y="8"/>
                      <a:pt x="35" y="10"/>
                    </a:cubicBezTo>
                    <a:cubicBezTo>
                      <a:pt x="41" y="12"/>
                      <a:pt x="44" y="13"/>
                      <a:pt x="47" y="16"/>
                    </a:cubicBezTo>
                    <a:cubicBezTo>
                      <a:pt x="51" y="18"/>
                      <a:pt x="53" y="19"/>
                      <a:pt x="60" y="16"/>
                    </a:cubicBezTo>
                    <a:cubicBezTo>
                      <a:pt x="67" y="14"/>
                      <a:pt x="75" y="10"/>
                      <a:pt x="80" y="14"/>
                    </a:cubicBezTo>
                    <a:cubicBezTo>
                      <a:pt x="85" y="19"/>
                      <a:pt x="80" y="21"/>
                      <a:pt x="77" y="19"/>
                    </a:cubicBezTo>
                    <a:cubicBezTo>
                      <a:pt x="74" y="17"/>
                      <a:pt x="67" y="20"/>
                      <a:pt x="66" y="22"/>
                    </a:cubicBezTo>
                    <a:cubicBezTo>
                      <a:pt x="64" y="25"/>
                      <a:pt x="70" y="26"/>
                      <a:pt x="68" y="26"/>
                    </a:cubicBezTo>
                    <a:cubicBezTo>
                      <a:pt x="66" y="26"/>
                      <a:pt x="61" y="26"/>
                      <a:pt x="57" y="26"/>
                    </a:cubicBezTo>
                    <a:cubicBezTo>
                      <a:pt x="53" y="26"/>
                      <a:pt x="50" y="31"/>
                      <a:pt x="50" y="31"/>
                    </a:cubicBezTo>
                    <a:cubicBezTo>
                      <a:pt x="50" y="31"/>
                      <a:pt x="55" y="35"/>
                      <a:pt x="53" y="37"/>
                    </a:cubicBezTo>
                    <a:cubicBezTo>
                      <a:pt x="52" y="39"/>
                      <a:pt x="51" y="42"/>
                      <a:pt x="51" y="42"/>
                    </a:cubicBezTo>
                    <a:cubicBezTo>
                      <a:pt x="51" y="42"/>
                      <a:pt x="41" y="40"/>
                      <a:pt x="37" y="43"/>
                    </a:cubicBezTo>
                    <a:cubicBezTo>
                      <a:pt x="33" y="45"/>
                      <a:pt x="12" y="69"/>
                      <a:pt x="12" y="69"/>
                    </a:cubicBezTo>
                    <a:cubicBezTo>
                      <a:pt x="12" y="69"/>
                      <a:pt x="7" y="69"/>
                      <a:pt x="6" y="65"/>
                    </a:cubicBezTo>
                    <a:cubicBezTo>
                      <a:pt x="5" y="60"/>
                      <a:pt x="9" y="46"/>
                      <a:pt x="9" y="46"/>
                    </a:cubicBezTo>
                    <a:cubicBezTo>
                      <a:pt x="9" y="46"/>
                      <a:pt x="0" y="37"/>
                      <a:pt x="11" y="34"/>
                    </a:cubicBezTo>
                    <a:cubicBezTo>
                      <a:pt x="11" y="34"/>
                      <a:pt x="36" y="32"/>
                      <a:pt x="38" y="31"/>
                    </a:cubicBezTo>
                    <a:cubicBezTo>
                      <a:pt x="40" y="31"/>
                      <a:pt x="49" y="24"/>
                      <a:pt x="49" y="23"/>
                    </a:cubicBezTo>
                    <a:cubicBezTo>
                      <a:pt x="49" y="23"/>
                      <a:pt x="44" y="17"/>
                      <a:pt x="37" y="16"/>
                    </a:cubicBezTo>
                    <a:cubicBezTo>
                      <a:pt x="30" y="15"/>
                      <a:pt x="24" y="9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/>
            </p:nvSpPr>
            <p:spPr bwMode="auto">
              <a:xfrm>
                <a:off x="2705101" y="1884363"/>
                <a:ext cx="28575" cy="30163"/>
              </a:xfrm>
              <a:custGeom>
                <a:avLst/>
                <a:gdLst>
                  <a:gd name="T0" fmla="*/ 19 w 19"/>
                  <a:gd name="T1" fmla="*/ 2 h 20"/>
                  <a:gd name="T2" fmla="*/ 4 w 19"/>
                  <a:gd name="T3" fmla="*/ 19 h 20"/>
                  <a:gd name="T4" fmla="*/ 1 w 19"/>
                  <a:gd name="T5" fmla="*/ 15 h 20"/>
                  <a:gd name="T6" fmla="*/ 2 w 19"/>
                  <a:gd name="T7" fmla="*/ 7 h 20"/>
                  <a:gd name="T8" fmla="*/ 19 w 19"/>
                  <a:gd name="T9" fmla="*/ 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0">
                    <a:moveTo>
                      <a:pt x="19" y="2"/>
                    </a:moveTo>
                    <a:cubicBezTo>
                      <a:pt x="19" y="2"/>
                      <a:pt x="6" y="17"/>
                      <a:pt x="4" y="19"/>
                    </a:cubicBezTo>
                    <a:cubicBezTo>
                      <a:pt x="2" y="20"/>
                      <a:pt x="0" y="18"/>
                      <a:pt x="1" y="15"/>
                    </a:cubicBezTo>
                    <a:cubicBezTo>
                      <a:pt x="1" y="11"/>
                      <a:pt x="1" y="8"/>
                      <a:pt x="2" y="7"/>
                    </a:cubicBezTo>
                    <a:cubicBezTo>
                      <a:pt x="2" y="7"/>
                      <a:pt x="17" y="0"/>
                      <a:pt x="1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任意多边形: 形状 87"/>
              <p:cNvSpPr>
                <a:spLocks noEditPoints="1"/>
              </p:cNvSpPr>
              <p:nvPr/>
            </p:nvSpPr>
            <p:spPr bwMode="auto">
              <a:xfrm>
                <a:off x="2738438" y="1863726"/>
                <a:ext cx="104775" cy="128588"/>
              </a:xfrm>
              <a:custGeom>
                <a:avLst/>
                <a:gdLst>
                  <a:gd name="T0" fmla="*/ 44 w 68"/>
                  <a:gd name="T1" fmla="*/ 65 h 83"/>
                  <a:gd name="T2" fmla="*/ 37 w 68"/>
                  <a:gd name="T3" fmla="*/ 51 h 83"/>
                  <a:gd name="T4" fmla="*/ 46 w 68"/>
                  <a:gd name="T5" fmla="*/ 41 h 83"/>
                  <a:gd name="T6" fmla="*/ 44 w 68"/>
                  <a:gd name="T7" fmla="*/ 27 h 83"/>
                  <a:gd name="T8" fmla="*/ 52 w 68"/>
                  <a:gd name="T9" fmla="*/ 25 h 83"/>
                  <a:gd name="T10" fmla="*/ 65 w 68"/>
                  <a:gd name="T11" fmla="*/ 26 h 83"/>
                  <a:gd name="T12" fmla="*/ 59 w 68"/>
                  <a:gd name="T13" fmla="*/ 14 h 83"/>
                  <a:gd name="T14" fmla="*/ 64 w 68"/>
                  <a:gd name="T15" fmla="*/ 10 h 83"/>
                  <a:gd name="T16" fmla="*/ 62 w 68"/>
                  <a:gd name="T17" fmla="*/ 0 h 83"/>
                  <a:gd name="T18" fmla="*/ 50 w 68"/>
                  <a:gd name="T19" fmla="*/ 11 h 83"/>
                  <a:gd name="T20" fmla="*/ 34 w 68"/>
                  <a:gd name="T21" fmla="*/ 8 h 83"/>
                  <a:gd name="T22" fmla="*/ 29 w 68"/>
                  <a:gd name="T23" fmla="*/ 11 h 83"/>
                  <a:gd name="T24" fmla="*/ 35 w 68"/>
                  <a:gd name="T25" fmla="*/ 18 h 83"/>
                  <a:gd name="T26" fmla="*/ 36 w 68"/>
                  <a:gd name="T27" fmla="*/ 22 h 83"/>
                  <a:gd name="T28" fmla="*/ 31 w 68"/>
                  <a:gd name="T29" fmla="*/ 24 h 83"/>
                  <a:gd name="T30" fmla="*/ 27 w 68"/>
                  <a:gd name="T31" fmla="*/ 23 h 83"/>
                  <a:gd name="T32" fmla="*/ 25 w 68"/>
                  <a:gd name="T33" fmla="*/ 13 h 83"/>
                  <a:gd name="T34" fmla="*/ 19 w 68"/>
                  <a:gd name="T35" fmla="*/ 19 h 83"/>
                  <a:gd name="T36" fmla="*/ 15 w 68"/>
                  <a:gd name="T37" fmla="*/ 22 h 83"/>
                  <a:gd name="T38" fmla="*/ 19 w 68"/>
                  <a:gd name="T39" fmla="*/ 22 h 83"/>
                  <a:gd name="T40" fmla="*/ 24 w 68"/>
                  <a:gd name="T41" fmla="*/ 38 h 83"/>
                  <a:gd name="T42" fmla="*/ 19 w 68"/>
                  <a:gd name="T43" fmla="*/ 44 h 83"/>
                  <a:gd name="T44" fmla="*/ 9 w 68"/>
                  <a:gd name="T45" fmla="*/ 36 h 83"/>
                  <a:gd name="T46" fmla="*/ 6 w 68"/>
                  <a:gd name="T47" fmla="*/ 28 h 83"/>
                  <a:gd name="T48" fmla="*/ 13 w 68"/>
                  <a:gd name="T49" fmla="*/ 53 h 83"/>
                  <a:gd name="T50" fmla="*/ 30 w 68"/>
                  <a:gd name="T51" fmla="*/ 57 h 83"/>
                  <a:gd name="T52" fmla="*/ 39 w 68"/>
                  <a:gd name="T53" fmla="*/ 77 h 83"/>
                  <a:gd name="T54" fmla="*/ 44 w 68"/>
                  <a:gd name="T55" fmla="*/ 81 h 83"/>
                  <a:gd name="T56" fmla="*/ 44 w 68"/>
                  <a:gd name="T57" fmla="*/ 65 h 83"/>
                  <a:gd name="T58" fmla="*/ 32 w 68"/>
                  <a:gd name="T59" fmla="*/ 40 h 83"/>
                  <a:gd name="T60" fmla="*/ 32 w 68"/>
                  <a:gd name="T61" fmla="*/ 34 h 83"/>
                  <a:gd name="T62" fmla="*/ 38 w 68"/>
                  <a:gd name="T63" fmla="*/ 39 h 83"/>
                  <a:gd name="T64" fmla="*/ 32 w 68"/>
                  <a:gd name="T65" fmla="*/ 4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" h="83">
                    <a:moveTo>
                      <a:pt x="44" y="65"/>
                    </a:moveTo>
                    <a:cubicBezTo>
                      <a:pt x="42" y="57"/>
                      <a:pt x="35" y="52"/>
                      <a:pt x="37" y="51"/>
                    </a:cubicBezTo>
                    <a:cubicBezTo>
                      <a:pt x="38" y="50"/>
                      <a:pt x="44" y="46"/>
                      <a:pt x="46" y="41"/>
                    </a:cubicBezTo>
                    <a:cubicBezTo>
                      <a:pt x="48" y="36"/>
                      <a:pt x="44" y="27"/>
                      <a:pt x="44" y="27"/>
                    </a:cubicBezTo>
                    <a:cubicBezTo>
                      <a:pt x="44" y="27"/>
                      <a:pt x="47" y="24"/>
                      <a:pt x="52" y="25"/>
                    </a:cubicBezTo>
                    <a:cubicBezTo>
                      <a:pt x="57" y="26"/>
                      <a:pt x="63" y="30"/>
                      <a:pt x="65" y="26"/>
                    </a:cubicBezTo>
                    <a:cubicBezTo>
                      <a:pt x="68" y="23"/>
                      <a:pt x="59" y="15"/>
                      <a:pt x="59" y="14"/>
                    </a:cubicBezTo>
                    <a:cubicBezTo>
                      <a:pt x="60" y="13"/>
                      <a:pt x="61" y="13"/>
                      <a:pt x="64" y="10"/>
                    </a:cubicBezTo>
                    <a:cubicBezTo>
                      <a:pt x="67" y="7"/>
                      <a:pt x="62" y="0"/>
                      <a:pt x="62" y="0"/>
                    </a:cubicBezTo>
                    <a:cubicBezTo>
                      <a:pt x="62" y="0"/>
                      <a:pt x="53" y="10"/>
                      <a:pt x="50" y="11"/>
                    </a:cubicBezTo>
                    <a:cubicBezTo>
                      <a:pt x="47" y="12"/>
                      <a:pt x="41" y="12"/>
                      <a:pt x="34" y="8"/>
                    </a:cubicBezTo>
                    <a:cubicBezTo>
                      <a:pt x="28" y="5"/>
                      <a:pt x="29" y="9"/>
                      <a:pt x="29" y="11"/>
                    </a:cubicBezTo>
                    <a:cubicBezTo>
                      <a:pt x="29" y="13"/>
                      <a:pt x="33" y="19"/>
                      <a:pt x="35" y="18"/>
                    </a:cubicBezTo>
                    <a:cubicBezTo>
                      <a:pt x="38" y="18"/>
                      <a:pt x="37" y="21"/>
                      <a:pt x="36" y="22"/>
                    </a:cubicBezTo>
                    <a:cubicBezTo>
                      <a:pt x="36" y="23"/>
                      <a:pt x="32" y="23"/>
                      <a:pt x="31" y="24"/>
                    </a:cubicBezTo>
                    <a:cubicBezTo>
                      <a:pt x="30" y="26"/>
                      <a:pt x="27" y="31"/>
                      <a:pt x="27" y="23"/>
                    </a:cubicBezTo>
                    <a:cubicBezTo>
                      <a:pt x="27" y="16"/>
                      <a:pt x="25" y="13"/>
                      <a:pt x="25" y="13"/>
                    </a:cubicBezTo>
                    <a:cubicBezTo>
                      <a:pt x="25" y="13"/>
                      <a:pt x="20" y="18"/>
                      <a:pt x="19" y="19"/>
                    </a:cubicBezTo>
                    <a:cubicBezTo>
                      <a:pt x="18" y="20"/>
                      <a:pt x="15" y="22"/>
                      <a:pt x="15" y="22"/>
                    </a:cubicBezTo>
                    <a:cubicBezTo>
                      <a:pt x="18" y="21"/>
                      <a:pt x="19" y="22"/>
                      <a:pt x="19" y="22"/>
                    </a:cubicBezTo>
                    <a:cubicBezTo>
                      <a:pt x="19" y="22"/>
                      <a:pt x="23" y="30"/>
                      <a:pt x="24" y="38"/>
                    </a:cubicBezTo>
                    <a:cubicBezTo>
                      <a:pt x="25" y="46"/>
                      <a:pt x="19" y="44"/>
                      <a:pt x="19" y="44"/>
                    </a:cubicBezTo>
                    <a:cubicBezTo>
                      <a:pt x="19" y="44"/>
                      <a:pt x="11" y="40"/>
                      <a:pt x="9" y="36"/>
                    </a:cubicBezTo>
                    <a:cubicBezTo>
                      <a:pt x="6" y="31"/>
                      <a:pt x="6" y="28"/>
                      <a:pt x="6" y="28"/>
                    </a:cubicBezTo>
                    <a:cubicBezTo>
                      <a:pt x="0" y="40"/>
                      <a:pt x="10" y="52"/>
                      <a:pt x="13" y="53"/>
                    </a:cubicBezTo>
                    <a:cubicBezTo>
                      <a:pt x="15" y="54"/>
                      <a:pt x="30" y="53"/>
                      <a:pt x="30" y="57"/>
                    </a:cubicBezTo>
                    <a:cubicBezTo>
                      <a:pt x="30" y="61"/>
                      <a:pt x="39" y="77"/>
                      <a:pt x="39" y="77"/>
                    </a:cubicBezTo>
                    <a:cubicBezTo>
                      <a:pt x="39" y="77"/>
                      <a:pt x="40" y="83"/>
                      <a:pt x="44" y="81"/>
                    </a:cubicBezTo>
                    <a:cubicBezTo>
                      <a:pt x="51" y="79"/>
                      <a:pt x="44" y="65"/>
                      <a:pt x="44" y="65"/>
                    </a:cubicBezTo>
                    <a:close/>
                    <a:moveTo>
                      <a:pt x="32" y="40"/>
                    </a:moveTo>
                    <a:cubicBezTo>
                      <a:pt x="31" y="38"/>
                      <a:pt x="31" y="35"/>
                      <a:pt x="32" y="34"/>
                    </a:cubicBezTo>
                    <a:cubicBezTo>
                      <a:pt x="32" y="34"/>
                      <a:pt x="40" y="36"/>
                      <a:pt x="38" y="39"/>
                    </a:cubicBezTo>
                    <a:cubicBezTo>
                      <a:pt x="35" y="43"/>
                      <a:pt x="33" y="41"/>
                      <a:pt x="32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任意多边形: 形状 88"/>
              <p:cNvSpPr/>
              <p:nvPr/>
            </p:nvSpPr>
            <p:spPr bwMode="auto">
              <a:xfrm>
                <a:off x="2843213" y="1989138"/>
                <a:ext cx="152400" cy="147638"/>
              </a:xfrm>
              <a:custGeom>
                <a:avLst/>
                <a:gdLst>
                  <a:gd name="T0" fmla="*/ 54 w 99"/>
                  <a:gd name="T1" fmla="*/ 0 h 96"/>
                  <a:gd name="T2" fmla="*/ 59 w 99"/>
                  <a:gd name="T3" fmla="*/ 10 h 96"/>
                  <a:gd name="T4" fmla="*/ 68 w 99"/>
                  <a:gd name="T5" fmla="*/ 20 h 96"/>
                  <a:gd name="T6" fmla="*/ 83 w 99"/>
                  <a:gd name="T7" fmla="*/ 19 h 96"/>
                  <a:gd name="T8" fmla="*/ 92 w 99"/>
                  <a:gd name="T9" fmla="*/ 16 h 96"/>
                  <a:gd name="T10" fmla="*/ 94 w 99"/>
                  <a:gd name="T11" fmla="*/ 9 h 96"/>
                  <a:gd name="T12" fmla="*/ 98 w 99"/>
                  <a:gd name="T13" fmla="*/ 20 h 96"/>
                  <a:gd name="T14" fmla="*/ 87 w 99"/>
                  <a:gd name="T15" fmla="*/ 31 h 96"/>
                  <a:gd name="T16" fmla="*/ 78 w 99"/>
                  <a:gd name="T17" fmla="*/ 33 h 96"/>
                  <a:gd name="T18" fmla="*/ 83 w 99"/>
                  <a:gd name="T19" fmla="*/ 53 h 96"/>
                  <a:gd name="T20" fmla="*/ 72 w 99"/>
                  <a:gd name="T21" fmla="*/ 55 h 96"/>
                  <a:gd name="T22" fmla="*/ 65 w 99"/>
                  <a:gd name="T23" fmla="*/ 45 h 96"/>
                  <a:gd name="T24" fmla="*/ 56 w 99"/>
                  <a:gd name="T25" fmla="*/ 48 h 96"/>
                  <a:gd name="T26" fmla="*/ 54 w 99"/>
                  <a:gd name="T27" fmla="*/ 74 h 96"/>
                  <a:gd name="T28" fmla="*/ 50 w 99"/>
                  <a:gd name="T29" fmla="*/ 95 h 96"/>
                  <a:gd name="T30" fmla="*/ 42 w 99"/>
                  <a:gd name="T31" fmla="*/ 75 h 96"/>
                  <a:gd name="T32" fmla="*/ 46 w 99"/>
                  <a:gd name="T33" fmla="*/ 41 h 96"/>
                  <a:gd name="T34" fmla="*/ 18 w 99"/>
                  <a:gd name="T35" fmla="*/ 46 h 96"/>
                  <a:gd name="T36" fmla="*/ 8 w 99"/>
                  <a:gd name="T37" fmla="*/ 20 h 96"/>
                  <a:gd name="T38" fmla="*/ 24 w 99"/>
                  <a:gd name="T39" fmla="*/ 11 h 96"/>
                  <a:gd name="T40" fmla="*/ 34 w 99"/>
                  <a:gd name="T41" fmla="*/ 27 h 96"/>
                  <a:gd name="T42" fmla="*/ 47 w 99"/>
                  <a:gd name="T43" fmla="*/ 23 h 96"/>
                  <a:gd name="T44" fmla="*/ 54 w 99"/>
                  <a:gd name="T4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9" h="96">
                    <a:moveTo>
                      <a:pt x="54" y="0"/>
                    </a:moveTo>
                    <a:cubicBezTo>
                      <a:pt x="54" y="0"/>
                      <a:pt x="57" y="8"/>
                      <a:pt x="59" y="10"/>
                    </a:cubicBezTo>
                    <a:cubicBezTo>
                      <a:pt x="61" y="12"/>
                      <a:pt x="67" y="19"/>
                      <a:pt x="68" y="20"/>
                    </a:cubicBezTo>
                    <a:cubicBezTo>
                      <a:pt x="70" y="20"/>
                      <a:pt x="81" y="20"/>
                      <a:pt x="83" y="19"/>
                    </a:cubicBezTo>
                    <a:cubicBezTo>
                      <a:pt x="85" y="18"/>
                      <a:pt x="90" y="19"/>
                      <a:pt x="92" y="16"/>
                    </a:cubicBezTo>
                    <a:cubicBezTo>
                      <a:pt x="93" y="14"/>
                      <a:pt x="94" y="9"/>
                      <a:pt x="94" y="9"/>
                    </a:cubicBezTo>
                    <a:cubicBezTo>
                      <a:pt x="94" y="9"/>
                      <a:pt x="99" y="13"/>
                      <a:pt x="98" y="20"/>
                    </a:cubicBezTo>
                    <a:cubicBezTo>
                      <a:pt x="98" y="26"/>
                      <a:pt x="92" y="30"/>
                      <a:pt x="87" y="31"/>
                    </a:cubicBezTo>
                    <a:cubicBezTo>
                      <a:pt x="82" y="33"/>
                      <a:pt x="78" y="33"/>
                      <a:pt x="78" y="33"/>
                    </a:cubicBezTo>
                    <a:cubicBezTo>
                      <a:pt x="78" y="33"/>
                      <a:pt x="87" y="44"/>
                      <a:pt x="83" y="53"/>
                    </a:cubicBezTo>
                    <a:cubicBezTo>
                      <a:pt x="78" y="61"/>
                      <a:pt x="74" y="60"/>
                      <a:pt x="72" y="55"/>
                    </a:cubicBezTo>
                    <a:cubicBezTo>
                      <a:pt x="70" y="51"/>
                      <a:pt x="66" y="47"/>
                      <a:pt x="65" y="45"/>
                    </a:cubicBezTo>
                    <a:cubicBezTo>
                      <a:pt x="64" y="44"/>
                      <a:pt x="58" y="37"/>
                      <a:pt x="56" y="48"/>
                    </a:cubicBezTo>
                    <a:cubicBezTo>
                      <a:pt x="53" y="59"/>
                      <a:pt x="52" y="68"/>
                      <a:pt x="54" y="74"/>
                    </a:cubicBezTo>
                    <a:cubicBezTo>
                      <a:pt x="55" y="80"/>
                      <a:pt x="58" y="94"/>
                      <a:pt x="50" y="95"/>
                    </a:cubicBezTo>
                    <a:cubicBezTo>
                      <a:pt x="42" y="96"/>
                      <a:pt x="41" y="83"/>
                      <a:pt x="42" y="75"/>
                    </a:cubicBezTo>
                    <a:cubicBezTo>
                      <a:pt x="42" y="67"/>
                      <a:pt x="46" y="44"/>
                      <a:pt x="46" y="41"/>
                    </a:cubicBezTo>
                    <a:cubicBezTo>
                      <a:pt x="46" y="41"/>
                      <a:pt x="25" y="49"/>
                      <a:pt x="18" y="46"/>
                    </a:cubicBezTo>
                    <a:cubicBezTo>
                      <a:pt x="11" y="44"/>
                      <a:pt x="0" y="32"/>
                      <a:pt x="8" y="20"/>
                    </a:cubicBezTo>
                    <a:cubicBezTo>
                      <a:pt x="18" y="9"/>
                      <a:pt x="24" y="11"/>
                      <a:pt x="24" y="11"/>
                    </a:cubicBezTo>
                    <a:cubicBezTo>
                      <a:pt x="24" y="11"/>
                      <a:pt x="26" y="27"/>
                      <a:pt x="34" y="27"/>
                    </a:cubicBezTo>
                    <a:cubicBezTo>
                      <a:pt x="42" y="26"/>
                      <a:pt x="47" y="23"/>
                      <a:pt x="47" y="23"/>
                    </a:cubicBezTo>
                    <a:cubicBezTo>
                      <a:pt x="47" y="23"/>
                      <a:pt x="40" y="13"/>
                      <a:pt x="5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任意多边形: 形状 89"/>
              <p:cNvSpPr/>
              <p:nvPr/>
            </p:nvSpPr>
            <p:spPr bwMode="auto">
              <a:xfrm>
                <a:off x="2951163" y="2163763"/>
                <a:ext cx="146050" cy="139700"/>
              </a:xfrm>
              <a:custGeom>
                <a:avLst/>
                <a:gdLst>
                  <a:gd name="T0" fmla="*/ 58 w 95"/>
                  <a:gd name="T1" fmla="*/ 6 h 90"/>
                  <a:gd name="T2" fmla="*/ 15 w 95"/>
                  <a:gd name="T3" fmla="*/ 2 h 90"/>
                  <a:gd name="T4" fmla="*/ 8 w 95"/>
                  <a:gd name="T5" fmla="*/ 0 h 90"/>
                  <a:gd name="T6" fmla="*/ 3 w 95"/>
                  <a:gd name="T7" fmla="*/ 9 h 90"/>
                  <a:gd name="T8" fmla="*/ 8 w 95"/>
                  <a:gd name="T9" fmla="*/ 11 h 90"/>
                  <a:gd name="T10" fmla="*/ 37 w 95"/>
                  <a:gd name="T11" fmla="*/ 11 h 90"/>
                  <a:gd name="T12" fmla="*/ 57 w 95"/>
                  <a:gd name="T13" fmla="*/ 45 h 90"/>
                  <a:gd name="T14" fmla="*/ 61 w 95"/>
                  <a:gd name="T15" fmla="*/ 64 h 90"/>
                  <a:gd name="T16" fmla="*/ 53 w 95"/>
                  <a:gd name="T17" fmla="*/ 66 h 90"/>
                  <a:gd name="T18" fmla="*/ 48 w 95"/>
                  <a:gd name="T19" fmla="*/ 76 h 90"/>
                  <a:gd name="T20" fmla="*/ 63 w 95"/>
                  <a:gd name="T21" fmla="*/ 81 h 90"/>
                  <a:gd name="T22" fmla="*/ 70 w 95"/>
                  <a:gd name="T23" fmla="*/ 68 h 90"/>
                  <a:gd name="T24" fmla="*/ 66 w 95"/>
                  <a:gd name="T25" fmla="*/ 47 h 90"/>
                  <a:gd name="T26" fmla="*/ 86 w 95"/>
                  <a:gd name="T27" fmla="*/ 55 h 90"/>
                  <a:gd name="T28" fmla="*/ 89 w 95"/>
                  <a:gd name="T29" fmla="*/ 39 h 90"/>
                  <a:gd name="T30" fmla="*/ 82 w 95"/>
                  <a:gd name="T31" fmla="*/ 34 h 90"/>
                  <a:gd name="T32" fmla="*/ 74 w 95"/>
                  <a:gd name="T33" fmla="*/ 19 h 90"/>
                  <a:gd name="T34" fmla="*/ 76 w 95"/>
                  <a:gd name="T35" fmla="*/ 14 h 90"/>
                  <a:gd name="T36" fmla="*/ 66 w 95"/>
                  <a:gd name="T37" fmla="*/ 17 h 90"/>
                  <a:gd name="T38" fmla="*/ 69 w 95"/>
                  <a:gd name="T39" fmla="*/ 24 h 90"/>
                  <a:gd name="T40" fmla="*/ 75 w 95"/>
                  <a:gd name="T41" fmla="*/ 30 h 90"/>
                  <a:gd name="T42" fmla="*/ 75 w 95"/>
                  <a:gd name="T43" fmla="*/ 38 h 90"/>
                  <a:gd name="T44" fmla="*/ 84 w 95"/>
                  <a:gd name="T45" fmla="*/ 39 h 90"/>
                  <a:gd name="T46" fmla="*/ 88 w 95"/>
                  <a:gd name="T47" fmla="*/ 45 h 90"/>
                  <a:gd name="T48" fmla="*/ 77 w 95"/>
                  <a:gd name="T49" fmla="*/ 42 h 90"/>
                  <a:gd name="T50" fmla="*/ 55 w 95"/>
                  <a:gd name="T51" fmla="*/ 28 h 90"/>
                  <a:gd name="T52" fmla="*/ 47 w 95"/>
                  <a:gd name="T53" fmla="*/ 12 h 90"/>
                  <a:gd name="T54" fmla="*/ 58 w 95"/>
                  <a:gd name="T55" fmla="*/ 6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5" h="90">
                    <a:moveTo>
                      <a:pt x="58" y="6"/>
                    </a:moveTo>
                    <a:cubicBezTo>
                      <a:pt x="58" y="6"/>
                      <a:pt x="20" y="3"/>
                      <a:pt x="15" y="2"/>
                    </a:cubicBezTo>
                    <a:cubicBezTo>
                      <a:pt x="10" y="1"/>
                      <a:pt x="8" y="0"/>
                      <a:pt x="8" y="0"/>
                    </a:cubicBezTo>
                    <a:cubicBezTo>
                      <a:pt x="8" y="0"/>
                      <a:pt x="3" y="1"/>
                      <a:pt x="3" y="9"/>
                    </a:cubicBezTo>
                    <a:cubicBezTo>
                      <a:pt x="3" y="9"/>
                      <a:pt x="0" y="11"/>
                      <a:pt x="8" y="11"/>
                    </a:cubicBezTo>
                    <a:cubicBezTo>
                      <a:pt x="16" y="10"/>
                      <a:pt x="36" y="10"/>
                      <a:pt x="37" y="11"/>
                    </a:cubicBezTo>
                    <a:cubicBezTo>
                      <a:pt x="38" y="12"/>
                      <a:pt x="56" y="41"/>
                      <a:pt x="57" y="45"/>
                    </a:cubicBezTo>
                    <a:cubicBezTo>
                      <a:pt x="59" y="48"/>
                      <a:pt x="62" y="60"/>
                      <a:pt x="61" y="64"/>
                    </a:cubicBezTo>
                    <a:cubicBezTo>
                      <a:pt x="59" y="68"/>
                      <a:pt x="54" y="69"/>
                      <a:pt x="53" y="66"/>
                    </a:cubicBezTo>
                    <a:cubicBezTo>
                      <a:pt x="53" y="66"/>
                      <a:pt x="44" y="66"/>
                      <a:pt x="48" y="76"/>
                    </a:cubicBezTo>
                    <a:cubicBezTo>
                      <a:pt x="51" y="85"/>
                      <a:pt x="56" y="90"/>
                      <a:pt x="63" y="81"/>
                    </a:cubicBezTo>
                    <a:cubicBezTo>
                      <a:pt x="70" y="72"/>
                      <a:pt x="70" y="68"/>
                      <a:pt x="70" y="68"/>
                    </a:cubicBezTo>
                    <a:cubicBezTo>
                      <a:pt x="66" y="47"/>
                      <a:pt x="66" y="47"/>
                      <a:pt x="66" y="47"/>
                    </a:cubicBezTo>
                    <a:cubicBezTo>
                      <a:pt x="66" y="47"/>
                      <a:pt x="81" y="56"/>
                      <a:pt x="86" y="55"/>
                    </a:cubicBezTo>
                    <a:cubicBezTo>
                      <a:pt x="91" y="55"/>
                      <a:pt x="95" y="47"/>
                      <a:pt x="89" y="39"/>
                    </a:cubicBezTo>
                    <a:cubicBezTo>
                      <a:pt x="82" y="34"/>
                      <a:pt x="82" y="34"/>
                      <a:pt x="82" y="34"/>
                    </a:cubicBezTo>
                    <a:cubicBezTo>
                      <a:pt x="82" y="34"/>
                      <a:pt x="85" y="28"/>
                      <a:pt x="74" y="19"/>
                    </a:cubicBezTo>
                    <a:cubicBezTo>
                      <a:pt x="74" y="19"/>
                      <a:pt x="74" y="15"/>
                      <a:pt x="76" y="14"/>
                    </a:cubicBezTo>
                    <a:cubicBezTo>
                      <a:pt x="76" y="14"/>
                      <a:pt x="69" y="12"/>
                      <a:pt x="66" y="17"/>
                    </a:cubicBezTo>
                    <a:cubicBezTo>
                      <a:pt x="62" y="23"/>
                      <a:pt x="66" y="25"/>
                      <a:pt x="69" y="24"/>
                    </a:cubicBezTo>
                    <a:cubicBezTo>
                      <a:pt x="73" y="23"/>
                      <a:pt x="83" y="26"/>
                      <a:pt x="75" y="30"/>
                    </a:cubicBezTo>
                    <a:cubicBezTo>
                      <a:pt x="75" y="38"/>
                      <a:pt x="75" y="38"/>
                      <a:pt x="75" y="38"/>
                    </a:cubicBezTo>
                    <a:cubicBezTo>
                      <a:pt x="75" y="38"/>
                      <a:pt x="82" y="38"/>
                      <a:pt x="84" y="39"/>
                    </a:cubicBezTo>
                    <a:cubicBezTo>
                      <a:pt x="86" y="41"/>
                      <a:pt x="89" y="43"/>
                      <a:pt x="88" y="45"/>
                    </a:cubicBezTo>
                    <a:cubicBezTo>
                      <a:pt x="87" y="47"/>
                      <a:pt x="83" y="45"/>
                      <a:pt x="77" y="42"/>
                    </a:cubicBezTo>
                    <a:cubicBezTo>
                      <a:pt x="72" y="39"/>
                      <a:pt x="59" y="33"/>
                      <a:pt x="55" y="28"/>
                    </a:cubicBezTo>
                    <a:cubicBezTo>
                      <a:pt x="51" y="22"/>
                      <a:pt x="47" y="12"/>
                      <a:pt x="47" y="12"/>
                    </a:cubicBezTo>
                    <a:cubicBezTo>
                      <a:pt x="47" y="12"/>
                      <a:pt x="57" y="15"/>
                      <a:pt x="58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任意多边形: 形状 90"/>
              <p:cNvSpPr/>
              <p:nvPr/>
            </p:nvSpPr>
            <p:spPr bwMode="auto">
              <a:xfrm>
                <a:off x="2917826" y="2203451"/>
                <a:ext cx="117475" cy="85725"/>
              </a:xfrm>
              <a:custGeom>
                <a:avLst/>
                <a:gdLst>
                  <a:gd name="T0" fmla="*/ 60 w 76"/>
                  <a:gd name="T1" fmla="*/ 0 h 56"/>
                  <a:gd name="T2" fmla="*/ 60 w 76"/>
                  <a:gd name="T3" fmla="*/ 3 h 56"/>
                  <a:gd name="T4" fmla="*/ 63 w 76"/>
                  <a:gd name="T5" fmla="*/ 9 h 56"/>
                  <a:gd name="T6" fmla="*/ 71 w 76"/>
                  <a:gd name="T7" fmla="*/ 23 h 56"/>
                  <a:gd name="T8" fmla="*/ 71 w 76"/>
                  <a:gd name="T9" fmla="*/ 36 h 56"/>
                  <a:gd name="T10" fmla="*/ 60 w 76"/>
                  <a:gd name="T11" fmla="*/ 34 h 56"/>
                  <a:gd name="T12" fmla="*/ 56 w 76"/>
                  <a:gd name="T13" fmla="*/ 34 h 56"/>
                  <a:gd name="T14" fmla="*/ 56 w 76"/>
                  <a:gd name="T15" fmla="*/ 52 h 56"/>
                  <a:gd name="T16" fmla="*/ 47 w 76"/>
                  <a:gd name="T17" fmla="*/ 54 h 56"/>
                  <a:gd name="T18" fmla="*/ 45 w 76"/>
                  <a:gd name="T19" fmla="*/ 40 h 56"/>
                  <a:gd name="T20" fmla="*/ 41 w 76"/>
                  <a:gd name="T21" fmla="*/ 38 h 56"/>
                  <a:gd name="T22" fmla="*/ 5 w 76"/>
                  <a:gd name="T23" fmla="*/ 36 h 56"/>
                  <a:gd name="T24" fmla="*/ 25 w 76"/>
                  <a:gd name="T25" fmla="*/ 9 h 56"/>
                  <a:gd name="T26" fmla="*/ 21 w 76"/>
                  <a:gd name="T27" fmla="*/ 29 h 56"/>
                  <a:gd name="T28" fmla="*/ 40 w 76"/>
                  <a:gd name="T29" fmla="*/ 30 h 56"/>
                  <a:gd name="T30" fmla="*/ 32 w 76"/>
                  <a:gd name="T31" fmla="*/ 14 h 56"/>
                  <a:gd name="T32" fmla="*/ 41 w 76"/>
                  <a:gd name="T33" fmla="*/ 3 h 56"/>
                  <a:gd name="T34" fmla="*/ 45 w 76"/>
                  <a:gd name="T35" fmla="*/ 10 h 56"/>
                  <a:gd name="T36" fmla="*/ 48 w 76"/>
                  <a:gd name="T37" fmla="*/ 19 h 56"/>
                  <a:gd name="T38" fmla="*/ 50 w 76"/>
                  <a:gd name="T39" fmla="*/ 23 h 56"/>
                  <a:gd name="T40" fmla="*/ 58 w 76"/>
                  <a:gd name="T41" fmla="*/ 22 h 56"/>
                  <a:gd name="T42" fmla="*/ 63 w 76"/>
                  <a:gd name="T43" fmla="*/ 20 h 56"/>
                  <a:gd name="T44" fmla="*/ 53 w 76"/>
                  <a:gd name="T45" fmla="*/ 9 h 56"/>
                  <a:gd name="T46" fmla="*/ 60 w 76"/>
                  <a:gd name="T4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6" h="56">
                    <a:moveTo>
                      <a:pt x="60" y="0"/>
                    </a:moveTo>
                    <a:cubicBezTo>
                      <a:pt x="60" y="0"/>
                      <a:pt x="60" y="1"/>
                      <a:pt x="60" y="3"/>
                    </a:cubicBezTo>
                    <a:cubicBezTo>
                      <a:pt x="59" y="5"/>
                      <a:pt x="61" y="8"/>
                      <a:pt x="63" y="9"/>
                    </a:cubicBezTo>
                    <a:cubicBezTo>
                      <a:pt x="64" y="11"/>
                      <a:pt x="70" y="20"/>
                      <a:pt x="71" y="23"/>
                    </a:cubicBezTo>
                    <a:cubicBezTo>
                      <a:pt x="72" y="25"/>
                      <a:pt x="76" y="33"/>
                      <a:pt x="71" y="36"/>
                    </a:cubicBezTo>
                    <a:cubicBezTo>
                      <a:pt x="66" y="40"/>
                      <a:pt x="61" y="35"/>
                      <a:pt x="60" y="34"/>
                    </a:cubicBezTo>
                    <a:cubicBezTo>
                      <a:pt x="58" y="33"/>
                      <a:pt x="56" y="34"/>
                      <a:pt x="56" y="34"/>
                    </a:cubicBezTo>
                    <a:cubicBezTo>
                      <a:pt x="56" y="34"/>
                      <a:pt x="59" y="48"/>
                      <a:pt x="56" y="52"/>
                    </a:cubicBezTo>
                    <a:cubicBezTo>
                      <a:pt x="56" y="52"/>
                      <a:pt x="51" y="56"/>
                      <a:pt x="47" y="54"/>
                    </a:cubicBezTo>
                    <a:cubicBezTo>
                      <a:pt x="43" y="51"/>
                      <a:pt x="46" y="42"/>
                      <a:pt x="45" y="40"/>
                    </a:cubicBezTo>
                    <a:cubicBezTo>
                      <a:pt x="44" y="39"/>
                      <a:pt x="44" y="38"/>
                      <a:pt x="41" y="38"/>
                    </a:cubicBezTo>
                    <a:cubicBezTo>
                      <a:pt x="38" y="39"/>
                      <a:pt x="11" y="44"/>
                      <a:pt x="5" y="36"/>
                    </a:cubicBezTo>
                    <a:cubicBezTo>
                      <a:pt x="0" y="28"/>
                      <a:pt x="16" y="10"/>
                      <a:pt x="25" y="9"/>
                    </a:cubicBezTo>
                    <a:cubicBezTo>
                      <a:pt x="25" y="9"/>
                      <a:pt x="18" y="24"/>
                      <a:pt x="21" y="29"/>
                    </a:cubicBezTo>
                    <a:cubicBezTo>
                      <a:pt x="24" y="34"/>
                      <a:pt x="39" y="30"/>
                      <a:pt x="40" y="30"/>
                    </a:cubicBezTo>
                    <a:cubicBezTo>
                      <a:pt x="41" y="30"/>
                      <a:pt x="32" y="17"/>
                      <a:pt x="32" y="14"/>
                    </a:cubicBezTo>
                    <a:cubicBezTo>
                      <a:pt x="31" y="12"/>
                      <a:pt x="38" y="4"/>
                      <a:pt x="41" y="3"/>
                    </a:cubicBezTo>
                    <a:cubicBezTo>
                      <a:pt x="45" y="2"/>
                      <a:pt x="47" y="6"/>
                      <a:pt x="45" y="10"/>
                    </a:cubicBezTo>
                    <a:cubicBezTo>
                      <a:pt x="44" y="14"/>
                      <a:pt x="48" y="19"/>
                      <a:pt x="48" y="19"/>
                    </a:cubicBezTo>
                    <a:cubicBezTo>
                      <a:pt x="49" y="20"/>
                      <a:pt x="50" y="22"/>
                      <a:pt x="50" y="23"/>
                    </a:cubicBezTo>
                    <a:cubicBezTo>
                      <a:pt x="51" y="23"/>
                      <a:pt x="57" y="22"/>
                      <a:pt x="58" y="22"/>
                    </a:cubicBezTo>
                    <a:cubicBezTo>
                      <a:pt x="58" y="22"/>
                      <a:pt x="72" y="30"/>
                      <a:pt x="63" y="20"/>
                    </a:cubicBezTo>
                    <a:cubicBezTo>
                      <a:pt x="54" y="9"/>
                      <a:pt x="53" y="10"/>
                      <a:pt x="53" y="9"/>
                    </a:cubicBezTo>
                    <a:cubicBezTo>
                      <a:pt x="53" y="8"/>
                      <a:pt x="54" y="2"/>
                      <a:pt x="6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07" name="文本占位符 106"/>
          <p:cNvSpPr>
            <a:spLocks noGrp="1"/>
          </p:cNvSpPr>
          <p:nvPr>
            <p:ph type="body" sz="quarter" idx="12"/>
          </p:nvPr>
        </p:nvSpPr>
        <p:spPr>
          <a:xfrm>
            <a:off x="534365" y="2937547"/>
            <a:ext cx="6387136" cy="391944"/>
          </a:xfrm>
          <a:prstGeom prst="rect">
            <a:avLst/>
          </a:prstGeom>
        </p:spPr>
        <p:txBody>
          <a:bodyPr lIns="108000"/>
          <a:lstStyle>
            <a:lvl1pPr marL="0" indent="0">
              <a:buNone/>
              <a:defRPr sz="1600" b="0">
                <a:latin typeface="+mn-lt"/>
                <a:ea typeface="+mj-ea"/>
              </a:defRPr>
            </a:lvl1pPr>
            <a:lvl2pPr>
              <a:defRPr sz="4000" b="1"/>
            </a:lvl2pPr>
            <a:lvl3pPr>
              <a:defRPr sz="4000" b="1"/>
            </a:lvl3pPr>
            <a:lvl4pPr>
              <a:defRPr sz="4000" b="1"/>
            </a:lvl4pPr>
            <a:lvl5pPr>
              <a:defRPr sz="4000" b="1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8" name="文本占位符 107"/>
          <p:cNvSpPr>
            <a:spLocks noGrp="1"/>
          </p:cNvSpPr>
          <p:nvPr>
            <p:ph type="body" sz="quarter" idx="13"/>
          </p:nvPr>
        </p:nvSpPr>
        <p:spPr>
          <a:xfrm>
            <a:off x="534365" y="4595854"/>
            <a:ext cx="3251797" cy="3007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  <a:ea typeface="+mj-ea"/>
              </a:defRPr>
            </a:lvl1pPr>
            <a:lvl2pPr>
              <a:defRPr sz="4000" b="1"/>
            </a:lvl2pPr>
            <a:lvl3pPr>
              <a:defRPr sz="4000" b="1"/>
            </a:lvl3pPr>
            <a:lvl4pPr>
              <a:defRPr sz="4000" b="1"/>
            </a:lvl4pPr>
            <a:lvl5pPr>
              <a:defRPr sz="4000" b="1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9" name="文本占位符 108"/>
          <p:cNvSpPr>
            <a:spLocks noGrp="1"/>
          </p:cNvSpPr>
          <p:nvPr>
            <p:ph type="body" sz="quarter" idx="14"/>
          </p:nvPr>
        </p:nvSpPr>
        <p:spPr>
          <a:xfrm>
            <a:off x="534365" y="4961955"/>
            <a:ext cx="2750211" cy="3919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+mn-lt"/>
                <a:ea typeface="+mj-ea"/>
              </a:defRPr>
            </a:lvl1pPr>
            <a:lvl2pPr>
              <a:defRPr sz="4000" b="1"/>
            </a:lvl2pPr>
            <a:lvl3pPr>
              <a:defRPr sz="4000" b="1"/>
            </a:lvl3pPr>
            <a:lvl4pPr>
              <a:defRPr sz="4000" b="1"/>
            </a:lvl4pPr>
            <a:lvl5pPr>
              <a:defRPr sz="4000" b="1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365" y="2126388"/>
            <a:ext cx="7213600" cy="693639"/>
          </a:xfrm>
        </p:spPr>
        <p:txBody>
          <a:bodyPr/>
          <a:lstStyle>
            <a:lvl1pPr>
              <a:defRPr lang="zh-CN" altLang="en-US" sz="4000" dirty="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任意多边形: 形状 103"/>
          <p:cNvSpPr/>
          <p:nvPr userDrawn="1"/>
        </p:nvSpPr>
        <p:spPr>
          <a:xfrm>
            <a:off x="0" y="-25399"/>
            <a:ext cx="12192000" cy="6883399"/>
          </a:xfrm>
          <a:custGeom>
            <a:avLst/>
            <a:gdLst>
              <a:gd name="connsiteX0" fmla="*/ 3412423 w 12192000"/>
              <a:gd name="connsiteY0" fmla="*/ 0 h 6883399"/>
              <a:gd name="connsiteX1" fmla="*/ 12192000 w 12192000"/>
              <a:gd name="connsiteY1" fmla="*/ 0 h 6883399"/>
              <a:gd name="connsiteX2" fmla="*/ 12192000 w 12192000"/>
              <a:gd name="connsiteY2" fmla="*/ 6773366 h 6883399"/>
              <a:gd name="connsiteX3" fmla="*/ 12075021 w 12192000"/>
              <a:gd name="connsiteY3" fmla="*/ 6883399 h 6883399"/>
              <a:gd name="connsiteX4" fmla="*/ 0 w 12192000"/>
              <a:gd name="connsiteY4" fmla="*/ 6883399 h 6883399"/>
              <a:gd name="connsiteX5" fmla="*/ 0 w 12192000"/>
              <a:gd name="connsiteY5" fmla="*/ 3209819 h 6883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83399">
                <a:moveTo>
                  <a:pt x="3412423" y="0"/>
                </a:moveTo>
                <a:lnTo>
                  <a:pt x="12192000" y="0"/>
                </a:lnTo>
                <a:lnTo>
                  <a:pt x="12192000" y="6773366"/>
                </a:lnTo>
                <a:lnTo>
                  <a:pt x="12075021" y="6883399"/>
                </a:lnTo>
                <a:lnTo>
                  <a:pt x="0" y="6883399"/>
                </a:lnTo>
                <a:lnTo>
                  <a:pt x="0" y="32098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5" name="任意多边形: 形状 104"/>
          <p:cNvSpPr/>
          <p:nvPr userDrawn="1"/>
        </p:nvSpPr>
        <p:spPr>
          <a:xfrm>
            <a:off x="1" y="-25399"/>
            <a:ext cx="3114469" cy="3018628"/>
          </a:xfrm>
          <a:custGeom>
            <a:avLst/>
            <a:gdLst>
              <a:gd name="connsiteX0" fmla="*/ 2755166 w 3114469"/>
              <a:gd name="connsiteY0" fmla="*/ 0 h 3018628"/>
              <a:gd name="connsiteX1" fmla="*/ 3114469 w 3114469"/>
              <a:gd name="connsiteY1" fmla="*/ 0 h 3018628"/>
              <a:gd name="connsiteX2" fmla="*/ 0 w 3114469"/>
              <a:gd name="connsiteY2" fmla="*/ 3018628 h 3018628"/>
              <a:gd name="connsiteX3" fmla="*/ 0 w 3114469"/>
              <a:gd name="connsiteY3" fmla="*/ 2670382 h 3018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4469" h="3018628">
                <a:moveTo>
                  <a:pt x="2755166" y="0"/>
                </a:moveTo>
                <a:lnTo>
                  <a:pt x="3114469" y="0"/>
                </a:lnTo>
                <a:lnTo>
                  <a:pt x="0" y="3018628"/>
                </a:lnTo>
                <a:lnTo>
                  <a:pt x="0" y="26703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6" name="任意多边形: 形状 105"/>
          <p:cNvSpPr/>
          <p:nvPr userDrawn="1"/>
        </p:nvSpPr>
        <p:spPr>
          <a:xfrm rot="13500000" flipH="1">
            <a:off x="-81476" y="6002860"/>
            <a:ext cx="1837891" cy="1402204"/>
          </a:xfrm>
          <a:custGeom>
            <a:avLst/>
            <a:gdLst>
              <a:gd name="connsiteX0" fmla="*/ 0 w 1837891"/>
              <a:gd name="connsiteY0" fmla="*/ 1402204 h 1402204"/>
              <a:gd name="connsiteX1" fmla="*/ 1837891 w 1837891"/>
              <a:gd name="connsiteY1" fmla="*/ 1402204 h 1402204"/>
              <a:gd name="connsiteX2" fmla="*/ 435687 w 1837891"/>
              <a:gd name="connsiteY2" fmla="*/ 0 h 1402204"/>
              <a:gd name="connsiteX3" fmla="*/ 0 w 1837891"/>
              <a:gd name="connsiteY3" fmla="*/ 435687 h 140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7891" h="1402204">
                <a:moveTo>
                  <a:pt x="0" y="1402204"/>
                </a:moveTo>
                <a:lnTo>
                  <a:pt x="1837891" y="1402204"/>
                </a:lnTo>
                <a:lnTo>
                  <a:pt x="435687" y="0"/>
                </a:lnTo>
                <a:lnTo>
                  <a:pt x="0" y="435687"/>
                </a:lnTo>
                <a:close/>
              </a:path>
            </a:pathLst>
          </a:custGeom>
          <a:solidFill>
            <a:schemeClr val="tx1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7" name="组合 106"/>
          <p:cNvGrpSpPr/>
          <p:nvPr userDrawn="1"/>
        </p:nvGrpSpPr>
        <p:grpSpPr>
          <a:xfrm>
            <a:off x="380933" y="306828"/>
            <a:ext cx="852375" cy="855214"/>
            <a:chOff x="1727201" y="1657351"/>
            <a:chExt cx="1430338" cy="1435100"/>
          </a:xfrm>
          <a:solidFill>
            <a:schemeClr val="accent1"/>
          </a:solidFill>
        </p:grpSpPr>
        <p:sp>
          <p:nvSpPr>
            <p:cNvPr id="108" name="任意多边形: 形状 107"/>
            <p:cNvSpPr>
              <a:spLocks noEditPoints="1"/>
            </p:cNvSpPr>
            <p:nvPr/>
          </p:nvSpPr>
          <p:spPr bwMode="auto">
            <a:xfrm>
              <a:off x="1982788" y="1912938"/>
              <a:ext cx="920750" cy="923925"/>
            </a:xfrm>
            <a:custGeom>
              <a:avLst/>
              <a:gdLst>
                <a:gd name="T0" fmla="*/ 300 w 599"/>
                <a:gd name="T1" fmla="*/ 599 h 599"/>
                <a:gd name="T2" fmla="*/ 0 w 599"/>
                <a:gd name="T3" fmla="*/ 300 h 599"/>
                <a:gd name="T4" fmla="*/ 300 w 599"/>
                <a:gd name="T5" fmla="*/ 0 h 599"/>
                <a:gd name="T6" fmla="*/ 599 w 599"/>
                <a:gd name="T7" fmla="*/ 300 h 599"/>
                <a:gd name="T8" fmla="*/ 300 w 599"/>
                <a:gd name="T9" fmla="*/ 599 h 599"/>
                <a:gd name="T10" fmla="*/ 300 w 599"/>
                <a:gd name="T11" fmla="*/ 6 h 599"/>
                <a:gd name="T12" fmla="*/ 6 w 599"/>
                <a:gd name="T13" fmla="*/ 300 h 599"/>
                <a:gd name="T14" fmla="*/ 300 w 599"/>
                <a:gd name="T15" fmla="*/ 593 h 599"/>
                <a:gd name="T16" fmla="*/ 593 w 599"/>
                <a:gd name="T17" fmla="*/ 300 h 599"/>
                <a:gd name="T18" fmla="*/ 300 w 599"/>
                <a:gd name="T19" fmla="*/ 6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9" h="599">
                  <a:moveTo>
                    <a:pt x="300" y="599"/>
                  </a:moveTo>
                  <a:cubicBezTo>
                    <a:pt x="135" y="599"/>
                    <a:pt x="0" y="464"/>
                    <a:pt x="0" y="300"/>
                  </a:cubicBezTo>
                  <a:cubicBezTo>
                    <a:pt x="0" y="135"/>
                    <a:pt x="135" y="0"/>
                    <a:pt x="300" y="0"/>
                  </a:cubicBezTo>
                  <a:cubicBezTo>
                    <a:pt x="464" y="0"/>
                    <a:pt x="599" y="135"/>
                    <a:pt x="599" y="300"/>
                  </a:cubicBezTo>
                  <a:cubicBezTo>
                    <a:pt x="599" y="464"/>
                    <a:pt x="464" y="599"/>
                    <a:pt x="300" y="599"/>
                  </a:cubicBezTo>
                  <a:close/>
                  <a:moveTo>
                    <a:pt x="300" y="6"/>
                  </a:moveTo>
                  <a:cubicBezTo>
                    <a:pt x="138" y="6"/>
                    <a:pt x="6" y="138"/>
                    <a:pt x="6" y="300"/>
                  </a:cubicBezTo>
                  <a:cubicBezTo>
                    <a:pt x="6" y="461"/>
                    <a:pt x="138" y="593"/>
                    <a:pt x="300" y="593"/>
                  </a:cubicBezTo>
                  <a:cubicBezTo>
                    <a:pt x="461" y="593"/>
                    <a:pt x="593" y="461"/>
                    <a:pt x="593" y="300"/>
                  </a:cubicBezTo>
                  <a:cubicBezTo>
                    <a:pt x="593" y="138"/>
                    <a:pt x="461" y="6"/>
                    <a:pt x="30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>
              <a:spLocks noEditPoints="1"/>
            </p:cNvSpPr>
            <p:nvPr/>
          </p:nvSpPr>
          <p:spPr bwMode="auto">
            <a:xfrm>
              <a:off x="1727201" y="1657351"/>
              <a:ext cx="1430338" cy="1435100"/>
            </a:xfrm>
            <a:custGeom>
              <a:avLst/>
              <a:gdLst>
                <a:gd name="T0" fmla="*/ 466 w 931"/>
                <a:gd name="T1" fmla="*/ 931 h 931"/>
                <a:gd name="T2" fmla="*/ 0 w 931"/>
                <a:gd name="T3" fmla="*/ 466 h 931"/>
                <a:gd name="T4" fmla="*/ 466 w 931"/>
                <a:gd name="T5" fmla="*/ 0 h 931"/>
                <a:gd name="T6" fmla="*/ 931 w 931"/>
                <a:gd name="T7" fmla="*/ 466 h 931"/>
                <a:gd name="T8" fmla="*/ 466 w 931"/>
                <a:gd name="T9" fmla="*/ 931 h 931"/>
                <a:gd name="T10" fmla="*/ 466 w 931"/>
                <a:gd name="T11" fmla="*/ 8 h 931"/>
                <a:gd name="T12" fmla="*/ 8 w 931"/>
                <a:gd name="T13" fmla="*/ 466 h 931"/>
                <a:gd name="T14" fmla="*/ 466 w 931"/>
                <a:gd name="T15" fmla="*/ 923 h 931"/>
                <a:gd name="T16" fmla="*/ 923 w 931"/>
                <a:gd name="T17" fmla="*/ 466 h 931"/>
                <a:gd name="T18" fmla="*/ 466 w 931"/>
                <a:gd name="T19" fmla="*/ 8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1" h="931">
                  <a:moveTo>
                    <a:pt x="466" y="931"/>
                  </a:moveTo>
                  <a:cubicBezTo>
                    <a:pt x="209" y="931"/>
                    <a:pt x="0" y="722"/>
                    <a:pt x="0" y="466"/>
                  </a:cubicBezTo>
                  <a:cubicBezTo>
                    <a:pt x="0" y="209"/>
                    <a:pt x="209" y="0"/>
                    <a:pt x="466" y="0"/>
                  </a:cubicBezTo>
                  <a:cubicBezTo>
                    <a:pt x="722" y="0"/>
                    <a:pt x="931" y="209"/>
                    <a:pt x="931" y="466"/>
                  </a:cubicBezTo>
                  <a:cubicBezTo>
                    <a:pt x="931" y="722"/>
                    <a:pt x="722" y="931"/>
                    <a:pt x="466" y="931"/>
                  </a:cubicBezTo>
                  <a:close/>
                  <a:moveTo>
                    <a:pt x="466" y="8"/>
                  </a:moveTo>
                  <a:cubicBezTo>
                    <a:pt x="213" y="8"/>
                    <a:pt x="8" y="213"/>
                    <a:pt x="8" y="466"/>
                  </a:cubicBezTo>
                  <a:cubicBezTo>
                    <a:pt x="8" y="718"/>
                    <a:pt x="213" y="923"/>
                    <a:pt x="466" y="923"/>
                  </a:cubicBezTo>
                  <a:cubicBezTo>
                    <a:pt x="718" y="923"/>
                    <a:pt x="923" y="718"/>
                    <a:pt x="923" y="466"/>
                  </a:cubicBezTo>
                  <a:cubicBezTo>
                    <a:pt x="923" y="213"/>
                    <a:pt x="718" y="8"/>
                    <a:pt x="46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 bwMode="auto">
            <a:xfrm>
              <a:off x="1831976" y="2405063"/>
              <a:ext cx="52388" cy="49213"/>
            </a:xfrm>
            <a:custGeom>
              <a:avLst/>
              <a:gdLst>
                <a:gd name="T0" fmla="*/ 12 w 34"/>
                <a:gd name="T1" fmla="*/ 17 h 32"/>
                <a:gd name="T2" fmla="*/ 18 w 34"/>
                <a:gd name="T3" fmla="*/ 16 h 32"/>
                <a:gd name="T4" fmla="*/ 19 w 34"/>
                <a:gd name="T5" fmla="*/ 30 h 32"/>
                <a:gd name="T6" fmla="*/ 6 w 34"/>
                <a:gd name="T7" fmla="*/ 32 h 32"/>
                <a:gd name="T8" fmla="*/ 2 w 34"/>
                <a:gd name="T9" fmla="*/ 26 h 32"/>
                <a:gd name="T10" fmla="*/ 0 w 34"/>
                <a:gd name="T11" fmla="*/ 18 h 32"/>
                <a:gd name="T12" fmla="*/ 1 w 34"/>
                <a:gd name="T13" fmla="*/ 9 h 32"/>
                <a:gd name="T14" fmla="*/ 7 w 34"/>
                <a:gd name="T15" fmla="*/ 3 h 32"/>
                <a:gd name="T16" fmla="*/ 15 w 34"/>
                <a:gd name="T17" fmla="*/ 0 h 32"/>
                <a:gd name="T18" fmla="*/ 25 w 34"/>
                <a:gd name="T19" fmla="*/ 1 h 32"/>
                <a:gd name="T20" fmla="*/ 31 w 34"/>
                <a:gd name="T21" fmla="*/ 7 h 32"/>
                <a:gd name="T22" fmla="*/ 34 w 34"/>
                <a:gd name="T23" fmla="*/ 15 h 32"/>
                <a:gd name="T24" fmla="*/ 32 w 34"/>
                <a:gd name="T25" fmla="*/ 24 h 32"/>
                <a:gd name="T26" fmla="*/ 25 w 34"/>
                <a:gd name="T27" fmla="*/ 29 h 32"/>
                <a:gd name="T28" fmla="*/ 23 w 34"/>
                <a:gd name="T29" fmla="*/ 23 h 32"/>
                <a:gd name="T30" fmla="*/ 27 w 34"/>
                <a:gd name="T31" fmla="*/ 20 h 32"/>
                <a:gd name="T32" fmla="*/ 28 w 34"/>
                <a:gd name="T33" fmla="*/ 15 h 32"/>
                <a:gd name="T34" fmla="*/ 25 w 34"/>
                <a:gd name="T35" fmla="*/ 8 h 32"/>
                <a:gd name="T36" fmla="*/ 16 w 34"/>
                <a:gd name="T37" fmla="*/ 7 h 32"/>
                <a:gd name="T38" fmla="*/ 8 w 34"/>
                <a:gd name="T39" fmla="*/ 10 h 32"/>
                <a:gd name="T40" fmla="*/ 5 w 34"/>
                <a:gd name="T41" fmla="*/ 17 h 32"/>
                <a:gd name="T42" fmla="*/ 7 w 34"/>
                <a:gd name="T43" fmla="*/ 21 h 32"/>
                <a:gd name="T44" fmla="*/ 9 w 34"/>
                <a:gd name="T45" fmla="*/ 25 h 32"/>
                <a:gd name="T46" fmla="*/ 13 w 34"/>
                <a:gd name="T47" fmla="*/ 24 h 32"/>
                <a:gd name="T48" fmla="*/ 12 w 34"/>
                <a:gd name="T49" fmla="*/ 1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" h="32">
                  <a:moveTo>
                    <a:pt x="12" y="17"/>
                  </a:moveTo>
                  <a:cubicBezTo>
                    <a:pt x="18" y="16"/>
                    <a:pt x="18" y="16"/>
                    <a:pt x="18" y="16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5" y="30"/>
                    <a:pt x="3" y="28"/>
                    <a:pt x="2" y="26"/>
                  </a:cubicBezTo>
                  <a:cubicBezTo>
                    <a:pt x="1" y="23"/>
                    <a:pt x="0" y="21"/>
                    <a:pt x="0" y="18"/>
                  </a:cubicBezTo>
                  <a:cubicBezTo>
                    <a:pt x="0" y="15"/>
                    <a:pt x="0" y="12"/>
                    <a:pt x="1" y="9"/>
                  </a:cubicBezTo>
                  <a:cubicBezTo>
                    <a:pt x="2" y="6"/>
                    <a:pt x="4" y="4"/>
                    <a:pt x="7" y="3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0"/>
                    <a:pt x="25" y="1"/>
                  </a:cubicBezTo>
                  <a:cubicBezTo>
                    <a:pt x="27" y="2"/>
                    <a:pt x="30" y="4"/>
                    <a:pt x="31" y="7"/>
                  </a:cubicBezTo>
                  <a:cubicBezTo>
                    <a:pt x="33" y="9"/>
                    <a:pt x="33" y="11"/>
                    <a:pt x="34" y="15"/>
                  </a:cubicBezTo>
                  <a:cubicBezTo>
                    <a:pt x="34" y="19"/>
                    <a:pt x="33" y="22"/>
                    <a:pt x="32" y="24"/>
                  </a:cubicBezTo>
                  <a:cubicBezTo>
                    <a:pt x="30" y="27"/>
                    <a:pt x="28" y="28"/>
                    <a:pt x="25" y="29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5" y="22"/>
                    <a:pt x="26" y="21"/>
                    <a:pt x="27" y="20"/>
                  </a:cubicBezTo>
                  <a:cubicBezTo>
                    <a:pt x="28" y="19"/>
                    <a:pt x="28" y="17"/>
                    <a:pt x="28" y="15"/>
                  </a:cubicBezTo>
                  <a:cubicBezTo>
                    <a:pt x="28" y="12"/>
                    <a:pt x="27" y="10"/>
                    <a:pt x="25" y="8"/>
                  </a:cubicBezTo>
                  <a:cubicBezTo>
                    <a:pt x="23" y="7"/>
                    <a:pt x="20" y="6"/>
                    <a:pt x="16" y="7"/>
                  </a:cubicBezTo>
                  <a:cubicBezTo>
                    <a:pt x="12" y="7"/>
                    <a:pt x="10" y="8"/>
                    <a:pt x="8" y="10"/>
                  </a:cubicBezTo>
                  <a:cubicBezTo>
                    <a:pt x="6" y="12"/>
                    <a:pt x="5" y="14"/>
                    <a:pt x="5" y="17"/>
                  </a:cubicBezTo>
                  <a:cubicBezTo>
                    <a:pt x="6" y="18"/>
                    <a:pt x="6" y="20"/>
                    <a:pt x="7" y="21"/>
                  </a:cubicBezTo>
                  <a:cubicBezTo>
                    <a:pt x="7" y="23"/>
                    <a:pt x="8" y="24"/>
                    <a:pt x="9" y="25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2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 bwMode="auto">
            <a:xfrm>
              <a:off x="1838326" y="2457451"/>
              <a:ext cx="55563" cy="46038"/>
            </a:xfrm>
            <a:custGeom>
              <a:avLst/>
              <a:gdLst>
                <a:gd name="T0" fmla="*/ 31 w 36"/>
                <a:gd name="T1" fmla="*/ 0 h 30"/>
                <a:gd name="T2" fmla="*/ 32 w 36"/>
                <a:gd name="T3" fmla="*/ 7 h 30"/>
                <a:gd name="T4" fmla="*/ 15 w 36"/>
                <a:gd name="T5" fmla="*/ 10 h 30"/>
                <a:gd name="T6" fmla="*/ 10 w 36"/>
                <a:gd name="T7" fmla="*/ 11 h 30"/>
                <a:gd name="T8" fmla="*/ 7 w 36"/>
                <a:gd name="T9" fmla="*/ 14 h 30"/>
                <a:gd name="T10" fmla="*/ 6 w 36"/>
                <a:gd name="T11" fmla="*/ 18 h 30"/>
                <a:gd name="T12" fmla="*/ 8 w 36"/>
                <a:gd name="T13" fmla="*/ 22 h 30"/>
                <a:gd name="T14" fmla="*/ 11 w 36"/>
                <a:gd name="T15" fmla="*/ 24 h 30"/>
                <a:gd name="T16" fmla="*/ 17 w 36"/>
                <a:gd name="T17" fmla="*/ 23 h 30"/>
                <a:gd name="T18" fmla="*/ 35 w 36"/>
                <a:gd name="T19" fmla="*/ 20 h 30"/>
                <a:gd name="T20" fmla="*/ 36 w 36"/>
                <a:gd name="T21" fmla="*/ 26 h 30"/>
                <a:gd name="T22" fmla="*/ 19 w 36"/>
                <a:gd name="T23" fmla="*/ 29 h 30"/>
                <a:gd name="T24" fmla="*/ 11 w 36"/>
                <a:gd name="T25" fmla="*/ 30 h 30"/>
                <a:gd name="T26" fmla="*/ 6 w 36"/>
                <a:gd name="T27" fmla="*/ 29 h 30"/>
                <a:gd name="T28" fmla="*/ 3 w 36"/>
                <a:gd name="T29" fmla="*/ 26 h 30"/>
                <a:gd name="T30" fmla="*/ 1 w 36"/>
                <a:gd name="T31" fmla="*/ 20 h 30"/>
                <a:gd name="T32" fmla="*/ 1 w 36"/>
                <a:gd name="T33" fmla="*/ 12 h 30"/>
                <a:gd name="T34" fmla="*/ 3 w 36"/>
                <a:gd name="T35" fmla="*/ 8 h 30"/>
                <a:gd name="T36" fmla="*/ 6 w 36"/>
                <a:gd name="T37" fmla="*/ 6 h 30"/>
                <a:gd name="T38" fmla="*/ 14 w 36"/>
                <a:gd name="T39" fmla="*/ 3 h 30"/>
                <a:gd name="T40" fmla="*/ 31 w 36"/>
                <a:gd name="T4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30">
                  <a:moveTo>
                    <a:pt x="31" y="0"/>
                  </a:moveTo>
                  <a:cubicBezTo>
                    <a:pt x="32" y="7"/>
                    <a:pt x="32" y="7"/>
                    <a:pt x="32" y="7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2" y="11"/>
                    <a:pt x="10" y="11"/>
                    <a:pt x="10" y="11"/>
                  </a:cubicBezTo>
                  <a:cubicBezTo>
                    <a:pt x="8" y="12"/>
                    <a:pt x="7" y="13"/>
                    <a:pt x="7" y="14"/>
                  </a:cubicBezTo>
                  <a:cubicBezTo>
                    <a:pt x="6" y="15"/>
                    <a:pt x="6" y="17"/>
                    <a:pt x="6" y="18"/>
                  </a:cubicBezTo>
                  <a:cubicBezTo>
                    <a:pt x="7" y="20"/>
                    <a:pt x="7" y="22"/>
                    <a:pt x="8" y="22"/>
                  </a:cubicBezTo>
                  <a:cubicBezTo>
                    <a:pt x="9" y="23"/>
                    <a:pt x="10" y="24"/>
                    <a:pt x="11" y="24"/>
                  </a:cubicBezTo>
                  <a:cubicBezTo>
                    <a:pt x="12" y="24"/>
                    <a:pt x="14" y="23"/>
                    <a:pt x="17" y="23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5" y="30"/>
                    <a:pt x="12" y="30"/>
                    <a:pt x="11" y="30"/>
                  </a:cubicBezTo>
                  <a:cubicBezTo>
                    <a:pt x="9" y="30"/>
                    <a:pt x="7" y="30"/>
                    <a:pt x="6" y="29"/>
                  </a:cubicBezTo>
                  <a:cubicBezTo>
                    <a:pt x="5" y="28"/>
                    <a:pt x="4" y="27"/>
                    <a:pt x="3" y="26"/>
                  </a:cubicBezTo>
                  <a:cubicBezTo>
                    <a:pt x="2" y="24"/>
                    <a:pt x="1" y="22"/>
                    <a:pt x="1" y="20"/>
                  </a:cubicBezTo>
                  <a:cubicBezTo>
                    <a:pt x="0" y="16"/>
                    <a:pt x="0" y="14"/>
                    <a:pt x="1" y="12"/>
                  </a:cubicBezTo>
                  <a:cubicBezTo>
                    <a:pt x="1" y="11"/>
                    <a:pt x="2" y="9"/>
                    <a:pt x="3" y="8"/>
                  </a:cubicBezTo>
                  <a:cubicBezTo>
                    <a:pt x="4" y="7"/>
                    <a:pt x="5" y="6"/>
                    <a:pt x="6" y="6"/>
                  </a:cubicBezTo>
                  <a:cubicBezTo>
                    <a:pt x="8" y="5"/>
                    <a:pt x="10" y="4"/>
                    <a:pt x="14" y="3"/>
                  </a:cubicBez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任意多边形: 形状 111"/>
            <p:cNvSpPr/>
            <p:nvPr/>
          </p:nvSpPr>
          <p:spPr bwMode="auto">
            <a:xfrm>
              <a:off x="1847851" y="2506663"/>
              <a:ext cx="50800" cy="23813"/>
            </a:xfrm>
            <a:custGeom>
              <a:avLst/>
              <a:gdLst>
                <a:gd name="T0" fmla="*/ 0 w 32"/>
                <a:gd name="T1" fmla="*/ 8 h 15"/>
                <a:gd name="T2" fmla="*/ 31 w 32"/>
                <a:gd name="T3" fmla="*/ 0 h 15"/>
                <a:gd name="T4" fmla="*/ 32 w 32"/>
                <a:gd name="T5" fmla="*/ 7 h 15"/>
                <a:gd name="T6" fmla="*/ 1 w 32"/>
                <a:gd name="T7" fmla="*/ 15 h 15"/>
                <a:gd name="T8" fmla="*/ 0 w 32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5">
                  <a:moveTo>
                    <a:pt x="0" y="8"/>
                  </a:moveTo>
                  <a:lnTo>
                    <a:pt x="31" y="0"/>
                  </a:lnTo>
                  <a:lnTo>
                    <a:pt x="32" y="7"/>
                  </a:lnTo>
                  <a:lnTo>
                    <a:pt x="1" y="15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任意多边形: 形状 112"/>
            <p:cNvSpPr/>
            <p:nvPr/>
          </p:nvSpPr>
          <p:spPr bwMode="auto">
            <a:xfrm>
              <a:off x="1851026" y="2527301"/>
              <a:ext cx="50800" cy="47625"/>
            </a:xfrm>
            <a:custGeom>
              <a:avLst/>
              <a:gdLst>
                <a:gd name="T0" fmla="*/ 0 w 32"/>
                <a:gd name="T1" fmla="*/ 8 h 30"/>
                <a:gd name="T2" fmla="*/ 30 w 32"/>
                <a:gd name="T3" fmla="*/ 0 h 30"/>
                <a:gd name="T4" fmla="*/ 32 w 32"/>
                <a:gd name="T5" fmla="*/ 5 h 30"/>
                <a:gd name="T6" fmla="*/ 7 w 32"/>
                <a:gd name="T7" fmla="*/ 13 h 30"/>
                <a:gd name="T8" fmla="*/ 12 w 32"/>
                <a:gd name="T9" fmla="*/ 29 h 30"/>
                <a:gd name="T10" fmla="*/ 7 w 32"/>
                <a:gd name="T11" fmla="*/ 30 h 30"/>
                <a:gd name="T12" fmla="*/ 0 w 32"/>
                <a:gd name="T13" fmla="*/ 8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0">
                  <a:moveTo>
                    <a:pt x="0" y="8"/>
                  </a:moveTo>
                  <a:lnTo>
                    <a:pt x="30" y="0"/>
                  </a:lnTo>
                  <a:lnTo>
                    <a:pt x="32" y="5"/>
                  </a:lnTo>
                  <a:lnTo>
                    <a:pt x="7" y="13"/>
                  </a:lnTo>
                  <a:lnTo>
                    <a:pt x="12" y="29"/>
                  </a:lnTo>
                  <a:lnTo>
                    <a:pt x="7" y="3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 bwMode="auto">
            <a:xfrm>
              <a:off x="1865313" y="2566988"/>
              <a:ext cx="50800" cy="25400"/>
            </a:xfrm>
            <a:custGeom>
              <a:avLst/>
              <a:gdLst>
                <a:gd name="T0" fmla="*/ 0 w 32"/>
                <a:gd name="T1" fmla="*/ 11 h 16"/>
                <a:gd name="T2" fmla="*/ 30 w 32"/>
                <a:gd name="T3" fmla="*/ 0 h 16"/>
                <a:gd name="T4" fmla="*/ 32 w 32"/>
                <a:gd name="T5" fmla="*/ 6 h 16"/>
                <a:gd name="T6" fmla="*/ 2 w 32"/>
                <a:gd name="T7" fmla="*/ 16 h 16"/>
                <a:gd name="T8" fmla="*/ 0 w 32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6">
                  <a:moveTo>
                    <a:pt x="0" y="11"/>
                  </a:moveTo>
                  <a:lnTo>
                    <a:pt x="30" y="0"/>
                  </a:lnTo>
                  <a:lnTo>
                    <a:pt x="32" y="6"/>
                  </a:lnTo>
                  <a:lnTo>
                    <a:pt x="2" y="16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任意多边形: 形状 114"/>
            <p:cNvSpPr/>
            <p:nvPr/>
          </p:nvSpPr>
          <p:spPr bwMode="auto">
            <a:xfrm>
              <a:off x="1873251" y="2586038"/>
              <a:ext cx="63500" cy="55563"/>
            </a:xfrm>
            <a:custGeom>
              <a:avLst/>
              <a:gdLst>
                <a:gd name="T0" fmla="*/ 0 w 40"/>
                <a:gd name="T1" fmla="*/ 12 h 35"/>
                <a:gd name="T2" fmla="*/ 29 w 40"/>
                <a:gd name="T3" fmla="*/ 0 h 35"/>
                <a:gd name="T4" fmla="*/ 32 w 40"/>
                <a:gd name="T5" fmla="*/ 5 h 35"/>
                <a:gd name="T6" fmla="*/ 17 w 40"/>
                <a:gd name="T7" fmla="*/ 26 h 35"/>
                <a:gd name="T8" fmla="*/ 37 w 40"/>
                <a:gd name="T9" fmla="*/ 17 h 35"/>
                <a:gd name="T10" fmla="*/ 40 w 40"/>
                <a:gd name="T11" fmla="*/ 23 h 35"/>
                <a:gd name="T12" fmla="*/ 11 w 40"/>
                <a:gd name="T13" fmla="*/ 35 h 35"/>
                <a:gd name="T14" fmla="*/ 8 w 40"/>
                <a:gd name="T15" fmla="*/ 30 h 35"/>
                <a:gd name="T16" fmla="*/ 21 w 40"/>
                <a:gd name="T17" fmla="*/ 9 h 35"/>
                <a:gd name="T18" fmla="*/ 3 w 40"/>
                <a:gd name="T19" fmla="*/ 18 h 35"/>
                <a:gd name="T20" fmla="*/ 0 w 40"/>
                <a:gd name="T21" fmla="*/ 1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35">
                  <a:moveTo>
                    <a:pt x="0" y="12"/>
                  </a:moveTo>
                  <a:lnTo>
                    <a:pt x="29" y="0"/>
                  </a:lnTo>
                  <a:lnTo>
                    <a:pt x="32" y="5"/>
                  </a:lnTo>
                  <a:lnTo>
                    <a:pt x="17" y="26"/>
                  </a:lnTo>
                  <a:lnTo>
                    <a:pt x="37" y="17"/>
                  </a:lnTo>
                  <a:lnTo>
                    <a:pt x="40" y="23"/>
                  </a:lnTo>
                  <a:lnTo>
                    <a:pt x="11" y="35"/>
                  </a:lnTo>
                  <a:lnTo>
                    <a:pt x="8" y="30"/>
                  </a:lnTo>
                  <a:lnTo>
                    <a:pt x="21" y="9"/>
                  </a:lnTo>
                  <a:lnTo>
                    <a:pt x="3" y="18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任意多边形: 形状 115"/>
            <p:cNvSpPr/>
            <p:nvPr/>
          </p:nvSpPr>
          <p:spPr bwMode="auto">
            <a:xfrm>
              <a:off x="1914526" y="2654301"/>
              <a:ext cx="60325" cy="55563"/>
            </a:xfrm>
            <a:custGeom>
              <a:avLst/>
              <a:gdLst>
                <a:gd name="T0" fmla="*/ 25 w 39"/>
                <a:gd name="T1" fmla="*/ 0 h 36"/>
                <a:gd name="T2" fmla="*/ 28 w 39"/>
                <a:gd name="T3" fmla="*/ 6 h 36"/>
                <a:gd name="T4" fmla="*/ 13 w 39"/>
                <a:gd name="T5" fmla="*/ 15 h 36"/>
                <a:gd name="T6" fmla="*/ 9 w 39"/>
                <a:gd name="T7" fmla="*/ 18 h 36"/>
                <a:gd name="T8" fmla="*/ 7 w 39"/>
                <a:gd name="T9" fmla="*/ 22 h 36"/>
                <a:gd name="T10" fmla="*/ 8 w 39"/>
                <a:gd name="T11" fmla="*/ 26 h 36"/>
                <a:gd name="T12" fmla="*/ 11 w 39"/>
                <a:gd name="T13" fmla="*/ 29 h 36"/>
                <a:gd name="T14" fmla="*/ 15 w 39"/>
                <a:gd name="T15" fmla="*/ 29 h 36"/>
                <a:gd name="T16" fmla="*/ 20 w 39"/>
                <a:gd name="T17" fmla="*/ 26 h 36"/>
                <a:gd name="T18" fmla="*/ 35 w 39"/>
                <a:gd name="T19" fmla="*/ 17 h 36"/>
                <a:gd name="T20" fmla="*/ 39 w 39"/>
                <a:gd name="T21" fmla="*/ 23 h 36"/>
                <a:gd name="T22" fmla="*/ 24 w 39"/>
                <a:gd name="T23" fmla="*/ 32 h 36"/>
                <a:gd name="T24" fmla="*/ 16 w 39"/>
                <a:gd name="T25" fmla="*/ 35 h 36"/>
                <a:gd name="T26" fmla="*/ 12 w 39"/>
                <a:gd name="T27" fmla="*/ 36 h 36"/>
                <a:gd name="T28" fmla="*/ 8 w 39"/>
                <a:gd name="T29" fmla="*/ 34 h 36"/>
                <a:gd name="T30" fmla="*/ 3 w 39"/>
                <a:gd name="T31" fmla="*/ 29 h 36"/>
                <a:gd name="T32" fmla="*/ 1 w 39"/>
                <a:gd name="T33" fmla="*/ 23 h 36"/>
                <a:gd name="T34" fmla="*/ 1 w 39"/>
                <a:gd name="T35" fmla="*/ 18 h 36"/>
                <a:gd name="T36" fmla="*/ 3 w 39"/>
                <a:gd name="T37" fmla="*/ 14 h 36"/>
                <a:gd name="T38" fmla="*/ 10 w 39"/>
                <a:gd name="T39" fmla="*/ 9 h 36"/>
                <a:gd name="T40" fmla="*/ 25 w 39"/>
                <a:gd name="T4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6">
                  <a:moveTo>
                    <a:pt x="25" y="0"/>
                  </a:moveTo>
                  <a:cubicBezTo>
                    <a:pt x="28" y="6"/>
                    <a:pt x="28" y="6"/>
                    <a:pt x="28" y="6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1" y="17"/>
                    <a:pt x="9" y="18"/>
                    <a:pt x="9" y="18"/>
                  </a:cubicBezTo>
                  <a:cubicBezTo>
                    <a:pt x="8" y="19"/>
                    <a:pt x="7" y="20"/>
                    <a:pt x="7" y="22"/>
                  </a:cubicBezTo>
                  <a:cubicBezTo>
                    <a:pt x="7" y="23"/>
                    <a:pt x="7" y="24"/>
                    <a:pt x="8" y="26"/>
                  </a:cubicBezTo>
                  <a:cubicBezTo>
                    <a:pt x="9" y="28"/>
                    <a:pt x="10" y="29"/>
                    <a:pt x="11" y="29"/>
                  </a:cubicBezTo>
                  <a:cubicBezTo>
                    <a:pt x="12" y="29"/>
                    <a:pt x="14" y="29"/>
                    <a:pt x="15" y="29"/>
                  </a:cubicBezTo>
                  <a:cubicBezTo>
                    <a:pt x="16" y="29"/>
                    <a:pt x="17" y="28"/>
                    <a:pt x="20" y="26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0" y="34"/>
                    <a:pt x="18" y="35"/>
                    <a:pt x="16" y="35"/>
                  </a:cubicBezTo>
                  <a:cubicBezTo>
                    <a:pt x="15" y="36"/>
                    <a:pt x="13" y="36"/>
                    <a:pt x="12" y="36"/>
                  </a:cubicBezTo>
                  <a:cubicBezTo>
                    <a:pt x="10" y="36"/>
                    <a:pt x="9" y="35"/>
                    <a:pt x="8" y="34"/>
                  </a:cubicBezTo>
                  <a:cubicBezTo>
                    <a:pt x="6" y="33"/>
                    <a:pt x="5" y="31"/>
                    <a:pt x="3" y="29"/>
                  </a:cubicBezTo>
                  <a:cubicBezTo>
                    <a:pt x="2" y="27"/>
                    <a:pt x="1" y="24"/>
                    <a:pt x="1" y="23"/>
                  </a:cubicBezTo>
                  <a:cubicBezTo>
                    <a:pt x="0" y="21"/>
                    <a:pt x="0" y="19"/>
                    <a:pt x="1" y="18"/>
                  </a:cubicBezTo>
                  <a:cubicBezTo>
                    <a:pt x="1" y="16"/>
                    <a:pt x="2" y="15"/>
                    <a:pt x="3" y="14"/>
                  </a:cubicBezTo>
                  <a:cubicBezTo>
                    <a:pt x="4" y="13"/>
                    <a:pt x="7" y="11"/>
                    <a:pt x="10" y="9"/>
                  </a:cubicBez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 bwMode="auto">
            <a:xfrm>
              <a:off x="1938338" y="2695576"/>
              <a:ext cx="63500" cy="63500"/>
            </a:xfrm>
            <a:custGeom>
              <a:avLst/>
              <a:gdLst>
                <a:gd name="T0" fmla="*/ 0 w 40"/>
                <a:gd name="T1" fmla="*/ 20 h 40"/>
                <a:gd name="T2" fmla="*/ 26 w 40"/>
                <a:gd name="T3" fmla="*/ 0 h 40"/>
                <a:gd name="T4" fmla="*/ 30 w 40"/>
                <a:gd name="T5" fmla="*/ 6 h 40"/>
                <a:gd name="T6" fmla="*/ 20 w 40"/>
                <a:gd name="T7" fmla="*/ 29 h 40"/>
                <a:gd name="T8" fmla="*/ 37 w 40"/>
                <a:gd name="T9" fmla="*/ 16 h 40"/>
                <a:gd name="T10" fmla="*/ 40 w 40"/>
                <a:gd name="T11" fmla="*/ 21 h 40"/>
                <a:gd name="T12" fmla="*/ 15 w 40"/>
                <a:gd name="T13" fmla="*/ 40 h 40"/>
                <a:gd name="T14" fmla="*/ 11 w 40"/>
                <a:gd name="T15" fmla="*/ 35 h 40"/>
                <a:gd name="T16" fmla="*/ 20 w 40"/>
                <a:gd name="T17" fmla="*/ 12 h 40"/>
                <a:gd name="T18" fmla="*/ 4 w 40"/>
                <a:gd name="T19" fmla="*/ 25 h 40"/>
                <a:gd name="T20" fmla="*/ 0 w 40"/>
                <a:gd name="T21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0">
                  <a:moveTo>
                    <a:pt x="0" y="20"/>
                  </a:moveTo>
                  <a:lnTo>
                    <a:pt x="26" y="0"/>
                  </a:lnTo>
                  <a:lnTo>
                    <a:pt x="30" y="6"/>
                  </a:lnTo>
                  <a:lnTo>
                    <a:pt x="20" y="29"/>
                  </a:lnTo>
                  <a:lnTo>
                    <a:pt x="37" y="16"/>
                  </a:lnTo>
                  <a:lnTo>
                    <a:pt x="40" y="21"/>
                  </a:lnTo>
                  <a:lnTo>
                    <a:pt x="15" y="40"/>
                  </a:lnTo>
                  <a:lnTo>
                    <a:pt x="11" y="35"/>
                  </a:lnTo>
                  <a:lnTo>
                    <a:pt x="20" y="12"/>
                  </a:lnTo>
                  <a:lnTo>
                    <a:pt x="4" y="25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 bwMode="auto">
            <a:xfrm>
              <a:off x="1970088" y="2736851"/>
              <a:ext cx="46038" cy="39688"/>
            </a:xfrm>
            <a:custGeom>
              <a:avLst/>
              <a:gdLst>
                <a:gd name="T0" fmla="*/ 0 w 29"/>
                <a:gd name="T1" fmla="*/ 20 h 25"/>
                <a:gd name="T2" fmla="*/ 24 w 29"/>
                <a:gd name="T3" fmla="*/ 0 h 25"/>
                <a:gd name="T4" fmla="*/ 29 w 29"/>
                <a:gd name="T5" fmla="*/ 5 h 25"/>
                <a:gd name="T6" fmla="*/ 4 w 29"/>
                <a:gd name="T7" fmla="*/ 25 h 25"/>
                <a:gd name="T8" fmla="*/ 0 w 29"/>
                <a:gd name="T9" fmla="*/ 2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25">
                  <a:moveTo>
                    <a:pt x="0" y="20"/>
                  </a:moveTo>
                  <a:lnTo>
                    <a:pt x="24" y="0"/>
                  </a:lnTo>
                  <a:lnTo>
                    <a:pt x="29" y="5"/>
                  </a:lnTo>
                  <a:lnTo>
                    <a:pt x="4" y="25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 bwMode="auto">
            <a:xfrm>
              <a:off x="1993901" y="2746376"/>
              <a:ext cx="55563" cy="55563"/>
            </a:xfrm>
            <a:custGeom>
              <a:avLst/>
              <a:gdLst>
                <a:gd name="T0" fmla="*/ 0 w 35"/>
                <a:gd name="T1" fmla="*/ 31 h 35"/>
                <a:gd name="T2" fmla="*/ 15 w 35"/>
                <a:gd name="T3" fmla="*/ 0 h 35"/>
                <a:gd name="T4" fmla="*/ 20 w 35"/>
                <a:gd name="T5" fmla="*/ 5 h 35"/>
                <a:gd name="T6" fmla="*/ 8 w 35"/>
                <a:gd name="T7" fmla="*/ 28 h 35"/>
                <a:gd name="T8" fmla="*/ 30 w 35"/>
                <a:gd name="T9" fmla="*/ 17 h 35"/>
                <a:gd name="T10" fmla="*/ 35 w 35"/>
                <a:gd name="T11" fmla="*/ 22 h 35"/>
                <a:gd name="T12" fmla="*/ 4 w 35"/>
                <a:gd name="T13" fmla="*/ 35 h 35"/>
                <a:gd name="T14" fmla="*/ 0 w 35"/>
                <a:gd name="T15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35">
                  <a:moveTo>
                    <a:pt x="0" y="31"/>
                  </a:moveTo>
                  <a:lnTo>
                    <a:pt x="15" y="0"/>
                  </a:lnTo>
                  <a:lnTo>
                    <a:pt x="20" y="5"/>
                  </a:lnTo>
                  <a:lnTo>
                    <a:pt x="8" y="28"/>
                  </a:lnTo>
                  <a:lnTo>
                    <a:pt x="30" y="17"/>
                  </a:lnTo>
                  <a:lnTo>
                    <a:pt x="35" y="22"/>
                  </a:lnTo>
                  <a:lnTo>
                    <a:pt x="4" y="35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 bwMode="auto">
            <a:xfrm>
              <a:off x="2017713" y="2784476"/>
              <a:ext cx="63500" cy="63500"/>
            </a:xfrm>
            <a:custGeom>
              <a:avLst/>
              <a:gdLst>
                <a:gd name="T0" fmla="*/ 0 w 40"/>
                <a:gd name="T1" fmla="*/ 23 h 40"/>
                <a:gd name="T2" fmla="*/ 21 w 40"/>
                <a:gd name="T3" fmla="*/ 0 h 40"/>
                <a:gd name="T4" fmla="*/ 40 w 40"/>
                <a:gd name="T5" fmla="*/ 15 h 40"/>
                <a:gd name="T6" fmla="*/ 36 w 40"/>
                <a:gd name="T7" fmla="*/ 19 h 40"/>
                <a:gd name="T8" fmla="*/ 23 w 40"/>
                <a:gd name="T9" fmla="*/ 8 h 40"/>
                <a:gd name="T10" fmla="*/ 18 w 40"/>
                <a:gd name="T11" fmla="*/ 13 h 40"/>
                <a:gd name="T12" fmla="*/ 30 w 40"/>
                <a:gd name="T13" fmla="*/ 24 h 40"/>
                <a:gd name="T14" fmla="*/ 26 w 40"/>
                <a:gd name="T15" fmla="*/ 28 h 40"/>
                <a:gd name="T16" fmla="*/ 15 w 40"/>
                <a:gd name="T17" fmla="*/ 17 h 40"/>
                <a:gd name="T18" fmla="*/ 9 w 40"/>
                <a:gd name="T19" fmla="*/ 23 h 40"/>
                <a:gd name="T20" fmla="*/ 22 w 40"/>
                <a:gd name="T21" fmla="*/ 36 h 40"/>
                <a:gd name="T22" fmla="*/ 18 w 40"/>
                <a:gd name="T23" fmla="*/ 40 h 40"/>
                <a:gd name="T24" fmla="*/ 0 w 40"/>
                <a:gd name="T25" fmla="*/ 2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40">
                  <a:moveTo>
                    <a:pt x="0" y="23"/>
                  </a:moveTo>
                  <a:lnTo>
                    <a:pt x="21" y="0"/>
                  </a:lnTo>
                  <a:lnTo>
                    <a:pt x="40" y="15"/>
                  </a:lnTo>
                  <a:lnTo>
                    <a:pt x="36" y="19"/>
                  </a:lnTo>
                  <a:lnTo>
                    <a:pt x="23" y="8"/>
                  </a:lnTo>
                  <a:lnTo>
                    <a:pt x="18" y="13"/>
                  </a:lnTo>
                  <a:lnTo>
                    <a:pt x="30" y="24"/>
                  </a:lnTo>
                  <a:lnTo>
                    <a:pt x="26" y="28"/>
                  </a:lnTo>
                  <a:lnTo>
                    <a:pt x="15" y="17"/>
                  </a:lnTo>
                  <a:lnTo>
                    <a:pt x="9" y="23"/>
                  </a:lnTo>
                  <a:lnTo>
                    <a:pt x="22" y="36"/>
                  </a:lnTo>
                  <a:lnTo>
                    <a:pt x="18" y="40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任意多边形: 形状 120"/>
            <p:cNvSpPr>
              <a:spLocks noEditPoints="1"/>
            </p:cNvSpPr>
            <p:nvPr/>
          </p:nvSpPr>
          <p:spPr bwMode="auto">
            <a:xfrm>
              <a:off x="2055813" y="2813051"/>
              <a:ext cx="57150" cy="68263"/>
            </a:xfrm>
            <a:custGeom>
              <a:avLst/>
              <a:gdLst>
                <a:gd name="T0" fmla="*/ 0 w 37"/>
                <a:gd name="T1" fmla="*/ 27 h 44"/>
                <a:gd name="T2" fmla="*/ 20 w 37"/>
                <a:gd name="T3" fmla="*/ 0 h 44"/>
                <a:gd name="T4" fmla="*/ 31 w 37"/>
                <a:gd name="T5" fmla="*/ 9 h 44"/>
                <a:gd name="T6" fmla="*/ 36 w 37"/>
                <a:gd name="T7" fmla="*/ 14 h 44"/>
                <a:gd name="T8" fmla="*/ 37 w 37"/>
                <a:gd name="T9" fmla="*/ 19 h 44"/>
                <a:gd name="T10" fmla="*/ 35 w 37"/>
                <a:gd name="T11" fmla="*/ 24 h 44"/>
                <a:gd name="T12" fmla="*/ 30 w 37"/>
                <a:gd name="T13" fmla="*/ 28 h 44"/>
                <a:gd name="T14" fmla="*/ 23 w 37"/>
                <a:gd name="T15" fmla="*/ 26 h 44"/>
                <a:gd name="T16" fmla="*/ 24 w 37"/>
                <a:gd name="T17" fmla="*/ 30 h 44"/>
                <a:gd name="T18" fmla="*/ 24 w 37"/>
                <a:gd name="T19" fmla="*/ 37 h 44"/>
                <a:gd name="T20" fmla="*/ 23 w 37"/>
                <a:gd name="T21" fmla="*/ 44 h 44"/>
                <a:gd name="T22" fmla="*/ 17 w 37"/>
                <a:gd name="T23" fmla="*/ 40 h 44"/>
                <a:gd name="T24" fmla="*/ 17 w 37"/>
                <a:gd name="T25" fmla="*/ 31 h 44"/>
                <a:gd name="T26" fmla="*/ 17 w 37"/>
                <a:gd name="T27" fmla="*/ 25 h 44"/>
                <a:gd name="T28" fmla="*/ 17 w 37"/>
                <a:gd name="T29" fmla="*/ 23 h 44"/>
                <a:gd name="T30" fmla="*/ 14 w 37"/>
                <a:gd name="T31" fmla="*/ 20 h 44"/>
                <a:gd name="T32" fmla="*/ 13 w 37"/>
                <a:gd name="T33" fmla="*/ 20 h 44"/>
                <a:gd name="T34" fmla="*/ 5 w 37"/>
                <a:gd name="T35" fmla="*/ 31 h 44"/>
                <a:gd name="T36" fmla="*/ 0 w 37"/>
                <a:gd name="T37" fmla="*/ 27 h 44"/>
                <a:gd name="T38" fmla="*/ 16 w 37"/>
                <a:gd name="T39" fmla="*/ 15 h 44"/>
                <a:gd name="T40" fmla="*/ 20 w 37"/>
                <a:gd name="T41" fmla="*/ 18 h 44"/>
                <a:gd name="T42" fmla="*/ 25 w 37"/>
                <a:gd name="T43" fmla="*/ 22 h 44"/>
                <a:gd name="T44" fmla="*/ 28 w 37"/>
                <a:gd name="T45" fmla="*/ 22 h 44"/>
                <a:gd name="T46" fmla="*/ 30 w 37"/>
                <a:gd name="T47" fmla="*/ 20 h 44"/>
                <a:gd name="T48" fmla="*/ 31 w 37"/>
                <a:gd name="T49" fmla="*/ 18 h 44"/>
                <a:gd name="T50" fmla="*/ 29 w 37"/>
                <a:gd name="T51" fmla="*/ 15 h 44"/>
                <a:gd name="T52" fmla="*/ 26 w 37"/>
                <a:gd name="T53" fmla="*/ 12 h 44"/>
                <a:gd name="T54" fmla="*/ 21 w 37"/>
                <a:gd name="T55" fmla="*/ 9 h 44"/>
                <a:gd name="T56" fmla="*/ 16 w 37"/>
                <a:gd name="T57" fmla="*/ 1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44">
                  <a:moveTo>
                    <a:pt x="0" y="27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3" y="11"/>
                    <a:pt x="35" y="13"/>
                    <a:pt x="36" y="14"/>
                  </a:cubicBezTo>
                  <a:cubicBezTo>
                    <a:pt x="37" y="16"/>
                    <a:pt x="37" y="17"/>
                    <a:pt x="37" y="19"/>
                  </a:cubicBezTo>
                  <a:cubicBezTo>
                    <a:pt x="37" y="21"/>
                    <a:pt x="36" y="23"/>
                    <a:pt x="35" y="24"/>
                  </a:cubicBezTo>
                  <a:cubicBezTo>
                    <a:pt x="34" y="26"/>
                    <a:pt x="32" y="27"/>
                    <a:pt x="30" y="28"/>
                  </a:cubicBezTo>
                  <a:cubicBezTo>
                    <a:pt x="28" y="28"/>
                    <a:pt x="25" y="27"/>
                    <a:pt x="23" y="26"/>
                  </a:cubicBezTo>
                  <a:cubicBezTo>
                    <a:pt x="23" y="28"/>
                    <a:pt x="24" y="29"/>
                    <a:pt x="24" y="30"/>
                  </a:cubicBezTo>
                  <a:cubicBezTo>
                    <a:pt x="24" y="32"/>
                    <a:pt x="24" y="34"/>
                    <a:pt x="24" y="37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28"/>
                    <a:pt x="18" y="26"/>
                    <a:pt x="17" y="25"/>
                  </a:cubicBezTo>
                  <a:cubicBezTo>
                    <a:pt x="17" y="24"/>
                    <a:pt x="17" y="23"/>
                    <a:pt x="17" y="23"/>
                  </a:cubicBezTo>
                  <a:cubicBezTo>
                    <a:pt x="16" y="22"/>
                    <a:pt x="15" y="21"/>
                    <a:pt x="14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5" y="31"/>
                    <a:pt x="5" y="31"/>
                    <a:pt x="5" y="31"/>
                  </a:cubicBezTo>
                  <a:lnTo>
                    <a:pt x="0" y="27"/>
                  </a:lnTo>
                  <a:close/>
                  <a:moveTo>
                    <a:pt x="16" y="15"/>
                  </a:moveTo>
                  <a:cubicBezTo>
                    <a:pt x="20" y="18"/>
                    <a:pt x="20" y="18"/>
                    <a:pt x="20" y="18"/>
                  </a:cubicBezTo>
                  <a:cubicBezTo>
                    <a:pt x="23" y="20"/>
                    <a:pt x="24" y="22"/>
                    <a:pt x="25" y="22"/>
                  </a:cubicBezTo>
                  <a:cubicBezTo>
                    <a:pt x="26" y="22"/>
                    <a:pt x="27" y="22"/>
                    <a:pt x="28" y="22"/>
                  </a:cubicBezTo>
                  <a:cubicBezTo>
                    <a:pt x="28" y="22"/>
                    <a:pt x="29" y="21"/>
                    <a:pt x="30" y="20"/>
                  </a:cubicBezTo>
                  <a:cubicBezTo>
                    <a:pt x="30" y="19"/>
                    <a:pt x="31" y="18"/>
                    <a:pt x="31" y="18"/>
                  </a:cubicBezTo>
                  <a:cubicBezTo>
                    <a:pt x="30" y="17"/>
                    <a:pt x="30" y="16"/>
                    <a:pt x="29" y="15"/>
                  </a:cubicBezTo>
                  <a:cubicBezTo>
                    <a:pt x="29" y="15"/>
                    <a:pt x="28" y="14"/>
                    <a:pt x="26" y="12"/>
                  </a:cubicBezTo>
                  <a:cubicBezTo>
                    <a:pt x="21" y="9"/>
                    <a:pt x="21" y="9"/>
                    <a:pt x="21" y="9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/>
          </p:nvSpPr>
          <p:spPr bwMode="auto">
            <a:xfrm>
              <a:off x="2101851" y="2849563"/>
              <a:ext cx="49213" cy="52388"/>
            </a:xfrm>
            <a:custGeom>
              <a:avLst/>
              <a:gdLst>
                <a:gd name="T0" fmla="*/ 2 w 32"/>
                <a:gd name="T1" fmla="*/ 14 h 34"/>
                <a:gd name="T2" fmla="*/ 8 w 32"/>
                <a:gd name="T3" fmla="*/ 17 h 34"/>
                <a:gd name="T4" fmla="*/ 7 w 32"/>
                <a:gd name="T5" fmla="*/ 23 h 34"/>
                <a:gd name="T6" fmla="*/ 10 w 32"/>
                <a:gd name="T7" fmla="*/ 27 h 34"/>
                <a:gd name="T8" fmla="*/ 15 w 32"/>
                <a:gd name="T9" fmla="*/ 28 h 34"/>
                <a:gd name="T10" fmla="*/ 18 w 32"/>
                <a:gd name="T11" fmla="*/ 26 h 34"/>
                <a:gd name="T12" fmla="*/ 19 w 32"/>
                <a:gd name="T13" fmla="*/ 24 h 34"/>
                <a:gd name="T14" fmla="*/ 17 w 32"/>
                <a:gd name="T15" fmla="*/ 22 h 34"/>
                <a:gd name="T16" fmla="*/ 14 w 32"/>
                <a:gd name="T17" fmla="*/ 18 h 34"/>
                <a:gd name="T18" fmla="*/ 9 w 32"/>
                <a:gd name="T19" fmla="*/ 11 h 34"/>
                <a:gd name="T20" fmla="*/ 10 w 32"/>
                <a:gd name="T21" fmla="*/ 4 h 34"/>
                <a:gd name="T22" fmla="*/ 14 w 32"/>
                <a:gd name="T23" fmla="*/ 0 h 34"/>
                <a:gd name="T24" fmla="*/ 19 w 32"/>
                <a:gd name="T25" fmla="*/ 0 h 34"/>
                <a:gd name="T26" fmla="*/ 25 w 32"/>
                <a:gd name="T27" fmla="*/ 2 h 34"/>
                <a:gd name="T28" fmla="*/ 32 w 32"/>
                <a:gd name="T29" fmla="*/ 10 h 34"/>
                <a:gd name="T30" fmla="*/ 30 w 32"/>
                <a:gd name="T31" fmla="*/ 18 h 34"/>
                <a:gd name="T32" fmla="*/ 25 w 32"/>
                <a:gd name="T33" fmla="*/ 14 h 34"/>
                <a:gd name="T34" fmla="*/ 25 w 32"/>
                <a:gd name="T35" fmla="*/ 10 h 34"/>
                <a:gd name="T36" fmla="*/ 22 w 32"/>
                <a:gd name="T37" fmla="*/ 7 h 34"/>
                <a:gd name="T38" fmla="*/ 18 w 32"/>
                <a:gd name="T39" fmla="*/ 6 h 34"/>
                <a:gd name="T40" fmla="*/ 16 w 32"/>
                <a:gd name="T41" fmla="*/ 7 h 34"/>
                <a:gd name="T42" fmla="*/ 15 w 32"/>
                <a:gd name="T43" fmla="*/ 9 h 34"/>
                <a:gd name="T44" fmla="*/ 19 w 32"/>
                <a:gd name="T45" fmla="*/ 14 h 34"/>
                <a:gd name="T46" fmla="*/ 24 w 32"/>
                <a:gd name="T47" fmla="*/ 20 h 34"/>
                <a:gd name="T48" fmla="*/ 25 w 32"/>
                <a:gd name="T49" fmla="*/ 25 h 34"/>
                <a:gd name="T50" fmla="*/ 24 w 32"/>
                <a:gd name="T51" fmla="*/ 30 h 34"/>
                <a:gd name="T52" fmla="*/ 19 w 32"/>
                <a:gd name="T53" fmla="*/ 33 h 34"/>
                <a:gd name="T54" fmla="*/ 14 w 32"/>
                <a:gd name="T55" fmla="*/ 34 h 34"/>
                <a:gd name="T56" fmla="*/ 7 w 32"/>
                <a:gd name="T57" fmla="*/ 31 h 34"/>
                <a:gd name="T58" fmla="*/ 1 w 32"/>
                <a:gd name="T59" fmla="*/ 24 h 34"/>
                <a:gd name="T60" fmla="*/ 2 w 32"/>
                <a:gd name="T61" fmla="*/ 1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2" h="34">
                  <a:moveTo>
                    <a:pt x="2" y="14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7" y="19"/>
                    <a:pt x="6" y="21"/>
                    <a:pt x="7" y="23"/>
                  </a:cubicBezTo>
                  <a:cubicBezTo>
                    <a:pt x="7" y="24"/>
                    <a:pt x="8" y="25"/>
                    <a:pt x="10" y="27"/>
                  </a:cubicBezTo>
                  <a:cubicBezTo>
                    <a:pt x="12" y="28"/>
                    <a:pt x="14" y="28"/>
                    <a:pt x="15" y="28"/>
                  </a:cubicBezTo>
                  <a:cubicBezTo>
                    <a:pt x="16" y="28"/>
                    <a:pt x="17" y="27"/>
                    <a:pt x="18" y="26"/>
                  </a:cubicBezTo>
                  <a:cubicBezTo>
                    <a:pt x="18" y="26"/>
                    <a:pt x="19" y="25"/>
                    <a:pt x="19" y="24"/>
                  </a:cubicBezTo>
                  <a:cubicBezTo>
                    <a:pt x="18" y="23"/>
                    <a:pt x="18" y="23"/>
                    <a:pt x="17" y="22"/>
                  </a:cubicBezTo>
                  <a:cubicBezTo>
                    <a:pt x="17" y="21"/>
                    <a:pt x="16" y="20"/>
                    <a:pt x="14" y="18"/>
                  </a:cubicBezTo>
                  <a:cubicBezTo>
                    <a:pt x="11" y="15"/>
                    <a:pt x="10" y="13"/>
                    <a:pt x="9" y="11"/>
                  </a:cubicBezTo>
                  <a:cubicBezTo>
                    <a:pt x="8" y="8"/>
                    <a:pt x="9" y="6"/>
                    <a:pt x="10" y="4"/>
                  </a:cubicBezTo>
                  <a:cubicBezTo>
                    <a:pt x="11" y="2"/>
                    <a:pt x="12" y="1"/>
                    <a:pt x="14" y="0"/>
                  </a:cubicBezTo>
                  <a:cubicBezTo>
                    <a:pt x="15" y="0"/>
                    <a:pt x="17" y="0"/>
                    <a:pt x="19" y="0"/>
                  </a:cubicBezTo>
                  <a:cubicBezTo>
                    <a:pt x="21" y="0"/>
                    <a:pt x="23" y="1"/>
                    <a:pt x="25" y="2"/>
                  </a:cubicBezTo>
                  <a:cubicBezTo>
                    <a:pt x="29" y="5"/>
                    <a:pt x="31" y="7"/>
                    <a:pt x="32" y="10"/>
                  </a:cubicBezTo>
                  <a:cubicBezTo>
                    <a:pt x="32" y="12"/>
                    <a:pt x="32" y="15"/>
                    <a:pt x="30" y="18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3"/>
                    <a:pt x="25" y="11"/>
                    <a:pt x="25" y="10"/>
                  </a:cubicBezTo>
                  <a:cubicBezTo>
                    <a:pt x="25" y="9"/>
                    <a:pt x="24" y="8"/>
                    <a:pt x="22" y="7"/>
                  </a:cubicBezTo>
                  <a:cubicBezTo>
                    <a:pt x="20" y="6"/>
                    <a:pt x="19" y="5"/>
                    <a:pt x="18" y="6"/>
                  </a:cubicBezTo>
                  <a:cubicBezTo>
                    <a:pt x="17" y="6"/>
                    <a:pt x="16" y="6"/>
                    <a:pt x="16" y="7"/>
                  </a:cubicBezTo>
                  <a:cubicBezTo>
                    <a:pt x="15" y="7"/>
                    <a:pt x="15" y="8"/>
                    <a:pt x="15" y="9"/>
                  </a:cubicBezTo>
                  <a:cubicBezTo>
                    <a:pt x="16" y="10"/>
                    <a:pt x="17" y="12"/>
                    <a:pt x="19" y="14"/>
                  </a:cubicBezTo>
                  <a:cubicBezTo>
                    <a:pt x="22" y="16"/>
                    <a:pt x="23" y="18"/>
                    <a:pt x="24" y="20"/>
                  </a:cubicBezTo>
                  <a:cubicBezTo>
                    <a:pt x="25" y="21"/>
                    <a:pt x="25" y="23"/>
                    <a:pt x="25" y="25"/>
                  </a:cubicBezTo>
                  <a:cubicBezTo>
                    <a:pt x="25" y="26"/>
                    <a:pt x="25" y="28"/>
                    <a:pt x="24" y="30"/>
                  </a:cubicBezTo>
                  <a:cubicBezTo>
                    <a:pt x="23" y="31"/>
                    <a:pt x="21" y="33"/>
                    <a:pt x="19" y="33"/>
                  </a:cubicBezTo>
                  <a:cubicBezTo>
                    <a:pt x="18" y="34"/>
                    <a:pt x="16" y="34"/>
                    <a:pt x="14" y="34"/>
                  </a:cubicBezTo>
                  <a:cubicBezTo>
                    <a:pt x="12" y="34"/>
                    <a:pt x="9" y="33"/>
                    <a:pt x="7" y="31"/>
                  </a:cubicBezTo>
                  <a:cubicBezTo>
                    <a:pt x="4" y="29"/>
                    <a:pt x="1" y="26"/>
                    <a:pt x="1" y="24"/>
                  </a:cubicBezTo>
                  <a:cubicBezTo>
                    <a:pt x="0" y="21"/>
                    <a:pt x="0" y="1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任意多边形: 形状 122"/>
            <p:cNvSpPr/>
            <p:nvPr/>
          </p:nvSpPr>
          <p:spPr bwMode="auto">
            <a:xfrm>
              <a:off x="2138363" y="2867026"/>
              <a:ext cx="34925" cy="49213"/>
            </a:xfrm>
            <a:custGeom>
              <a:avLst/>
              <a:gdLst>
                <a:gd name="T0" fmla="*/ 0 w 22"/>
                <a:gd name="T1" fmla="*/ 28 h 31"/>
                <a:gd name="T2" fmla="*/ 16 w 22"/>
                <a:gd name="T3" fmla="*/ 0 h 31"/>
                <a:gd name="T4" fmla="*/ 22 w 22"/>
                <a:gd name="T5" fmla="*/ 4 h 31"/>
                <a:gd name="T6" fmla="*/ 6 w 22"/>
                <a:gd name="T7" fmla="*/ 31 h 31"/>
                <a:gd name="T8" fmla="*/ 0 w 22"/>
                <a:gd name="T9" fmla="*/ 2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1">
                  <a:moveTo>
                    <a:pt x="0" y="28"/>
                  </a:moveTo>
                  <a:lnTo>
                    <a:pt x="16" y="0"/>
                  </a:lnTo>
                  <a:lnTo>
                    <a:pt x="22" y="4"/>
                  </a:lnTo>
                  <a:lnTo>
                    <a:pt x="6" y="31"/>
                  </a:lnTo>
                  <a:lnTo>
                    <a:pt x="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任意多边形: 形状 123"/>
            <p:cNvSpPr/>
            <p:nvPr/>
          </p:nvSpPr>
          <p:spPr bwMode="auto">
            <a:xfrm>
              <a:off x="2168526" y="2874963"/>
              <a:ext cx="44450" cy="57150"/>
            </a:xfrm>
            <a:custGeom>
              <a:avLst/>
              <a:gdLst>
                <a:gd name="T0" fmla="*/ 0 w 28"/>
                <a:gd name="T1" fmla="*/ 33 h 36"/>
                <a:gd name="T2" fmla="*/ 11 w 28"/>
                <a:gd name="T3" fmla="*/ 10 h 36"/>
                <a:gd name="T4" fmla="*/ 3 w 28"/>
                <a:gd name="T5" fmla="*/ 5 h 36"/>
                <a:gd name="T6" fmla="*/ 6 w 28"/>
                <a:gd name="T7" fmla="*/ 0 h 36"/>
                <a:gd name="T8" fmla="*/ 28 w 28"/>
                <a:gd name="T9" fmla="*/ 12 h 36"/>
                <a:gd name="T10" fmla="*/ 26 w 28"/>
                <a:gd name="T11" fmla="*/ 17 h 36"/>
                <a:gd name="T12" fmla="*/ 17 w 28"/>
                <a:gd name="T13" fmla="*/ 13 h 36"/>
                <a:gd name="T14" fmla="*/ 6 w 28"/>
                <a:gd name="T15" fmla="*/ 36 h 36"/>
                <a:gd name="T16" fmla="*/ 0 w 28"/>
                <a:gd name="T17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36">
                  <a:moveTo>
                    <a:pt x="0" y="33"/>
                  </a:moveTo>
                  <a:lnTo>
                    <a:pt x="11" y="10"/>
                  </a:lnTo>
                  <a:lnTo>
                    <a:pt x="3" y="5"/>
                  </a:lnTo>
                  <a:lnTo>
                    <a:pt x="6" y="0"/>
                  </a:lnTo>
                  <a:lnTo>
                    <a:pt x="28" y="12"/>
                  </a:lnTo>
                  <a:lnTo>
                    <a:pt x="26" y="17"/>
                  </a:lnTo>
                  <a:lnTo>
                    <a:pt x="17" y="13"/>
                  </a:lnTo>
                  <a:lnTo>
                    <a:pt x="6" y="36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任意多边形: 形状 124"/>
            <p:cNvSpPr/>
            <p:nvPr/>
          </p:nvSpPr>
          <p:spPr bwMode="auto">
            <a:xfrm>
              <a:off x="2211388" y="2894013"/>
              <a:ext cx="46038" cy="57150"/>
            </a:xfrm>
            <a:custGeom>
              <a:avLst/>
              <a:gdLst>
                <a:gd name="T0" fmla="*/ 0 w 29"/>
                <a:gd name="T1" fmla="*/ 34 h 36"/>
                <a:gd name="T2" fmla="*/ 5 w 29"/>
                <a:gd name="T3" fmla="*/ 21 h 36"/>
                <a:gd name="T4" fmla="*/ 1 w 29"/>
                <a:gd name="T5" fmla="*/ 0 h 36"/>
                <a:gd name="T6" fmla="*/ 8 w 29"/>
                <a:gd name="T7" fmla="*/ 3 h 36"/>
                <a:gd name="T8" fmla="*/ 11 w 29"/>
                <a:gd name="T9" fmla="*/ 17 h 36"/>
                <a:gd name="T10" fmla="*/ 22 w 29"/>
                <a:gd name="T11" fmla="*/ 8 h 36"/>
                <a:gd name="T12" fmla="*/ 29 w 29"/>
                <a:gd name="T13" fmla="*/ 10 h 36"/>
                <a:gd name="T14" fmla="*/ 11 w 29"/>
                <a:gd name="T15" fmla="*/ 24 h 36"/>
                <a:gd name="T16" fmla="*/ 6 w 29"/>
                <a:gd name="T17" fmla="*/ 36 h 36"/>
                <a:gd name="T18" fmla="*/ 0 w 29"/>
                <a:gd name="T19" fmla="*/ 3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36">
                  <a:moveTo>
                    <a:pt x="0" y="34"/>
                  </a:moveTo>
                  <a:lnTo>
                    <a:pt x="5" y="21"/>
                  </a:lnTo>
                  <a:lnTo>
                    <a:pt x="1" y="0"/>
                  </a:lnTo>
                  <a:lnTo>
                    <a:pt x="8" y="3"/>
                  </a:lnTo>
                  <a:lnTo>
                    <a:pt x="11" y="17"/>
                  </a:lnTo>
                  <a:lnTo>
                    <a:pt x="22" y="8"/>
                  </a:lnTo>
                  <a:lnTo>
                    <a:pt x="29" y="10"/>
                  </a:lnTo>
                  <a:lnTo>
                    <a:pt x="11" y="24"/>
                  </a:lnTo>
                  <a:lnTo>
                    <a:pt x="6" y="36"/>
                  </a:lnTo>
                  <a:lnTo>
                    <a:pt x="0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任意多边形: 形状 125"/>
            <p:cNvSpPr>
              <a:spLocks noEditPoints="1"/>
            </p:cNvSpPr>
            <p:nvPr/>
          </p:nvSpPr>
          <p:spPr bwMode="auto">
            <a:xfrm>
              <a:off x="2278063" y="2924176"/>
              <a:ext cx="50800" cy="53975"/>
            </a:xfrm>
            <a:custGeom>
              <a:avLst/>
              <a:gdLst>
                <a:gd name="T0" fmla="*/ 1 w 33"/>
                <a:gd name="T1" fmla="*/ 14 h 35"/>
                <a:gd name="T2" fmla="*/ 4 w 33"/>
                <a:gd name="T3" fmla="*/ 6 h 35"/>
                <a:gd name="T4" fmla="*/ 9 w 33"/>
                <a:gd name="T5" fmla="*/ 2 h 35"/>
                <a:gd name="T6" fmla="*/ 13 w 33"/>
                <a:gd name="T7" fmla="*/ 0 h 35"/>
                <a:gd name="T8" fmla="*/ 21 w 33"/>
                <a:gd name="T9" fmla="*/ 1 h 35"/>
                <a:gd name="T10" fmla="*/ 31 w 33"/>
                <a:gd name="T11" fmla="*/ 8 h 35"/>
                <a:gd name="T12" fmla="*/ 32 w 33"/>
                <a:gd name="T13" fmla="*/ 21 h 35"/>
                <a:gd name="T14" fmla="*/ 25 w 33"/>
                <a:gd name="T15" fmla="*/ 32 h 35"/>
                <a:gd name="T16" fmla="*/ 12 w 33"/>
                <a:gd name="T17" fmla="*/ 34 h 35"/>
                <a:gd name="T18" fmla="*/ 2 w 33"/>
                <a:gd name="T19" fmla="*/ 27 h 35"/>
                <a:gd name="T20" fmla="*/ 1 w 33"/>
                <a:gd name="T21" fmla="*/ 14 h 35"/>
                <a:gd name="T22" fmla="*/ 8 w 33"/>
                <a:gd name="T23" fmla="*/ 15 h 35"/>
                <a:gd name="T24" fmla="*/ 8 w 33"/>
                <a:gd name="T25" fmla="*/ 24 h 35"/>
                <a:gd name="T26" fmla="*/ 14 w 33"/>
                <a:gd name="T27" fmla="*/ 28 h 35"/>
                <a:gd name="T28" fmla="*/ 21 w 33"/>
                <a:gd name="T29" fmla="*/ 27 h 35"/>
                <a:gd name="T30" fmla="*/ 25 w 33"/>
                <a:gd name="T31" fmla="*/ 19 h 35"/>
                <a:gd name="T32" fmla="*/ 25 w 33"/>
                <a:gd name="T33" fmla="*/ 11 h 35"/>
                <a:gd name="T34" fmla="*/ 19 w 33"/>
                <a:gd name="T35" fmla="*/ 6 h 35"/>
                <a:gd name="T36" fmla="*/ 12 w 33"/>
                <a:gd name="T37" fmla="*/ 7 h 35"/>
                <a:gd name="T38" fmla="*/ 8 w 33"/>
                <a:gd name="T39" fmla="*/ 1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" h="35">
                  <a:moveTo>
                    <a:pt x="1" y="14"/>
                  </a:moveTo>
                  <a:cubicBezTo>
                    <a:pt x="2" y="10"/>
                    <a:pt x="3" y="8"/>
                    <a:pt x="4" y="6"/>
                  </a:cubicBezTo>
                  <a:cubicBezTo>
                    <a:pt x="6" y="4"/>
                    <a:pt x="7" y="3"/>
                    <a:pt x="9" y="2"/>
                  </a:cubicBezTo>
                  <a:cubicBezTo>
                    <a:pt x="10" y="1"/>
                    <a:pt x="12" y="1"/>
                    <a:pt x="13" y="0"/>
                  </a:cubicBezTo>
                  <a:cubicBezTo>
                    <a:pt x="16" y="0"/>
                    <a:pt x="18" y="0"/>
                    <a:pt x="21" y="1"/>
                  </a:cubicBezTo>
                  <a:cubicBezTo>
                    <a:pt x="25" y="2"/>
                    <a:pt x="29" y="4"/>
                    <a:pt x="31" y="8"/>
                  </a:cubicBezTo>
                  <a:cubicBezTo>
                    <a:pt x="33" y="12"/>
                    <a:pt x="33" y="16"/>
                    <a:pt x="32" y="21"/>
                  </a:cubicBezTo>
                  <a:cubicBezTo>
                    <a:pt x="31" y="26"/>
                    <a:pt x="28" y="30"/>
                    <a:pt x="25" y="32"/>
                  </a:cubicBezTo>
                  <a:cubicBezTo>
                    <a:pt x="21" y="34"/>
                    <a:pt x="17" y="35"/>
                    <a:pt x="12" y="34"/>
                  </a:cubicBezTo>
                  <a:cubicBezTo>
                    <a:pt x="8" y="33"/>
                    <a:pt x="4" y="30"/>
                    <a:pt x="2" y="27"/>
                  </a:cubicBezTo>
                  <a:cubicBezTo>
                    <a:pt x="0" y="23"/>
                    <a:pt x="0" y="19"/>
                    <a:pt x="1" y="14"/>
                  </a:cubicBezTo>
                  <a:close/>
                  <a:moveTo>
                    <a:pt x="8" y="15"/>
                  </a:moveTo>
                  <a:cubicBezTo>
                    <a:pt x="7" y="19"/>
                    <a:pt x="7" y="22"/>
                    <a:pt x="8" y="24"/>
                  </a:cubicBezTo>
                  <a:cubicBezTo>
                    <a:pt x="9" y="26"/>
                    <a:pt x="11" y="28"/>
                    <a:pt x="14" y="28"/>
                  </a:cubicBezTo>
                  <a:cubicBezTo>
                    <a:pt x="16" y="29"/>
                    <a:pt x="19" y="28"/>
                    <a:pt x="21" y="27"/>
                  </a:cubicBezTo>
                  <a:cubicBezTo>
                    <a:pt x="23" y="26"/>
                    <a:pt x="24" y="23"/>
                    <a:pt x="25" y="19"/>
                  </a:cubicBezTo>
                  <a:cubicBezTo>
                    <a:pt x="26" y="16"/>
                    <a:pt x="26" y="13"/>
                    <a:pt x="25" y="11"/>
                  </a:cubicBezTo>
                  <a:cubicBezTo>
                    <a:pt x="24" y="8"/>
                    <a:pt x="22" y="7"/>
                    <a:pt x="19" y="6"/>
                  </a:cubicBezTo>
                  <a:cubicBezTo>
                    <a:pt x="17" y="6"/>
                    <a:pt x="14" y="6"/>
                    <a:pt x="12" y="7"/>
                  </a:cubicBezTo>
                  <a:cubicBezTo>
                    <a:pt x="10" y="9"/>
                    <a:pt x="9" y="11"/>
                    <a:pt x="8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任意多边形: 形状 126"/>
            <p:cNvSpPr/>
            <p:nvPr/>
          </p:nvSpPr>
          <p:spPr bwMode="auto">
            <a:xfrm>
              <a:off x="2330451" y="2933701"/>
              <a:ext cx="42863" cy="50800"/>
            </a:xfrm>
            <a:custGeom>
              <a:avLst/>
              <a:gdLst>
                <a:gd name="T0" fmla="*/ 0 w 27"/>
                <a:gd name="T1" fmla="*/ 31 h 32"/>
                <a:gd name="T2" fmla="*/ 5 w 27"/>
                <a:gd name="T3" fmla="*/ 0 h 32"/>
                <a:gd name="T4" fmla="*/ 27 w 27"/>
                <a:gd name="T5" fmla="*/ 3 h 32"/>
                <a:gd name="T6" fmla="*/ 26 w 27"/>
                <a:gd name="T7" fmla="*/ 9 h 32"/>
                <a:gd name="T8" fmla="*/ 11 w 27"/>
                <a:gd name="T9" fmla="*/ 6 h 32"/>
                <a:gd name="T10" fmla="*/ 10 w 27"/>
                <a:gd name="T11" fmla="*/ 14 h 32"/>
                <a:gd name="T12" fmla="*/ 23 w 27"/>
                <a:gd name="T13" fmla="*/ 16 h 32"/>
                <a:gd name="T14" fmla="*/ 22 w 27"/>
                <a:gd name="T15" fmla="*/ 21 h 32"/>
                <a:gd name="T16" fmla="*/ 9 w 27"/>
                <a:gd name="T17" fmla="*/ 18 h 32"/>
                <a:gd name="T18" fmla="*/ 6 w 27"/>
                <a:gd name="T19" fmla="*/ 32 h 32"/>
                <a:gd name="T20" fmla="*/ 0 w 27"/>
                <a:gd name="T2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32">
                  <a:moveTo>
                    <a:pt x="0" y="31"/>
                  </a:moveTo>
                  <a:lnTo>
                    <a:pt x="5" y="0"/>
                  </a:lnTo>
                  <a:lnTo>
                    <a:pt x="27" y="3"/>
                  </a:lnTo>
                  <a:lnTo>
                    <a:pt x="26" y="9"/>
                  </a:lnTo>
                  <a:lnTo>
                    <a:pt x="11" y="6"/>
                  </a:lnTo>
                  <a:lnTo>
                    <a:pt x="10" y="14"/>
                  </a:lnTo>
                  <a:lnTo>
                    <a:pt x="23" y="16"/>
                  </a:lnTo>
                  <a:lnTo>
                    <a:pt x="22" y="21"/>
                  </a:lnTo>
                  <a:lnTo>
                    <a:pt x="9" y="18"/>
                  </a:lnTo>
                  <a:lnTo>
                    <a:pt x="6" y="32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/>
          </p:nvSpPr>
          <p:spPr bwMode="auto">
            <a:xfrm>
              <a:off x="2397126" y="2941638"/>
              <a:ext cx="39688" cy="52388"/>
            </a:xfrm>
            <a:custGeom>
              <a:avLst/>
              <a:gdLst>
                <a:gd name="T0" fmla="*/ 0 w 25"/>
                <a:gd name="T1" fmla="*/ 32 h 33"/>
                <a:gd name="T2" fmla="*/ 2 w 25"/>
                <a:gd name="T3" fmla="*/ 0 h 33"/>
                <a:gd name="T4" fmla="*/ 25 w 25"/>
                <a:gd name="T5" fmla="*/ 1 h 33"/>
                <a:gd name="T6" fmla="*/ 25 w 25"/>
                <a:gd name="T7" fmla="*/ 7 h 33"/>
                <a:gd name="T8" fmla="*/ 8 w 25"/>
                <a:gd name="T9" fmla="*/ 6 h 33"/>
                <a:gd name="T10" fmla="*/ 8 w 25"/>
                <a:gd name="T11" fmla="*/ 12 h 33"/>
                <a:gd name="T12" fmla="*/ 23 w 25"/>
                <a:gd name="T13" fmla="*/ 13 h 33"/>
                <a:gd name="T14" fmla="*/ 23 w 25"/>
                <a:gd name="T15" fmla="*/ 19 h 33"/>
                <a:gd name="T16" fmla="*/ 8 w 25"/>
                <a:gd name="T17" fmla="*/ 18 h 33"/>
                <a:gd name="T18" fmla="*/ 7 w 25"/>
                <a:gd name="T19" fmla="*/ 27 h 33"/>
                <a:gd name="T20" fmla="*/ 25 w 25"/>
                <a:gd name="T21" fmla="*/ 28 h 33"/>
                <a:gd name="T22" fmla="*/ 24 w 25"/>
                <a:gd name="T23" fmla="*/ 33 h 33"/>
                <a:gd name="T24" fmla="*/ 0 w 25"/>
                <a:gd name="T25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3">
                  <a:moveTo>
                    <a:pt x="0" y="32"/>
                  </a:moveTo>
                  <a:lnTo>
                    <a:pt x="2" y="0"/>
                  </a:lnTo>
                  <a:lnTo>
                    <a:pt x="25" y="1"/>
                  </a:lnTo>
                  <a:lnTo>
                    <a:pt x="25" y="7"/>
                  </a:lnTo>
                  <a:lnTo>
                    <a:pt x="8" y="6"/>
                  </a:lnTo>
                  <a:lnTo>
                    <a:pt x="8" y="12"/>
                  </a:lnTo>
                  <a:lnTo>
                    <a:pt x="23" y="13"/>
                  </a:lnTo>
                  <a:lnTo>
                    <a:pt x="23" y="19"/>
                  </a:lnTo>
                  <a:lnTo>
                    <a:pt x="8" y="18"/>
                  </a:lnTo>
                  <a:lnTo>
                    <a:pt x="7" y="27"/>
                  </a:lnTo>
                  <a:lnTo>
                    <a:pt x="25" y="28"/>
                  </a:lnTo>
                  <a:lnTo>
                    <a:pt x="24" y="33"/>
                  </a:lnTo>
                  <a:lnTo>
                    <a:pt x="0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/>
          </p:nvSpPr>
          <p:spPr bwMode="auto">
            <a:xfrm>
              <a:off x="2444751" y="2943226"/>
              <a:ext cx="36513" cy="50800"/>
            </a:xfrm>
            <a:custGeom>
              <a:avLst/>
              <a:gdLst>
                <a:gd name="T0" fmla="*/ 0 w 23"/>
                <a:gd name="T1" fmla="*/ 32 h 32"/>
                <a:gd name="T2" fmla="*/ 0 w 23"/>
                <a:gd name="T3" fmla="*/ 1 h 32"/>
                <a:gd name="T4" fmla="*/ 6 w 23"/>
                <a:gd name="T5" fmla="*/ 0 h 32"/>
                <a:gd name="T6" fmla="*/ 7 w 23"/>
                <a:gd name="T7" fmla="*/ 26 h 32"/>
                <a:gd name="T8" fmla="*/ 22 w 23"/>
                <a:gd name="T9" fmla="*/ 26 h 32"/>
                <a:gd name="T10" fmla="*/ 23 w 23"/>
                <a:gd name="T11" fmla="*/ 32 h 32"/>
                <a:gd name="T12" fmla="*/ 0 w 23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32">
                  <a:moveTo>
                    <a:pt x="0" y="32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7" y="26"/>
                  </a:lnTo>
                  <a:lnTo>
                    <a:pt x="22" y="26"/>
                  </a:lnTo>
                  <a:lnTo>
                    <a:pt x="23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/>
          </p:nvSpPr>
          <p:spPr bwMode="auto">
            <a:xfrm>
              <a:off x="2482851" y="2938463"/>
              <a:ext cx="44450" cy="53975"/>
            </a:xfrm>
            <a:custGeom>
              <a:avLst/>
              <a:gdLst>
                <a:gd name="T0" fmla="*/ 4 w 28"/>
                <a:gd name="T1" fmla="*/ 34 h 34"/>
                <a:gd name="T2" fmla="*/ 0 w 28"/>
                <a:gd name="T3" fmla="*/ 2 h 34"/>
                <a:gd name="T4" fmla="*/ 25 w 28"/>
                <a:gd name="T5" fmla="*/ 0 h 34"/>
                <a:gd name="T6" fmla="*/ 25 w 28"/>
                <a:gd name="T7" fmla="*/ 6 h 34"/>
                <a:gd name="T8" fmla="*/ 8 w 28"/>
                <a:gd name="T9" fmla="*/ 7 h 34"/>
                <a:gd name="T10" fmla="*/ 8 w 28"/>
                <a:gd name="T11" fmla="*/ 14 h 34"/>
                <a:gd name="T12" fmla="*/ 25 w 28"/>
                <a:gd name="T13" fmla="*/ 13 h 34"/>
                <a:gd name="T14" fmla="*/ 25 w 28"/>
                <a:gd name="T15" fmla="*/ 17 h 34"/>
                <a:gd name="T16" fmla="*/ 9 w 28"/>
                <a:gd name="T17" fmla="*/ 19 h 34"/>
                <a:gd name="T18" fmla="*/ 10 w 28"/>
                <a:gd name="T19" fmla="*/ 28 h 34"/>
                <a:gd name="T20" fmla="*/ 27 w 28"/>
                <a:gd name="T21" fmla="*/ 26 h 34"/>
                <a:gd name="T22" fmla="*/ 28 w 28"/>
                <a:gd name="T23" fmla="*/ 32 h 34"/>
                <a:gd name="T24" fmla="*/ 4 w 28"/>
                <a:gd name="T25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34">
                  <a:moveTo>
                    <a:pt x="4" y="34"/>
                  </a:moveTo>
                  <a:lnTo>
                    <a:pt x="0" y="2"/>
                  </a:lnTo>
                  <a:lnTo>
                    <a:pt x="25" y="0"/>
                  </a:lnTo>
                  <a:lnTo>
                    <a:pt x="25" y="6"/>
                  </a:lnTo>
                  <a:lnTo>
                    <a:pt x="8" y="7"/>
                  </a:lnTo>
                  <a:lnTo>
                    <a:pt x="8" y="14"/>
                  </a:lnTo>
                  <a:lnTo>
                    <a:pt x="25" y="13"/>
                  </a:lnTo>
                  <a:lnTo>
                    <a:pt x="25" y="17"/>
                  </a:lnTo>
                  <a:lnTo>
                    <a:pt x="9" y="19"/>
                  </a:lnTo>
                  <a:lnTo>
                    <a:pt x="10" y="28"/>
                  </a:lnTo>
                  <a:lnTo>
                    <a:pt x="27" y="26"/>
                  </a:lnTo>
                  <a:lnTo>
                    <a:pt x="28" y="32"/>
                  </a:lnTo>
                  <a:lnTo>
                    <a:pt x="4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 bwMode="auto">
            <a:xfrm>
              <a:off x="2527301" y="2932113"/>
              <a:ext cx="47625" cy="53975"/>
            </a:xfrm>
            <a:custGeom>
              <a:avLst/>
              <a:gdLst>
                <a:gd name="T0" fmla="*/ 24 w 31"/>
                <a:gd name="T1" fmla="*/ 20 h 35"/>
                <a:gd name="T2" fmla="*/ 31 w 31"/>
                <a:gd name="T3" fmla="*/ 21 h 35"/>
                <a:gd name="T4" fmla="*/ 27 w 31"/>
                <a:gd name="T5" fmla="*/ 30 h 35"/>
                <a:gd name="T6" fmla="*/ 19 w 31"/>
                <a:gd name="T7" fmla="*/ 34 h 35"/>
                <a:gd name="T8" fmla="*/ 8 w 31"/>
                <a:gd name="T9" fmla="*/ 31 h 35"/>
                <a:gd name="T10" fmla="*/ 1 w 31"/>
                <a:gd name="T11" fmla="*/ 20 h 35"/>
                <a:gd name="T12" fmla="*/ 3 w 31"/>
                <a:gd name="T13" fmla="*/ 7 h 35"/>
                <a:gd name="T14" fmla="*/ 13 w 31"/>
                <a:gd name="T15" fmla="*/ 0 h 35"/>
                <a:gd name="T16" fmla="*/ 24 w 31"/>
                <a:gd name="T17" fmla="*/ 2 h 35"/>
                <a:gd name="T18" fmla="*/ 28 w 31"/>
                <a:gd name="T19" fmla="*/ 8 h 35"/>
                <a:gd name="T20" fmla="*/ 22 w 31"/>
                <a:gd name="T21" fmla="*/ 10 h 35"/>
                <a:gd name="T22" fmla="*/ 19 w 31"/>
                <a:gd name="T23" fmla="*/ 7 h 35"/>
                <a:gd name="T24" fmla="*/ 14 w 31"/>
                <a:gd name="T25" fmla="*/ 6 h 35"/>
                <a:gd name="T26" fmla="*/ 9 w 31"/>
                <a:gd name="T27" fmla="*/ 10 h 35"/>
                <a:gd name="T28" fmla="*/ 8 w 31"/>
                <a:gd name="T29" fmla="*/ 18 h 35"/>
                <a:gd name="T30" fmla="*/ 12 w 31"/>
                <a:gd name="T31" fmla="*/ 27 h 35"/>
                <a:gd name="T32" fmla="*/ 18 w 31"/>
                <a:gd name="T33" fmla="*/ 28 h 35"/>
                <a:gd name="T34" fmla="*/ 22 w 31"/>
                <a:gd name="T35" fmla="*/ 26 h 35"/>
                <a:gd name="T36" fmla="*/ 24 w 31"/>
                <a:gd name="T37" fmla="*/ 2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" h="35">
                  <a:moveTo>
                    <a:pt x="24" y="20"/>
                  </a:moveTo>
                  <a:cubicBezTo>
                    <a:pt x="31" y="21"/>
                    <a:pt x="31" y="21"/>
                    <a:pt x="31" y="21"/>
                  </a:cubicBezTo>
                  <a:cubicBezTo>
                    <a:pt x="30" y="25"/>
                    <a:pt x="29" y="28"/>
                    <a:pt x="27" y="30"/>
                  </a:cubicBezTo>
                  <a:cubicBezTo>
                    <a:pt x="25" y="32"/>
                    <a:pt x="23" y="33"/>
                    <a:pt x="19" y="34"/>
                  </a:cubicBezTo>
                  <a:cubicBezTo>
                    <a:pt x="15" y="35"/>
                    <a:pt x="11" y="34"/>
                    <a:pt x="8" y="31"/>
                  </a:cubicBezTo>
                  <a:cubicBezTo>
                    <a:pt x="5" y="29"/>
                    <a:pt x="2" y="25"/>
                    <a:pt x="1" y="20"/>
                  </a:cubicBezTo>
                  <a:cubicBezTo>
                    <a:pt x="0" y="15"/>
                    <a:pt x="1" y="10"/>
                    <a:pt x="3" y="7"/>
                  </a:cubicBezTo>
                  <a:cubicBezTo>
                    <a:pt x="6" y="3"/>
                    <a:pt x="9" y="1"/>
                    <a:pt x="13" y="0"/>
                  </a:cubicBezTo>
                  <a:cubicBezTo>
                    <a:pt x="17" y="0"/>
                    <a:pt x="21" y="0"/>
                    <a:pt x="24" y="2"/>
                  </a:cubicBezTo>
                  <a:cubicBezTo>
                    <a:pt x="26" y="3"/>
                    <a:pt x="27" y="5"/>
                    <a:pt x="28" y="8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9"/>
                    <a:pt x="20" y="7"/>
                    <a:pt x="19" y="7"/>
                  </a:cubicBezTo>
                  <a:cubicBezTo>
                    <a:pt x="17" y="6"/>
                    <a:pt x="16" y="6"/>
                    <a:pt x="14" y="6"/>
                  </a:cubicBezTo>
                  <a:cubicBezTo>
                    <a:pt x="12" y="6"/>
                    <a:pt x="10" y="8"/>
                    <a:pt x="9" y="10"/>
                  </a:cubicBezTo>
                  <a:cubicBezTo>
                    <a:pt x="8" y="12"/>
                    <a:pt x="7" y="15"/>
                    <a:pt x="8" y="18"/>
                  </a:cubicBezTo>
                  <a:cubicBezTo>
                    <a:pt x="9" y="23"/>
                    <a:pt x="10" y="25"/>
                    <a:pt x="12" y="27"/>
                  </a:cubicBezTo>
                  <a:cubicBezTo>
                    <a:pt x="14" y="28"/>
                    <a:pt x="16" y="29"/>
                    <a:pt x="18" y="28"/>
                  </a:cubicBezTo>
                  <a:cubicBezTo>
                    <a:pt x="20" y="28"/>
                    <a:pt x="21" y="27"/>
                    <a:pt x="22" y="26"/>
                  </a:cubicBezTo>
                  <a:cubicBezTo>
                    <a:pt x="23" y="25"/>
                    <a:pt x="24" y="23"/>
                    <a:pt x="24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任意多边形: 形状 131"/>
            <p:cNvSpPr/>
            <p:nvPr/>
          </p:nvSpPr>
          <p:spPr bwMode="auto">
            <a:xfrm>
              <a:off x="2571751" y="2919413"/>
              <a:ext cx="39688" cy="55563"/>
            </a:xfrm>
            <a:custGeom>
              <a:avLst/>
              <a:gdLst>
                <a:gd name="T0" fmla="*/ 17 w 25"/>
                <a:gd name="T1" fmla="*/ 35 h 35"/>
                <a:gd name="T2" fmla="*/ 10 w 25"/>
                <a:gd name="T3" fmla="*/ 9 h 35"/>
                <a:gd name="T4" fmla="*/ 0 w 25"/>
                <a:gd name="T5" fmla="*/ 12 h 35"/>
                <a:gd name="T6" fmla="*/ 0 w 25"/>
                <a:gd name="T7" fmla="*/ 6 h 35"/>
                <a:gd name="T8" fmla="*/ 24 w 25"/>
                <a:gd name="T9" fmla="*/ 0 h 35"/>
                <a:gd name="T10" fmla="*/ 25 w 25"/>
                <a:gd name="T11" fmla="*/ 5 h 35"/>
                <a:gd name="T12" fmla="*/ 16 w 25"/>
                <a:gd name="T13" fmla="*/ 7 h 35"/>
                <a:gd name="T14" fmla="*/ 23 w 25"/>
                <a:gd name="T15" fmla="*/ 33 h 35"/>
                <a:gd name="T16" fmla="*/ 17 w 25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35">
                  <a:moveTo>
                    <a:pt x="17" y="35"/>
                  </a:moveTo>
                  <a:lnTo>
                    <a:pt x="10" y="9"/>
                  </a:lnTo>
                  <a:lnTo>
                    <a:pt x="0" y="12"/>
                  </a:lnTo>
                  <a:lnTo>
                    <a:pt x="0" y="6"/>
                  </a:lnTo>
                  <a:lnTo>
                    <a:pt x="24" y="0"/>
                  </a:lnTo>
                  <a:lnTo>
                    <a:pt x="25" y="5"/>
                  </a:lnTo>
                  <a:lnTo>
                    <a:pt x="16" y="7"/>
                  </a:lnTo>
                  <a:lnTo>
                    <a:pt x="23" y="33"/>
                  </a:lnTo>
                  <a:lnTo>
                    <a:pt x="17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任意多边形: 形状 132"/>
            <p:cNvSpPr>
              <a:spLocks noEditPoints="1"/>
            </p:cNvSpPr>
            <p:nvPr/>
          </p:nvSpPr>
          <p:spPr bwMode="auto">
            <a:xfrm>
              <a:off x="2613026" y="2908301"/>
              <a:ext cx="58738" cy="57150"/>
            </a:xfrm>
            <a:custGeom>
              <a:avLst/>
              <a:gdLst>
                <a:gd name="T0" fmla="*/ 11 w 39"/>
                <a:gd name="T1" fmla="*/ 37 h 37"/>
                <a:gd name="T2" fmla="*/ 0 w 39"/>
                <a:gd name="T3" fmla="*/ 6 h 37"/>
                <a:gd name="T4" fmla="*/ 13 w 39"/>
                <a:gd name="T5" fmla="*/ 1 h 37"/>
                <a:gd name="T6" fmla="*/ 21 w 39"/>
                <a:gd name="T7" fmla="*/ 0 h 37"/>
                <a:gd name="T8" fmla="*/ 25 w 39"/>
                <a:gd name="T9" fmla="*/ 2 h 37"/>
                <a:gd name="T10" fmla="*/ 29 w 39"/>
                <a:gd name="T11" fmla="*/ 6 h 37"/>
                <a:gd name="T12" fmla="*/ 28 w 39"/>
                <a:gd name="T13" fmla="*/ 12 h 37"/>
                <a:gd name="T14" fmla="*/ 23 w 39"/>
                <a:gd name="T15" fmla="*/ 17 h 37"/>
                <a:gd name="T16" fmla="*/ 28 w 39"/>
                <a:gd name="T17" fmla="*/ 19 h 37"/>
                <a:gd name="T18" fmla="*/ 33 w 39"/>
                <a:gd name="T19" fmla="*/ 23 h 37"/>
                <a:gd name="T20" fmla="*/ 39 w 39"/>
                <a:gd name="T21" fmla="*/ 27 h 37"/>
                <a:gd name="T22" fmla="*/ 31 w 39"/>
                <a:gd name="T23" fmla="*/ 30 h 37"/>
                <a:gd name="T24" fmla="*/ 24 w 39"/>
                <a:gd name="T25" fmla="*/ 25 h 37"/>
                <a:gd name="T26" fmla="*/ 20 w 39"/>
                <a:gd name="T27" fmla="*/ 21 h 37"/>
                <a:gd name="T28" fmla="*/ 17 w 39"/>
                <a:gd name="T29" fmla="*/ 21 h 37"/>
                <a:gd name="T30" fmla="*/ 14 w 39"/>
                <a:gd name="T31" fmla="*/ 22 h 37"/>
                <a:gd name="T32" fmla="*/ 13 w 39"/>
                <a:gd name="T33" fmla="*/ 22 h 37"/>
                <a:gd name="T34" fmla="*/ 17 w 39"/>
                <a:gd name="T35" fmla="*/ 35 h 37"/>
                <a:gd name="T36" fmla="*/ 11 w 39"/>
                <a:gd name="T37" fmla="*/ 37 h 37"/>
                <a:gd name="T38" fmla="*/ 11 w 39"/>
                <a:gd name="T39" fmla="*/ 17 h 37"/>
                <a:gd name="T40" fmla="*/ 16 w 39"/>
                <a:gd name="T41" fmla="*/ 15 h 37"/>
                <a:gd name="T42" fmla="*/ 21 w 39"/>
                <a:gd name="T43" fmla="*/ 13 h 37"/>
                <a:gd name="T44" fmla="*/ 22 w 39"/>
                <a:gd name="T45" fmla="*/ 11 h 37"/>
                <a:gd name="T46" fmla="*/ 22 w 39"/>
                <a:gd name="T47" fmla="*/ 9 h 37"/>
                <a:gd name="T48" fmla="*/ 20 w 39"/>
                <a:gd name="T49" fmla="*/ 6 h 37"/>
                <a:gd name="T50" fmla="*/ 18 w 39"/>
                <a:gd name="T51" fmla="*/ 6 h 37"/>
                <a:gd name="T52" fmla="*/ 13 w 39"/>
                <a:gd name="T53" fmla="*/ 7 h 37"/>
                <a:gd name="T54" fmla="*/ 8 w 39"/>
                <a:gd name="T55" fmla="*/ 9 h 37"/>
                <a:gd name="T56" fmla="*/ 11 w 39"/>
                <a:gd name="T57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9" h="37">
                  <a:moveTo>
                    <a:pt x="11" y="37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7" y="0"/>
                    <a:pt x="19" y="0"/>
                    <a:pt x="21" y="0"/>
                  </a:cubicBezTo>
                  <a:cubicBezTo>
                    <a:pt x="23" y="0"/>
                    <a:pt x="24" y="0"/>
                    <a:pt x="25" y="2"/>
                  </a:cubicBezTo>
                  <a:cubicBezTo>
                    <a:pt x="27" y="3"/>
                    <a:pt x="28" y="4"/>
                    <a:pt x="29" y="6"/>
                  </a:cubicBezTo>
                  <a:cubicBezTo>
                    <a:pt x="29" y="8"/>
                    <a:pt x="29" y="10"/>
                    <a:pt x="28" y="12"/>
                  </a:cubicBezTo>
                  <a:cubicBezTo>
                    <a:pt x="28" y="14"/>
                    <a:pt x="26" y="16"/>
                    <a:pt x="23" y="17"/>
                  </a:cubicBezTo>
                  <a:cubicBezTo>
                    <a:pt x="25" y="18"/>
                    <a:pt x="26" y="18"/>
                    <a:pt x="28" y="19"/>
                  </a:cubicBezTo>
                  <a:cubicBezTo>
                    <a:pt x="29" y="19"/>
                    <a:pt x="31" y="21"/>
                    <a:pt x="33" y="23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2" y="23"/>
                    <a:pt x="20" y="22"/>
                    <a:pt x="20" y="21"/>
                  </a:cubicBezTo>
                  <a:cubicBezTo>
                    <a:pt x="19" y="21"/>
                    <a:pt x="18" y="21"/>
                    <a:pt x="17" y="21"/>
                  </a:cubicBezTo>
                  <a:cubicBezTo>
                    <a:pt x="16" y="21"/>
                    <a:pt x="15" y="21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7" y="35"/>
                    <a:pt x="17" y="35"/>
                    <a:pt x="17" y="35"/>
                  </a:cubicBezTo>
                  <a:lnTo>
                    <a:pt x="11" y="37"/>
                  </a:lnTo>
                  <a:close/>
                  <a:moveTo>
                    <a:pt x="11" y="17"/>
                  </a:moveTo>
                  <a:cubicBezTo>
                    <a:pt x="16" y="15"/>
                    <a:pt x="16" y="15"/>
                    <a:pt x="16" y="15"/>
                  </a:cubicBezTo>
                  <a:cubicBezTo>
                    <a:pt x="19" y="14"/>
                    <a:pt x="20" y="14"/>
                    <a:pt x="21" y="13"/>
                  </a:cubicBezTo>
                  <a:cubicBezTo>
                    <a:pt x="22" y="13"/>
                    <a:pt x="22" y="12"/>
                    <a:pt x="22" y="11"/>
                  </a:cubicBezTo>
                  <a:cubicBezTo>
                    <a:pt x="23" y="10"/>
                    <a:pt x="23" y="10"/>
                    <a:pt x="22" y="9"/>
                  </a:cubicBezTo>
                  <a:cubicBezTo>
                    <a:pt x="22" y="8"/>
                    <a:pt x="21" y="7"/>
                    <a:pt x="20" y="6"/>
                  </a:cubicBezTo>
                  <a:cubicBezTo>
                    <a:pt x="20" y="6"/>
                    <a:pt x="19" y="6"/>
                    <a:pt x="18" y="6"/>
                  </a:cubicBezTo>
                  <a:cubicBezTo>
                    <a:pt x="17" y="6"/>
                    <a:pt x="16" y="7"/>
                    <a:pt x="13" y="7"/>
                  </a:cubicBezTo>
                  <a:cubicBezTo>
                    <a:pt x="8" y="9"/>
                    <a:pt x="8" y="9"/>
                    <a:pt x="8" y="9"/>
                  </a:cubicBezTo>
                  <a:lnTo>
                    <a:pt x="1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任意多边形: 形状 133"/>
            <p:cNvSpPr>
              <a:spLocks noEditPoints="1"/>
            </p:cNvSpPr>
            <p:nvPr/>
          </p:nvSpPr>
          <p:spPr bwMode="auto">
            <a:xfrm>
              <a:off x="2663826" y="2889251"/>
              <a:ext cx="50800" cy="55563"/>
            </a:xfrm>
            <a:custGeom>
              <a:avLst/>
              <a:gdLst>
                <a:gd name="T0" fmla="*/ 2 w 33"/>
                <a:gd name="T1" fmla="*/ 25 h 36"/>
                <a:gd name="T2" fmla="*/ 0 w 33"/>
                <a:gd name="T3" fmla="*/ 16 h 36"/>
                <a:gd name="T4" fmla="*/ 1 w 33"/>
                <a:gd name="T5" fmla="*/ 11 h 36"/>
                <a:gd name="T6" fmla="*/ 3 w 33"/>
                <a:gd name="T7" fmla="*/ 6 h 36"/>
                <a:gd name="T8" fmla="*/ 9 w 33"/>
                <a:gd name="T9" fmla="*/ 2 h 36"/>
                <a:gd name="T10" fmla="*/ 22 w 33"/>
                <a:gd name="T11" fmla="*/ 2 h 36"/>
                <a:gd name="T12" fmla="*/ 31 w 33"/>
                <a:gd name="T13" fmla="*/ 11 h 36"/>
                <a:gd name="T14" fmla="*/ 32 w 33"/>
                <a:gd name="T15" fmla="*/ 24 h 36"/>
                <a:gd name="T16" fmla="*/ 23 w 33"/>
                <a:gd name="T17" fmla="*/ 33 h 36"/>
                <a:gd name="T18" fmla="*/ 11 w 33"/>
                <a:gd name="T19" fmla="*/ 34 h 36"/>
                <a:gd name="T20" fmla="*/ 2 w 33"/>
                <a:gd name="T21" fmla="*/ 25 h 36"/>
                <a:gd name="T22" fmla="*/ 8 w 33"/>
                <a:gd name="T23" fmla="*/ 22 h 36"/>
                <a:gd name="T24" fmla="*/ 14 w 33"/>
                <a:gd name="T25" fmla="*/ 28 h 36"/>
                <a:gd name="T26" fmla="*/ 21 w 33"/>
                <a:gd name="T27" fmla="*/ 28 h 36"/>
                <a:gd name="T28" fmla="*/ 26 w 33"/>
                <a:gd name="T29" fmla="*/ 23 h 36"/>
                <a:gd name="T30" fmla="*/ 24 w 33"/>
                <a:gd name="T31" fmla="*/ 14 h 36"/>
                <a:gd name="T32" fmla="*/ 19 w 33"/>
                <a:gd name="T33" fmla="*/ 7 h 36"/>
                <a:gd name="T34" fmla="*/ 12 w 33"/>
                <a:gd name="T35" fmla="*/ 7 h 36"/>
                <a:gd name="T36" fmla="*/ 7 w 33"/>
                <a:gd name="T37" fmla="*/ 13 h 36"/>
                <a:gd name="T38" fmla="*/ 8 w 33"/>
                <a:gd name="T39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" h="36">
                  <a:moveTo>
                    <a:pt x="2" y="25"/>
                  </a:moveTo>
                  <a:cubicBezTo>
                    <a:pt x="0" y="21"/>
                    <a:pt x="0" y="19"/>
                    <a:pt x="0" y="16"/>
                  </a:cubicBezTo>
                  <a:cubicBezTo>
                    <a:pt x="0" y="14"/>
                    <a:pt x="0" y="13"/>
                    <a:pt x="1" y="11"/>
                  </a:cubicBezTo>
                  <a:cubicBezTo>
                    <a:pt x="1" y="9"/>
                    <a:pt x="2" y="8"/>
                    <a:pt x="3" y="6"/>
                  </a:cubicBezTo>
                  <a:cubicBezTo>
                    <a:pt x="5" y="5"/>
                    <a:pt x="7" y="3"/>
                    <a:pt x="9" y="2"/>
                  </a:cubicBezTo>
                  <a:cubicBezTo>
                    <a:pt x="14" y="0"/>
                    <a:pt x="18" y="0"/>
                    <a:pt x="22" y="2"/>
                  </a:cubicBezTo>
                  <a:cubicBezTo>
                    <a:pt x="26" y="3"/>
                    <a:pt x="29" y="6"/>
                    <a:pt x="31" y="11"/>
                  </a:cubicBezTo>
                  <a:cubicBezTo>
                    <a:pt x="33" y="16"/>
                    <a:pt x="33" y="21"/>
                    <a:pt x="32" y="24"/>
                  </a:cubicBezTo>
                  <a:cubicBezTo>
                    <a:pt x="31" y="28"/>
                    <a:pt x="28" y="31"/>
                    <a:pt x="23" y="33"/>
                  </a:cubicBezTo>
                  <a:cubicBezTo>
                    <a:pt x="19" y="35"/>
                    <a:pt x="15" y="36"/>
                    <a:pt x="11" y="34"/>
                  </a:cubicBezTo>
                  <a:cubicBezTo>
                    <a:pt x="7" y="32"/>
                    <a:pt x="4" y="29"/>
                    <a:pt x="2" y="25"/>
                  </a:cubicBezTo>
                  <a:close/>
                  <a:moveTo>
                    <a:pt x="8" y="22"/>
                  </a:moveTo>
                  <a:cubicBezTo>
                    <a:pt x="9" y="25"/>
                    <a:pt x="11" y="27"/>
                    <a:pt x="14" y="28"/>
                  </a:cubicBezTo>
                  <a:cubicBezTo>
                    <a:pt x="16" y="29"/>
                    <a:pt x="18" y="29"/>
                    <a:pt x="21" y="28"/>
                  </a:cubicBezTo>
                  <a:cubicBezTo>
                    <a:pt x="23" y="27"/>
                    <a:pt x="25" y="25"/>
                    <a:pt x="26" y="23"/>
                  </a:cubicBezTo>
                  <a:cubicBezTo>
                    <a:pt x="26" y="20"/>
                    <a:pt x="26" y="17"/>
                    <a:pt x="24" y="14"/>
                  </a:cubicBezTo>
                  <a:cubicBezTo>
                    <a:pt x="23" y="11"/>
                    <a:pt x="21" y="8"/>
                    <a:pt x="19" y="7"/>
                  </a:cubicBezTo>
                  <a:cubicBezTo>
                    <a:pt x="16" y="6"/>
                    <a:pt x="14" y="6"/>
                    <a:pt x="12" y="7"/>
                  </a:cubicBezTo>
                  <a:cubicBezTo>
                    <a:pt x="9" y="9"/>
                    <a:pt x="7" y="10"/>
                    <a:pt x="7" y="13"/>
                  </a:cubicBezTo>
                  <a:cubicBezTo>
                    <a:pt x="6" y="15"/>
                    <a:pt x="6" y="18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任意多边形: 形状 134"/>
            <p:cNvSpPr/>
            <p:nvPr/>
          </p:nvSpPr>
          <p:spPr bwMode="auto">
            <a:xfrm>
              <a:off x="2705101" y="2860676"/>
              <a:ext cx="58738" cy="65088"/>
            </a:xfrm>
            <a:custGeom>
              <a:avLst/>
              <a:gdLst>
                <a:gd name="T0" fmla="*/ 15 w 37"/>
                <a:gd name="T1" fmla="*/ 41 h 41"/>
                <a:gd name="T2" fmla="*/ 0 w 37"/>
                <a:gd name="T3" fmla="*/ 13 h 41"/>
                <a:gd name="T4" fmla="*/ 5 w 37"/>
                <a:gd name="T5" fmla="*/ 10 h 41"/>
                <a:gd name="T6" fmla="*/ 27 w 37"/>
                <a:gd name="T7" fmla="*/ 22 h 41"/>
                <a:gd name="T8" fmla="*/ 16 w 37"/>
                <a:gd name="T9" fmla="*/ 3 h 41"/>
                <a:gd name="T10" fmla="*/ 21 w 37"/>
                <a:gd name="T11" fmla="*/ 0 h 41"/>
                <a:gd name="T12" fmla="*/ 37 w 37"/>
                <a:gd name="T13" fmla="*/ 28 h 41"/>
                <a:gd name="T14" fmla="*/ 32 w 37"/>
                <a:gd name="T15" fmla="*/ 31 h 41"/>
                <a:gd name="T16" fmla="*/ 10 w 37"/>
                <a:gd name="T17" fmla="*/ 20 h 41"/>
                <a:gd name="T18" fmla="*/ 20 w 37"/>
                <a:gd name="T19" fmla="*/ 38 h 41"/>
                <a:gd name="T20" fmla="*/ 15 w 37"/>
                <a:gd name="T21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" h="41">
                  <a:moveTo>
                    <a:pt x="15" y="41"/>
                  </a:moveTo>
                  <a:lnTo>
                    <a:pt x="0" y="13"/>
                  </a:lnTo>
                  <a:lnTo>
                    <a:pt x="5" y="10"/>
                  </a:lnTo>
                  <a:lnTo>
                    <a:pt x="27" y="22"/>
                  </a:lnTo>
                  <a:lnTo>
                    <a:pt x="16" y="3"/>
                  </a:lnTo>
                  <a:lnTo>
                    <a:pt x="21" y="0"/>
                  </a:lnTo>
                  <a:lnTo>
                    <a:pt x="37" y="28"/>
                  </a:lnTo>
                  <a:lnTo>
                    <a:pt x="32" y="31"/>
                  </a:lnTo>
                  <a:lnTo>
                    <a:pt x="10" y="20"/>
                  </a:lnTo>
                  <a:lnTo>
                    <a:pt x="20" y="38"/>
                  </a:lnTo>
                  <a:lnTo>
                    <a:pt x="15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任意多边形: 形状 135"/>
            <p:cNvSpPr/>
            <p:nvPr/>
          </p:nvSpPr>
          <p:spPr bwMode="auto">
            <a:xfrm>
              <a:off x="2744788" y="2852738"/>
              <a:ext cx="36513" cy="47625"/>
            </a:xfrm>
            <a:custGeom>
              <a:avLst/>
              <a:gdLst>
                <a:gd name="T0" fmla="*/ 17 w 23"/>
                <a:gd name="T1" fmla="*/ 30 h 30"/>
                <a:gd name="T2" fmla="*/ 0 w 23"/>
                <a:gd name="T3" fmla="*/ 2 h 30"/>
                <a:gd name="T4" fmla="*/ 6 w 23"/>
                <a:gd name="T5" fmla="*/ 0 h 30"/>
                <a:gd name="T6" fmla="*/ 23 w 23"/>
                <a:gd name="T7" fmla="*/ 27 h 30"/>
                <a:gd name="T8" fmla="*/ 17 w 23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30">
                  <a:moveTo>
                    <a:pt x="17" y="30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23" y="27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任意多边形: 形状 136"/>
            <p:cNvSpPr/>
            <p:nvPr/>
          </p:nvSpPr>
          <p:spPr bwMode="auto">
            <a:xfrm>
              <a:off x="2765426" y="2830513"/>
              <a:ext cx="50800" cy="52388"/>
            </a:xfrm>
            <a:custGeom>
              <a:avLst/>
              <a:gdLst>
                <a:gd name="T0" fmla="*/ 25 w 33"/>
                <a:gd name="T1" fmla="*/ 16 h 34"/>
                <a:gd name="T2" fmla="*/ 32 w 33"/>
                <a:gd name="T3" fmla="*/ 14 h 34"/>
                <a:gd name="T4" fmla="*/ 32 w 33"/>
                <a:gd name="T5" fmla="*/ 23 h 34"/>
                <a:gd name="T6" fmla="*/ 27 w 33"/>
                <a:gd name="T7" fmla="*/ 31 h 34"/>
                <a:gd name="T8" fmla="*/ 15 w 33"/>
                <a:gd name="T9" fmla="*/ 33 h 34"/>
                <a:gd name="T10" fmla="*/ 5 w 33"/>
                <a:gd name="T11" fmla="*/ 26 h 34"/>
                <a:gd name="T12" fmla="*/ 1 w 33"/>
                <a:gd name="T13" fmla="*/ 13 h 34"/>
                <a:gd name="T14" fmla="*/ 7 w 33"/>
                <a:gd name="T15" fmla="*/ 3 h 34"/>
                <a:gd name="T16" fmla="*/ 17 w 33"/>
                <a:gd name="T17" fmla="*/ 0 h 34"/>
                <a:gd name="T18" fmla="*/ 23 w 33"/>
                <a:gd name="T19" fmla="*/ 3 h 34"/>
                <a:gd name="T20" fmla="*/ 19 w 33"/>
                <a:gd name="T21" fmla="*/ 8 h 34"/>
                <a:gd name="T22" fmla="*/ 15 w 33"/>
                <a:gd name="T23" fmla="*/ 6 h 34"/>
                <a:gd name="T24" fmla="*/ 10 w 33"/>
                <a:gd name="T25" fmla="*/ 8 h 34"/>
                <a:gd name="T26" fmla="*/ 7 w 33"/>
                <a:gd name="T27" fmla="*/ 13 h 34"/>
                <a:gd name="T28" fmla="*/ 10 w 33"/>
                <a:gd name="T29" fmla="*/ 21 h 34"/>
                <a:gd name="T30" fmla="*/ 17 w 33"/>
                <a:gd name="T31" fmla="*/ 27 h 34"/>
                <a:gd name="T32" fmla="*/ 23 w 33"/>
                <a:gd name="T33" fmla="*/ 26 h 34"/>
                <a:gd name="T34" fmla="*/ 26 w 33"/>
                <a:gd name="T35" fmla="*/ 22 h 34"/>
                <a:gd name="T36" fmla="*/ 25 w 33"/>
                <a:gd name="T37" fmla="*/ 1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3" h="34">
                  <a:moveTo>
                    <a:pt x="25" y="16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33" y="18"/>
                    <a:pt x="33" y="21"/>
                    <a:pt x="32" y="23"/>
                  </a:cubicBezTo>
                  <a:cubicBezTo>
                    <a:pt x="31" y="26"/>
                    <a:pt x="30" y="29"/>
                    <a:pt x="27" y="31"/>
                  </a:cubicBezTo>
                  <a:cubicBezTo>
                    <a:pt x="23" y="33"/>
                    <a:pt x="19" y="34"/>
                    <a:pt x="15" y="33"/>
                  </a:cubicBezTo>
                  <a:cubicBezTo>
                    <a:pt x="11" y="33"/>
                    <a:pt x="8" y="30"/>
                    <a:pt x="5" y="26"/>
                  </a:cubicBezTo>
                  <a:cubicBezTo>
                    <a:pt x="2" y="21"/>
                    <a:pt x="0" y="17"/>
                    <a:pt x="1" y="13"/>
                  </a:cubicBezTo>
                  <a:cubicBezTo>
                    <a:pt x="1" y="9"/>
                    <a:pt x="3" y="6"/>
                    <a:pt x="7" y="3"/>
                  </a:cubicBezTo>
                  <a:cubicBezTo>
                    <a:pt x="10" y="0"/>
                    <a:pt x="14" y="0"/>
                    <a:pt x="17" y="0"/>
                  </a:cubicBezTo>
                  <a:cubicBezTo>
                    <a:pt x="19" y="0"/>
                    <a:pt x="21" y="1"/>
                    <a:pt x="23" y="3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7"/>
                    <a:pt x="16" y="6"/>
                    <a:pt x="15" y="6"/>
                  </a:cubicBezTo>
                  <a:cubicBezTo>
                    <a:pt x="13" y="6"/>
                    <a:pt x="12" y="7"/>
                    <a:pt x="10" y="8"/>
                  </a:cubicBezTo>
                  <a:cubicBezTo>
                    <a:pt x="8" y="9"/>
                    <a:pt x="7" y="11"/>
                    <a:pt x="7" y="13"/>
                  </a:cubicBezTo>
                  <a:cubicBezTo>
                    <a:pt x="7" y="16"/>
                    <a:pt x="8" y="18"/>
                    <a:pt x="10" y="21"/>
                  </a:cubicBezTo>
                  <a:cubicBezTo>
                    <a:pt x="12" y="25"/>
                    <a:pt x="15" y="27"/>
                    <a:pt x="17" y="27"/>
                  </a:cubicBezTo>
                  <a:cubicBezTo>
                    <a:pt x="19" y="28"/>
                    <a:pt x="21" y="27"/>
                    <a:pt x="23" y="26"/>
                  </a:cubicBezTo>
                  <a:cubicBezTo>
                    <a:pt x="25" y="25"/>
                    <a:pt x="26" y="24"/>
                    <a:pt x="26" y="22"/>
                  </a:cubicBezTo>
                  <a:cubicBezTo>
                    <a:pt x="26" y="20"/>
                    <a:pt x="26" y="18"/>
                    <a:pt x="25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任意多边形: 形状 137"/>
            <p:cNvSpPr/>
            <p:nvPr/>
          </p:nvSpPr>
          <p:spPr bwMode="auto">
            <a:xfrm>
              <a:off x="2813051" y="2779713"/>
              <a:ext cx="53975" cy="53975"/>
            </a:xfrm>
            <a:custGeom>
              <a:avLst/>
              <a:gdLst>
                <a:gd name="T0" fmla="*/ 30 w 34"/>
                <a:gd name="T1" fmla="*/ 34 h 34"/>
                <a:gd name="T2" fmla="*/ 11 w 34"/>
                <a:gd name="T3" fmla="*/ 14 h 34"/>
                <a:gd name="T4" fmla="*/ 4 w 34"/>
                <a:gd name="T5" fmla="*/ 21 h 34"/>
                <a:gd name="T6" fmla="*/ 0 w 34"/>
                <a:gd name="T7" fmla="*/ 17 h 34"/>
                <a:gd name="T8" fmla="*/ 20 w 34"/>
                <a:gd name="T9" fmla="*/ 0 h 34"/>
                <a:gd name="T10" fmla="*/ 23 w 34"/>
                <a:gd name="T11" fmla="*/ 4 h 34"/>
                <a:gd name="T12" fmla="*/ 16 w 34"/>
                <a:gd name="T13" fmla="*/ 11 h 34"/>
                <a:gd name="T14" fmla="*/ 34 w 34"/>
                <a:gd name="T15" fmla="*/ 30 h 34"/>
                <a:gd name="T16" fmla="*/ 30 w 34"/>
                <a:gd name="T1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0" y="34"/>
                  </a:moveTo>
                  <a:lnTo>
                    <a:pt x="11" y="14"/>
                  </a:lnTo>
                  <a:lnTo>
                    <a:pt x="4" y="21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23" y="4"/>
                  </a:lnTo>
                  <a:lnTo>
                    <a:pt x="16" y="11"/>
                  </a:lnTo>
                  <a:lnTo>
                    <a:pt x="34" y="30"/>
                  </a:lnTo>
                  <a:lnTo>
                    <a:pt x="30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任意多边形: 形状 138"/>
            <p:cNvSpPr/>
            <p:nvPr/>
          </p:nvSpPr>
          <p:spPr bwMode="auto">
            <a:xfrm>
              <a:off x="2846388" y="2749551"/>
              <a:ext cx="61913" cy="61913"/>
            </a:xfrm>
            <a:custGeom>
              <a:avLst/>
              <a:gdLst>
                <a:gd name="T0" fmla="*/ 23 w 39"/>
                <a:gd name="T1" fmla="*/ 39 h 39"/>
                <a:gd name="T2" fmla="*/ 0 w 39"/>
                <a:gd name="T3" fmla="*/ 17 h 39"/>
                <a:gd name="T4" fmla="*/ 16 w 39"/>
                <a:gd name="T5" fmla="*/ 0 h 39"/>
                <a:gd name="T6" fmla="*/ 20 w 39"/>
                <a:gd name="T7" fmla="*/ 3 h 39"/>
                <a:gd name="T8" fmla="*/ 9 w 39"/>
                <a:gd name="T9" fmla="*/ 16 h 39"/>
                <a:gd name="T10" fmla="*/ 13 w 39"/>
                <a:gd name="T11" fmla="*/ 21 h 39"/>
                <a:gd name="T12" fmla="*/ 24 w 39"/>
                <a:gd name="T13" fmla="*/ 9 h 39"/>
                <a:gd name="T14" fmla="*/ 28 w 39"/>
                <a:gd name="T15" fmla="*/ 13 h 39"/>
                <a:gd name="T16" fmla="*/ 17 w 39"/>
                <a:gd name="T17" fmla="*/ 25 h 39"/>
                <a:gd name="T18" fmla="*/ 24 w 39"/>
                <a:gd name="T19" fmla="*/ 31 h 39"/>
                <a:gd name="T20" fmla="*/ 36 w 39"/>
                <a:gd name="T21" fmla="*/ 18 h 39"/>
                <a:gd name="T22" fmla="*/ 39 w 39"/>
                <a:gd name="T23" fmla="*/ 22 h 39"/>
                <a:gd name="T24" fmla="*/ 23 w 39"/>
                <a:gd name="T2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39">
                  <a:moveTo>
                    <a:pt x="23" y="39"/>
                  </a:moveTo>
                  <a:lnTo>
                    <a:pt x="0" y="17"/>
                  </a:lnTo>
                  <a:lnTo>
                    <a:pt x="16" y="0"/>
                  </a:lnTo>
                  <a:lnTo>
                    <a:pt x="20" y="3"/>
                  </a:lnTo>
                  <a:lnTo>
                    <a:pt x="9" y="16"/>
                  </a:lnTo>
                  <a:lnTo>
                    <a:pt x="13" y="21"/>
                  </a:lnTo>
                  <a:lnTo>
                    <a:pt x="24" y="9"/>
                  </a:lnTo>
                  <a:lnTo>
                    <a:pt x="28" y="13"/>
                  </a:lnTo>
                  <a:lnTo>
                    <a:pt x="17" y="25"/>
                  </a:lnTo>
                  <a:lnTo>
                    <a:pt x="24" y="31"/>
                  </a:lnTo>
                  <a:lnTo>
                    <a:pt x="36" y="18"/>
                  </a:lnTo>
                  <a:lnTo>
                    <a:pt x="39" y="22"/>
                  </a:lnTo>
                  <a:lnTo>
                    <a:pt x="23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 bwMode="auto">
            <a:xfrm>
              <a:off x="2882901" y="2717801"/>
              <a:ext cx="52388" cy="52388"/>
            </a:xfrm>
            <a:custGeom>
              <a:avLst/>
              <a:gdLst>
                <a:gd name="T0" fmla="*/ 25 w 34"/>
                <a:gd name="T1" fmla="*/ 14 h 34"/>
                <a:gd name="T2" fmla="*/ 30 w 34"/>
                <a:gd name="T3" fmla="*/ 10 h 34"/>
                <a:gd name="T4" fmla="*/ 34 w 34"/>
                <a:gd name="T5" fmla="*/ 19 h 34"/>
                <a:gd name="T6" fmla="*/ 30 w 34"/>
                <a:gd name="T7" fmla="*/ 28 h 34"/>
                <a:gd name="T8" fmla="*/ 20 w 34"/>
                <a:gd name="T9" fmla="*/ 33 h 34"/>
                <a:gd name="T10" fmla="*/ 8 w 34"/>
                <a:gd name="T11" fmla="*/ 29 h 34"/>
                <a:gd name="T12" fmla="*/ 0 w 34"/>
                <a:gd name="T13" fmla="*/ 18 h 34"/>
                <a:gd name="T14" fmla="*/ 4 w 34"/>
                <a:gd name="T15" fmla="*/ 6 h 34"/>
                <a:gd name="T16" fmla="*/ 13 w 34"/>
                <a:gd name="T17" fmla="*/ 1 h 34"/>
                <a:gd name="T18" fmla="*/ 19 w 34"/>
                <a:gd name="T19" fmla="*/ 2 h 34"/>
                <a:gd name="T20" fmla="*/ 17 w 34"/>
                <a:gd name="T21" fmla="*/ 8 h 34"/>
                <a:gd name="T22" fmla="*/ 12 w 34"/>
                <a:gd name="T23" fmla="*/ 7 h 34"/>
                <a:gd name="T24" fmla="*/ 8 w 34"/>
                <a:gd name="T25" fmla="*/ 10 h 34"/>
                <a:gd name="T26" fmla="*/ 6 w 34"/>
                <a:gd name="T27" fmla="*/ 16 h 34"/>
                <a:gd name="T28" fmla="*/ 12 w 34"/>
                <a:gd name="T29" fmla="*/ 23 h 34"/>
                <a:gd name="T30" fmla="*/ 20 w 34"/>
                <a:gd name="T31" fmla="*/ 27 h 34"/>
                <a:gd name="T32" fmla="*/ 26 w 34"/>
                <a:gd name="T33" fmla="*/ 24 h 34"/>
                <a:gd name="T34" fmla="*/ 27 w 34"/>
                <a:gd name="T35" fmla="*/ 19 h 34"/>
                <a:gd name="T36" fmla="*/ 25 w 34"/>
                <a:gd name="T37" fmla="*/ 1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34">
                  <a:moveTo>
                    <a:pt x="25" y="14"/>
                  </a:moveTo>
                  <a:cubicBezTo>
                    <a:pt x="30" y="10"/>
                    <a:pt x="30" y="10"/>
                    <a:pt x="30" y="10"/>
                  </a:cubicBezTo>
                  <a:cubicBezTo>
                    <a:pt x="33" y="13"/>
                    <a:pt x="34" y="16"/>
                    <a:pt x="34" y="19"/>
                  </a:cubicBezTo>
                  <a:cubicBezTo>
                    <a:pt x="33" y="22"/>
                    <a:pt x="32" y="25"/>
                    <a:pt x="30" y="28"/>
                  </a:cubicBezTo>
                  <a:cubicBezTo>
                    <a:pt x="27" y="31"/>
                    <a:pt x="24" y="33"/>
                    <a:pt x="20" y="33"/>
                  </a:cubicBezTo>
                  <a:cubicBezTo>
                    <a:pt x="16" y="34"/>
                    <a:pt x="12" y="32"/>
                    <a:pt x="8" y="29"/>
                  </a:cubicBezTo>
                  <a:cubicBezTo>
                    <a:pt x="3" y="25"/>
                    <a:pt x="1" y="22"/>
                    <a:pt x="0" y="18"/>
                  </a:cubicBezTo>
                  <a:cubicBezTo>
                    <a:pt x="0" y="14"/>
                    <a:pt x="1" y="10"/>
                    <a:pt x="4" y="6"/>
                  </a:cubicBezTo>
                  <a:cubicBezTo>
                    <a:pt x="6" y="3"/>
                    <a:pt x="9" y="1"/>
                    <a:pt x="13" y="1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5" y="7"/>
                    <a:pt x="13" y="7"/>
                    <a:pt x="12" y="7"/>
                  </a:cubicBezTo>
                  <a:cubicBezTo>
                    <a:pt x="10" y="8"/>
                    <a:pt x="9" y="8"/>
                    <a:pt x="8" y="10"/>
                  </a:cubicBezTo>
                  <a:cubicBezTo>
                    <a:pt x="6" y="12"/>
                    <a:pt x="6" y="14"/>
                    <a:pt x="6" y="16"/>
                  </a:cubicBezTo>
                  <a:cubicBezTo>
                    <a:pt x="7" y="18"/>
                    <a:pt x="9" y="21"/>
                    <a:pt x="12" y="23"/>
                  </a:cubicBezTo>
                  <a:cubicBezTo>
                    <a:pt x="15" y="26"/>
                    <a:pt x="18" y="27"/>
                    <a:pt x="20" y="27"/>
                  </a:cubicBezTo>
                  <a:cubicBezTo>
                    <a:pt x="22" y="27"/>
                    <a:pt x="24" y="26"/>
                    <a:pt x="26" y="24"/>
                  </a:cubicBezTo>
                  <a:cubicBezTo>
                    <a:pt x="27" y="23"/>
                    <a:pt x="27" y="21"/>
                    <a:pt x="27" y="19"/>
                  </a:cubicBezTo>
                  <a:cubicBezTo>
                    <a:pt x="27" y="18"/>
                    <a:pt x="26" y="16"/>
                    <a:pt x="25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 bwMode="auto">
            <a:xfrm>
              <a:off x="2905126" y="2673351"/>
              <a:ext cx="63500" cy="63500"/>
            </a:xfrm>
            <a:custGeom>
              <a:avLst/>
              <a:gdLst>
                <a:gd name="T0" fmla="*/ 27 w 40"/>
                <a:gd name="T1" fmla="*/ 40 h 40"/>
                <a:gd name="T2" fmla="*/ 0 w 40"/>
                <a:gd name="T3" fmla="*/ 21 h 40"/>
                <a:gd name="T4" fmla="*/ 3 w 40"/>
                <a:gd name="T5" fmla="*/ 16 h 40"/>
                <a:gd name="T6" fmla="*/ 14 w 40"/>
                <a:gd name="T7" fmla="*/ 23 h 40"/>
                <a:gd name="T8" fmla="*/ 21 w 40"/>
                <a:gd name="T9" fmla="*/ 13 h 40"/>
                <a:gd name="T10" fmla="*/ 10 w 40"/>
                <a:gd name="T11" fmla="*/ 6 h 40"/>
                <a:gd name="T12" fmla="*/ 14 w 40"/>
                <a:gd name="T13" fmla="*/ 0 h 40"/>
                <a:gd name="T14" fmla="*/ 40 w 40"/>
                <a:gd name="T15" fmla="*/ 18 h 40"/>
                <a:gd name="T16" fmla="*/ 37 w 40"/>
                <a:gd name="T17" fmla="*/ 23 h 40"/>
                <a:gd name="T18" fmla="*/ 26 w 40"/>
                <a:gd name="T19" fmla="*/ 15 h 40"/>
                <a:gd name="T20" fmla="*/ 18 w 40"/>
                <a:gd name="T21" fmla="*/ 26 h 40"/>
                <a:gd name="T22" fmla="*/ 30 w 40"/>
                <a:gd name="T23" fmla="*/ 34 h 40"/>
                <a:gd name="T24" fmla="*/ 27 w 40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40">
                  <a:moveTo>
                    <a:pt x="27" y="40"/>
                  </a:moveTo>
                  <a:lnTo>
                    <a:pt x="0" y="21"/>
                  </a:lnTo>
                  <a:lnTo>
                    <a:pt x="3" y="16"/>
                  </a:lnTo>
                  <a:lnTo>
                    <a:pt x="14" y="23"/>
                  </a:lnTo>
                  <a:lnTo>
                    <a:pt x="21" y="13"/>
                  </a:lnTo>
                  <a:lnTo>
                    <a:pt x="10" y="6"/>
                  </a:lnTo>
                  <a:lnTo>
                    <a:pt x="14" y="0"/>
                  </a:lnTo>
                  <a:lnTo>
                    <a:pt x="40" y="18"/>
                  </a:lnTo>
                  <a:lnTo>
                    <a:pt x="37" y="23"/>
                  </a:lnTo>
                  <a:lnTo>
                    <a:pt x="26" y="15"/>
                  </a:lnTo>
                  <a:lnTo>
                    <a:pt x="18" y="26"/>
                  </a:lnTo>
                  <a:lnTo>
                    <a:pt x="30" y="34"/>
                  </a:lnTo>
                  <a:lnTo>
                    <a:pt x="27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任意多边形: 形状 141"/>
            <p:cNvSpPr/>
            <p:nvPr/>
          </p:nvSpPr>
          <p:spPr bwMode="auto">
            <a:xfrm>
              <a:off x="2930526" y="2633663"/>
              <a:ext cx="65088" cy="58738"/>
            </a:xfrm>
            <a:custGeom>
              <a:avLst/>
              <a:gdLst>
                <a:gd name="T0" fmla="*/ 28 w 41"/>
                <a:gd name="T1" fmla="*/ 37 h 37"/>
                <a:gd name="T2" fmla="*/ 0 w 41"/>
                <a:gd name="T3" fmla="*/ 21 h 37"/>
                <a:gd name="T4" fmla="*/ 4 w 41"/>
                <a:gd name="T5" fmla="*/ 16 h 37"/>
                <a:gd name="T6" fmla="*/ 28 w 41"/>
                <a:gd name="T7" fmla="*/ 15 h 37"/>
                <a:gd name="T8" fmla="*/ 10 w 41"/>
                <a:gd name="T9" fmla="*/ 4 h 37"/>
                <a:gd name="T10" fmla="*/ 13 w 41"/>
                <a:gd name="T11" fmla="*/ 0 h 37"/>
                <a:gd name="T12" fmla="*/ 41 w 41"/>
                <a:gd name="T13" fmla="*/ 15 h 37"/>
                <a:gd name="T14" fmla="*/ 38 w 41"/>
                <a:gd name="T15" fmla="*/ 20 h 37"/>
                <a:gd name="T16" fmla="*/ 13 w 41"/>
                <a:gd name="T17" fmla="*/ 22 h 37"/>
                <a:gd name="T18" fmla="*/ 31 w 41"/>
                <a:gd name="T19" fmla="*/ 32 h 37"/>
                <a:gd name="T20" fmla="*/ 28 w 41"/>
                <a:gd name="T2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37">
                  <a:moveTo>
                    <a:pt x="28" y="37"/>
                  </a:moveTo>
                  <a:lnTo>
                    <a:pt x="0" y="21"/>
                  </a:lnTo>
                  <a:lnTo>
                    <a:pt x="4" y="16"/>
                  </a:lnTo>
                  <a:lnTo>
                    <a:pt x="28" y="15"/>
                  </a:lnTo>
                  <a:lnTo>
                    <a:pt x="10" y="4"/>
                  </a:lnTo>
                  <a:lnTo>
                    <a:pt x="13" y="0"/>
                  </a:lnTo>
                  <a:lnTo>
                    <a:pt x="41" y="15"/>
                  </a:lnTo>
                  <a:lnTo>
                    <a:pt x="38" y="20"/>
                  </a:lnTo>
                  <a:lnTo>
                    <a:pt x="13" y="22"/>
                  </a:lnTo>
                  <a:lnTo>
                    <a:pt x="31" y="32"/>
                  </a:lnTo>
                  <a:lnTo>
                    <a:pt x="28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任意多边形: 形状 142"/>
            <p:cNvSpPr>
              <a:spLocks noEditPoints="1"/>
            </p:cNvSpPr>
            <p:nvPr/>
          </p:nvSpPr>
          <p:spPr bwMode="auto">
            <a:xfrm>
              <a:off x="2959101" y="2589213"/>
              <a:ext cx="53975" cy="52388"/>
            </a:xfrm>
            <a:custGeom>
              <a:avLst/>
              <a:gdLst>
                <a:gd name="T0" fmla="*/ 11 w 35"/>
                <a:gd name="T1" fmla="*/ 31 h 34"/>
                <a:gd name="T2" fmla="*/ 4 w 35"/>
                <a:gd name="T3" fmla="*/ 27 h 34"/>
                <a:gd name="T4" fmla="*/ 1 w 35"/>
                <a:gd name="T5" fmla="*/ 22 h 34"/>
                <a:gd name="T6" fmla="*/ 0 w 35"/>
                <a:gd name="T7" fmla="*/ 17 h 34"/>
                <a:gd name="T8" fmla="*/ 2 w 35"/>
                <a:gd name="T9" fmla="*/ 10 h 34"/>
                <a:gd name="T10" fmla="*/ 10 w 35"/>
                <a:gd name="T11" fmla="*/ 1 h 34"/>
                <a:gd name="T12" fmla="*/ 24 w 35"/>
                <a:gd name="T13" fmla="*/ 2 h 34"/>
                <a:gd name="T14" fmla="*/ 33 w 35"/>
                <a:gd name="T15" fmla="*/ 11 h 34"/>
                <a:gd name="T16" fmla="*/ 33 w 35"/>
                <a:gd name="T17" fmla="*/ 24 h 34"/>
                <a:gd name="T18" fmla="*/ 24 w 35"/>
                <a:gd name="T19" fmla="*/ 32 h 34"/>
                <a:gd name="T20" fmla="*/ 11 w 35"/>
                <a:gd name="T21" fmla="*/ 31 h 34"/>
                <a:gd name="T22" fmla="*/ 13 w 35"/>
                <a:gd name="T23" fmla="*/ 25 h 34"/>
                <a:gd name="T24" fmla="*/ 22 w 35"/>
                <a:gd name="T25" fmla="*/ 26 h 34"/>
                <a:gd name="T26" fmla="*/ 28 w 35"/>
                <a:gd name="T27" fmla="*/ 21 h 34"/>
                <a:gd name="T28" fmla="*/ 28 w 35"/>
                <a:gd name="T29" fmla="*/ 14 h 34"/>
                <a:gd name="T30" fmla="*/ 21 w 35"/>
                <a:gd name="T31" fmla="*/ 8 h 34"/>
                <a:gd name="T32" fmla="*/ 12 w 35"/>
                <a:gd name="T33" fmla="*/ 7 h 34"/>
                <a:gd name="T34" fmla="*/ 7 w 35"/>
                <a:gd name="T35" fmla="*/ 12 h 34"/>
                <a:gd name="T36" fmla="*/ 7 w 35"/>
                <a:gd name="T37" fmla="*/ 19 h 34"/>
                <a:gd name="T38" fmla="*/ 13 w 35"/>
                <a:gd name="T39" fmla="*/ 2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" h="34">
                  <a:moveTo>
                    <a:pt x="11" y="31"/>
                  </a:moveTo>
                  <a:cubicBezTo>
                    <a:pt x="8" y="30"/>
                    <a:pt x="5" y="28"/>
                    <a:pt x="4" y="27"/>
                  </a:cubicBezTo>
                  <a:cubicBezTo>
                    <a:pt x="3" y="25"/>
                    <a:pt x="2" y="24"/>
                    <a:pt x="1" y="22"/>
                  </a:cubicBezTo>
                  <a:cubicBezTo>
                    <a:pt x="0" y="20"/>
                    <a:pt x="0" y="19"/>
                    <a:pt x="0" y="17"/>
                  </a:cubicBezTo>
                  <a:cubicBezTo>
                    <a:pt x="0" y="15"/>
                    <a:pt x="1" y="12"/>
                    <a:pt x="2" y="10"/>
                  </a:cubicBezTo>
                  <a:cubicBezTo>
                    <a:pt x="4" y="5"/>
                    <a:pt x="7" y="3"/>
                    <a:pt x="10" y="1"/>
                  </a:cubicBezTo>
                  <a:cubicBezTo>
                    <a:pt x="14" y="0"/>
                    <a:pt x="19" y="0"/>
                    <a:pt x="24" y="2"/>
                  </a:cubicBezTo>
                  <a:cubicBezTo>
                    <a:pt x="29" y="4"/>
                    <a:pt x="32" y="7"/>
                    <a:pt x="33" y="11"/>
                  </a:cubicBezTo>
                  <a:cubicBezTo>
                    <a:pt x="35" y="15"/>
                    <a:pt x="35" y="19"/>
                    <a:pt x="33" y="24"/>
                  </a:cubicBezTo>
                  <a:cubicBezTo>
                    <a:pt x="31" y="28"/>
                    <a:pt x="28" y="31"/>
                    <a:pt x="24" y="32"/>
                  </a:cubicBezTo>
                  <a:cubicBezTo>
                    <a:pt x="20" y="34"/>
                    <a:pt x="16" y="34"/>
                    <a:pt x="11" y="31"/>
                  </a:cubicBezTo>
                  <a:close/>
                  <a:moveTo>
                    <a:pt x="13" y="25"/>
                  </a:moveTo>
                  <a:cubicBezTo>
                    <a:pt x="17" y="27"/>
                    <a:pt x="20" y="27"/>
                    <a:pt x="22" y="26"/>
                  </a:cubicBezTo>
                  <a:cubicBezTo>
                    <a:pt x="25" y="25"/>
                    <a:pt x="26" y="24"/>
                    <a:pt x="28" y="21"/>
                  </a:cubicBezTo>
                  <a:cubicBezTo>
                    <a:pt x="29" y="19"/>
                    <a:pt x="29" y="17"/>
                    <a:pt x="28" y="14"/>
                  </a:cubicBezTo>
                  <a:cubicBezTo>
                    <a:pt x="27" y="12"/>
                    <a:pt x="24" y="10"/>
                    <a:pt x="21" y="8"/>
                  </a:cubicBezTo>
                  <a:cubicBezTo>
                    <a:pt x="17" y="7"/>
                    <a:pt x="14" y="7"/>
                    <a:pt x="12" y="7"/>
                  </a:cubicBezTo>
                  <a:cubicBezTo>
                    <a:pt x="10" y="8"/>
                    <a:pt x="8" y="10"/>
                    <a:pt x="7" y="12"/>
                  </a:cubicBezTo>
                  <a:cubicBezTo>
                    <a:pt x="6" y="15"/>
                    <a:pt x="6" y="17"/>
                    <a:pt x="7" y="19"/>
                  </a:cubicBezTo>
                  <a:cubicBezTo>
                    <a:pt x="8" y="22"/>
                    <a:pt x="10" y="24"/>
                    <a:pt x="13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任意多边形: 形状 143"/>
            <p:cNvSpPr/>
            <p:nvPr/>
          </p:nvSpPr>
          <p:spPr bwMode="auto">
            <a:xfrm>
              <a:off x="2974976" y="2559051"/>
              <a:ext cx="58738" cy="34925"/>
            </a:xfrm>
            <a:custGeom>
              <a:avLst/>
              <a:gdLst>
                <a:gd name="T0" fmla="*/ 30 w 37"/>
                <a:gd name="T1" fmla="*/ 22 h 22"/>
                <a:gd name="T2" fmla="*/ 0 w 37"/>
                <a:gd name="T3" fmla="*/ 13 h 22"/>
                <a:gd name="T4" fmla="*/ 2 w 37"/>
                <a:gd name="T5" fmla="*/ 6 h 22"/>
                <a:gd name="T6" fmla="*/ 27 w 37"/>
                <a:gd name="T7" fmla="*/ 15 h 22"/>
                <a:gd name="T8" fmla="*/ 32 w 37"/>
                <a:gd name="T9" fmla="*/ 0 h 22"/>
                <a:gd name="T10" fmla="*/ 37 w 37"/>
                <a:gd name="T11" fmla="*/ 2 h 22"/>
                <a:gd name="T12" fmla="*/ 30 w 37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22">
                  <a:moveTo>
                    <a:pt x="30" y="22"/>
                  </a:moveTo>
                  <a:lnTo>
                    <a:pt x="0" y="13"/>
                  </a:lnTo>
                  <a:lnTo>
                    <a:pt x="2" y="6"/>
                  </a:lnTo>
                  <a:lnTo>
                    <a:pt x="27" y="15"/>
                  </a:lnTo>
                  <a:lnTo>
                    <a:pt x="32" y="0"/>
                  </a:lnTo>
                  <a:lnTo>
                    <a:pt x="37" y="2"/>
                  </a:lnTo>
                  <a:lnTo>
                    <a:pt x="3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任意多边形: 形状 144"/>
            <p:cNvSpPr>
              <a:spLocks noEditPoints="1"/>
            </p:cNvSpPr>
            <p:nvPr/>
          </p:nvSpPr>
          <p:spPr bwMode="auto">
            <a:xfrm>
              <a:off x="2990851" y="2500313"/>
              <a:ext cx="53975" cy="50800"/>
            </a:xfrm>
            <a:custGeom>
              <a:avLst/>
              <a:gdLst>
                <a:gd name="T0" fmla="*/ 14 w 35"/>
                <a:gd name="T1" fmla="*/ 32 h 33"/>
                <a:gd name="T2" fmla="*/ 6 w 35"/>
                <a:gd name="T3" fmla="*/ 28 h 33"/>
                <a:gd name="T4" fmla="*/ 2 w 35"/>
                <a:gd name="T5" fmla="*/ 24 h 33"/>
                <a:gd name="T6" fmla="*/ 1 w 35"/>
                <a:gd name="T7" fmla="*/ 19 h 33"/>
                <a:gd name="T8" fmla="*/ 1 w 35"/>
                <a:gd name="T9" fmla="*/ 12 h 33"/>
                <a:gd name="T10" fmla="*/ 8 w 35"/>
                <a:gd name="T11" fmla="*/ 2 h 33"/>
                <a:gd name="T12" fmla="*/ 22 w 35"/>
                <a:gd name="T13" fmla="*/ 1 h 33"/>
                <a:gd name="T14" fmla="*/ 33 w 35"/>
                <a:gd name="T15" fmla="*/ 8 h 33"/>
                <a:gd name="T16" fmla="*/ 34 w 35"/>
                <a:gd name="T17" fmla="*/ 21 h 33"/>
                <a:gd name="T18" fmla="*/ 27 w 35"/>
                <a:gd name="T19" fmla="*/ 31 h 33"/>
                <a:gd name="T20" fmla="*/ 14 w 35"/>
                <a:gd name="T21" fmla="*/ 32 h 33"/>
                <a:gd name="T22" fmla="*/ 15 w 35"/>
                <a:gd name="T23" fmla="*/ 25 h 33"/>
                <a:gd name="T24" fmla="*/ 24 w 35"/>
                <a:gd name="T25" fmla="*/ 25 h 33"/>
                <a:gd name="T26" fmla="*/ 29 w 35"/>
                <a:gd name="T27" fmla="*/ 19 h 33"/>
                <a:gd name="T28" fmla="*/ 27 w 35"/>
                <a:gd name="T29" fmla="*/ 12 h 33"/>
                <a:gd name="T30" fmla="*/ 20 w 35"/>
                <a:gd name="T31" fmla="*/ 8 h 33"/>
                <a:gd name="T32" fmla="*/ 11 w 35"/>
                <a:gd name="T33" fmla="*/ 8 h 33"/>
                <a:gd name="T34" fmla="*/ 7 w 35"/>
                <a:gd name="T35" fmla="*/ 13 h 33"/>
                <a:gd name="T36" fmla="*/ 8 w 35"/>
                <a:gd name="T37" fmla="*/ 21 h 33"/>
                <a:gd name="T38" fmla="*/ 15 w 35"/>
                <a:gd name="T39" fmla="*/ 2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" h="33">
                  <a:moveTo>
                    <a:pt x="14" y="32"/>
                  </a:moveTo>
                  <a:cubicBezTo>
                    <a:pt x="11" y="31"/>
                    <a:pt x="8" y="30"/>
                    <a:pt x="6" y="28"/>
                  </a:cubicBezTo>
                  <a:cubicBezTo>
                    <a:pt x="5" y="27"/>
                    <a:pt x="3" y="26"/>
                    <a:pt x="2" y="24"/>
                  </a:cubicBezTo>
                  <a:cubicBezTo>
                    <a:pt x="1" y="23"/>
                    <a:pt x="1" y="21"/>
                    <a:pt x="1" y="19"/>
                  </a:cubicBezTo>
                  <a:cubicBezTo>
                    <a:pt x="0" y="17"/>
                    <a:pt x="0" y="15"/>
                    <a:pt x="1" y="12"/>
                  </a:cubicBezTo>
                  <a:cubicBezTo>
                    <a:pt x="2" y="7"/>
                    <a:pt x="5" y="4"/>
                    <a:pt x="8" y="2"/>
                  </a:cubicBezTo>
                  <a:cubicBezTo>
                    <a:pt x="12" y="0"/>
                    <a:pt x="17" y="0"/>
                    <a:pt x="22" y="1"/>
                  </a:cubicBezTo>
                  <a:cubicBezTo>
                    <a:pt x="27" y="2"/>
                    <a:pt x="30" y="5"/>
                    <a:pt x="33" y="8"/>
                  </a:cubicBezTo>
                  <a:cubicBezTo>
                    <a:pt x="35" y="12"/>
                    <a:pt x="35" y="16"/>
                    <a:pt x="34" y="21"/>
                  </a:cubicBezTo>
                  <a:cubicBezTo>
                    <a:pt x="33" y="25"/>
                    <a:pt x="30" y="29"/>
                    <a:pt x="27" y="31"/>
                  </a:cubicBezTo>
                  <a:cubicBezTo>
                    <a:pt x="23" y="33"/>
                    <a:pt x="19" y="33"/>
                    <a:pt x="14" y="32"/>
                  </a:cubicBezTo>
                  <a:close/>
                  <a:moveTo>
                    <a:pt x="15" y="25"/>
                  </a:moveTo>
                  <a:cubicBezTo>
                    <a:pt x="19" y="26"/>
                    <a:pt x="22" y="26"/>
                    <a:pt x="24" y="25"/>
                  </a:cubicBezTo>
                  <a:cubicBezTo>
                    <a:pt x="26" y="24"/>
                    <a:pt x="28" y="22"/>
                    <a:pt x="29" y="19"/>
                  </a:cubicBezTo>
                  <a:cubicBezTo>
                    <a:pt x="29" y="17"/>
                    <a:pt x="29" y="14"/>
                    <a:pt x="27" y="12"/>
                  </a:cubicBezTo>
                  <a:cubicBezTo>
                    <a:pt x="26" y="10"/>
                    <a:pt x="23" y="8"/>
                    <a:pt x="20" y="8"/>
                  </a:cubicBezTo>
                  <a:cubicBezTo>
                    <a:pt x="16" y="7"/>
                    <a:pt x="13" y="7"/>
                    <a:pt x="11" y="8"/>
                  </a:cubicBezTo>
                  <a:cubicBezTo>
                    <a:pt x="9" y="9"/>
                    <a:pt x="7" y="11"/>
                    <a:pt x="7" y="13"/>
                  </a:cubicBezTo>
                  <a:cubicBezTo>
                    <a:pt x="6" y="16"/>
                    <a:pt x="6" y="18"/>
                    <a:pt x="8" y="21"/>
                  </a:cubicBezTo>
                  <a:cubicBezTo>
                    <a:pt x="9" y="23"/>
                    <a:pt x="12" y="24"/>
                    <a:pt x="15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任意多边形: 形状 145"/>
            <p:cNvSpPr/>
            <p:nvPr/>
          </p:nvSpPr>
          <p:spPr bwMode="auto">
            <a:xfrm>
              <a:off x="3003551" y="2449513"/>
              <a:ext cx="50800" cy="47625"/>
            </a:xfrm>
            <a:custGeom>
              <a:avLst/>
              <a:gdLst>
                <a:gd name="T0" fmla="*/ 21 w 34"/>
                <a:gd name="T1" fmla="*/ 15 h 31"/>
                <a:gd name="T2" fmla="*/ 16 w 34"/>
                <a:gd name="T3" fmla="*/ 14 h 31"/>
                <a:gd name="T4" fmla="*/ 18 w 34"/>
                <a:gd name="T5" fmla="*/ 0 h 31"/>
                <a:gd name="T6" fmla="*/ 31 w 34"/>
                <a:gd name="T7" fmla="*/ 2 h 31"/>
                <a:gd name="T8" fmla="*/ 34 w 34"/>
                <a:gd name="T9" fmla="*/ 9 h 31"/>
                <a:gd name="T10" fmla="*/ 34 w 34"/>
                <a:gd name="T11" fmla="*/ 17 h 31"/>
                <a:gd name="T12" fmla="*/ 30 w 34"/>
                <a:gd name="T13" fmla="*/ 26 h 31"/>
                <a:gd name="T14" fmla="*/ 23 w 34"/>
                <a:gd name="T15" fmla="*/ 30 h 31"/>
                <a:gd name="T16" fmla="*/ 14 w 34"/>
                <a:gd name="T17" fmla="*/ 31 h 31"/>
                <a:gd name="T18" fmla="*/ 6 w 34"/>
                <a:gd name="T19" fmla="*/ 27 h 31"/>
                <a:gd name="T20" fmla="*/ 1 w 34"/>
                <a:gd name="T21" fmla="*/ 20 h 31"/>
                <a:gd name="T22" fmla="*/ 0 w 34"/>
                <a:gd name="T23" fmla="*/ 12 h 31"/>
                <a:gd name="T24" fmla="*/ 4 w 34"/>
                <a:gd name="T25" fmla="*/ 3 h 31"/>
                <a:gd name="T26" fmla="*/ 12 w 34"/>
                <a:gd name="T27" fmla="*/ 0 h 31"/>
                <a:gd name="T28" fmla="*/ 12 w 34"/>
                <a:gd name="T29" fmla="*/ 6 h 31"/>
                <a:gd name="T30" fmla="*/ 8 w 34"/>
                <a:gd name="T31" fmla="*/ 8 h 31"/>
                <a:gd name="T32" fmla="*/ 6 w 34"/>
                <a:gd name="T33" fmla="*/ 13 h 31"/>
                <a:gd name="T34" fmla="*/ 7 w 34"/>
                <a:gd name="T35" fmla="*/ 20 h 31"/>
                <a:gd name="T36" fmla="*/ 15 w 34"/>
                <a:gd name="T37" fmla="*/ 24 h 31"/>
                <a:gd name="T38" fmla="*/ 24 w 34"/>
                <a:gd name="T39" fmla="*/ 23 h 31"/>
                <a:gd name="T40" fmla="*/ 28 w 34"/>
                <a:gd name="T41" fmla="*/ 17 h 31"/>
                <a:gd name="T42" fmla="*/ 28 w 34"/>
                <a:gd name="T43" fmla="*/ 12 h 31"/>
                <a:gd name="T44" fmla="*/ 27 w 34"/>
                <a:gd name="T45" fmla="*/ 8 h 31"/>
                <a:gd name="T46" fmla="*/ 23 w 34"/>
                <a:gd name="T47" fmla="*/ 8 h 31"/>
                <a:gd name="T48" fmla="*/ 21 w 34"/>
                <a:gd name="T4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" h="31">
                  <a:moveTo>
                    <a:pt x="21" y="15"/>
                  </a:moveTo>
                  <a:cubicBezTo>
                    <a:pt x="16" y="14"/>
                    <a:pt x="16" y="14"/>
                    <a:pt x="16" y="1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2" y="4"/>
                    <a:pt x="33" y="6"/>
                    <a:pt x="34" y="9"/>
                  </a:cubicBezTo>
                  <a:cubicBezTo>
                    <a:pt x="34" y="12"/>
                    <a:pt x="34" y="14"/>
                    <a:pt x="34" y="17"/>
                  </a:cubicBezTo>
                  <a:cubicBezTo>
                    <a:pt x="33" y="20"/>
                    <a:pt x="32" y="23"/>
                    <a:pt x="30" y="26"/>
                  </a:cubicBezTo>
                  <a:cubicBezTo>
                    <a:pt x="28" y="28"/>
                    <a:pt x="26" y="29"/>
                    <a:pt x="23" y="30"/>
                  </a:cubicBezTo>
                  <a:cubicBezTo>
                    <a:pt x="20" y="31"/>
                    <a:pt x="17" y="31"/>
                    <a:pt x="14" y="31"/>
                  </a:cubicBezTo>
                  <a:cubicBezTo>
                    <a:pt x="11" y="30"/>
                    <a:pt x="8" y="29"/>
                    <a:pt x="6" y="27"/>
                  </a:cubicBezTo>
                  <a:cubicBezTo>
                    <a:pt x="3" y="25"/>
                    <a:pt x="1" y="23"/>
                    <a:pt x="1" y="20"/>
                  </a:cubicBezTo>
                  <a:cubicBezTo>
                    <a:pt x="0" y="18"/>
                    <a:pt x="0" y="15"/>
                    <a:pt x="0" y="12"/>
                  </a:cubicBezTo>
                  <a:cubicBezTo>
                    <a:pt x="1" y="8"/>
                    <a:pt x="2" y="5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0" y="7"/>
                    <a:pt x="9" y="7"/>
                    <a:pt x="8" y="8"/>
                  </a:cubicBezTo>
                  <a:cubicBezTo>
                    <a:pt x="7" y="9"/>
                    <a:pt x="6" y="11"/>
                    <a:pt x="6" y="13"/>
                  </a:cubicBezTo>
                  <a:cubicBezTo>
                    <a:pt x="5" y="16"/>
                    <a:pt x="6" y="18"/>
                    <a:pt x="7" y="20"/>
                  </a:cubicBezTo>
                  <a:cubicBezTo>
                    <a:pt x="9" y="22"/>
                    <a:pt x="11" y="23"/>
                    <a:pt x="15" y="24"/>
                  </a:cubicBezTo>
                  <a:cubicBezTo>
                    <a:pt x="19" y="25"/>
                    <a:pt x="22" y="24"/>
                    <a:pt x="24" y="23"/>
                  </a:cubicBezTo>
                  <a:cubicBezTo>
                    <a:pt x="26" y="21"/>
                    <a:pt x="28" y="19"/>
                    <a:pt x="28" y="17"/>
                  </a:cubicBezTo>
                  <a:cubicBezTo>
                    <a:pt x="28" y="15"/>
                    <a:pt x="28" y="14"/>
                    <a:pt x="28" y="12"/>
                  </a:cubicBezTo>
                  <a:cubicBezTo>
                    <a:pt x="28" y="11"/>
                    <a:pt x="27" y="10"/>
                    <a:pt x="27" y="8"/>
                  </a:cubicBezTo>
                  <a:cubicBezTo>
                    <a:pt x="23" y="8"/>
                    <a:pt x="23" y="8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任意多边形: 形状 146"/>
            <p:cNvSpPr/>
            <p:nvPr/>
          </p:nvSpPr>
          <p:spPr bwMode="auto">
            <a:xfrm>
              <a:off x="3006726" y="2398713"/>
              <a:ext cx="52388" cy="46038"/>
            </a:xfrm>
            <a:custGeom>
              <a:avLst/>
              <a:gdLst>
                <a:gd name="T0" fmla="*/ 33 w 33"/>
                <a:gd name="T1" fmla="*/ 20 h 29"/>
                <a:gd name="T2" fmla="*/ 20 w 33"/>
                <a:gd name="T3" fmla="*/ 19 h 29"/>
                <a:gd name="T4" fmla="*/ 0 w 33"/>
                <a:gd name="T5" fmla="*/ 29 h 29"/>
                <a:gd name="T6" fmla="*/ 1 w 33"/>
                <a:gd name="T7" fmla="*/ 22 h 29"/>
                <a:gd name="T8" fmla="*/ 14 w 33"/>
                <a:gd name="T9" fmla="*/ 16 h 29"/>
                <a:gd name="T10" fmla="*/ 2 w 33"/>
                <a:gd name="T11" fmla="*/ 7 h 29"/>
                <a:gd name="T12" fmla="*/ 3 w 33"/>
                <a:gd name="T13" fmla="*/ 0 h 29"/>
                <a:gd name="T14" fmla="*/ 21 w 33"/>
                <a:gd name="T15" fmla="*/ 13 h 29"/>
                <a:gd name="T16" fmla="*/ 33 w 33"/>
                <a:gd name="T17" fmla="*/ 14 h 29"/>
                <a:gd name="T18" fmla="*/ 33 w 33"/>
                <a:gd name="T19" fmla="*/ 2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29">
                  <a:moveTo>
                    <a:pt x="33" y="20"/>
                  </a:moveTo>
                  <a:lnTo>
                    <a:pt x="20" y="19"/>
                  </a:lnTo>
                  <a:lnTo>
                    <a:pt x="0" y="29"/>
                  </a:lnTo>
                  <a:lnTo>
                    <a:pt x="1" y="22"/>
                  </a:lnTo>
                  <a:lnTo>
                    <a:pt x="14" y="16"/>
                  </a:lnTo>
                  <a:lnTo>
                    <a:pt x="2" y="7"/>
                  </a:lnTo>
                  <a:lnTo>
                    <a:pt x="3" y="0"/>
                  </a:lnTo>
                  <a:lnTo>
                    <a:pt x="21" y="13"/>
                  </a:lnTo>
                  <a:lnTo>
                    <a:pt x="33" y="14"/>
                  </a:lnTo>
                  <a:lnTo>
                    <a:pt x="33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任意多边形: 形状 147"/>
            <p:cNvSpPr/>
            <p:nvPr/>
          </p:nvSpPr>
          <p:spPr bwMode="auto">
            <a:xfrm>
              <a:off x="2117726" y="2646363"/>
              <a:ext cx="279400" cy="77788"/>
            </a:xfrm>
            <a:custGeom>
              <a:avLst/>
              <a:gdLst>
                <a:gd name="T0" fmla="*/ 0 w 182"/>
                <a:gd name="T1" fmla="*/ 0 h 50"/>
                <a:gd name="T2" fmla="*/ 12 w 182"/>
                <a:gd name="T3" fmla="*/ 18 h 50"/>
                <a:gd name="T4" fmla="*/ 182 w 182"/>
                <a:gd name="T5" fmla="*/ 0 h 50"/>
                <a:gd name="T6" fmla="*/ 0 w 182"/>
                <a:gd name="T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" h="50">
                  <a:moveTo>
                    <a:pt x="0" y="0"/>
                  </a:moveTo>
                  <a:cubicBezTo>
                    <a:pt x="3" y="7"/>
                    <a:pt x="7" y="13"/>
                    <a:pt x="12" y="18"/>
                  </a:cubicBezTo>
                  <a:cubicBezTo>
                    <a:pt x="45" y="50"/>
                    <a:pt x="110" y="41"/>
                    <a:pt x="182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任意多边形: 形状 148"/>
            <p:cNvSpPr/>
            <p:nvPr/>
          </p:nvSpPr>
          <p:spPr bwMode="auto">
            <a:xfrm>
              <a:off x="2079626" y="2005013"/>
              <a:ext cx="246063" cy="363538"/>
            </a:xfrm>
            <a:custGeom>
              <a:avLst/>
              <a:gdLst>
                <a:gd name="T0" fmla="*/ 143 w 160"/>
                <a:gd name="T1" fmla="*/ 49 h 235"/>
                <a:gd name="T2" fmla="*/ 160 w 160"/>
                <a:gd name="T3" fmla="*/ 41 h 235"/>
                <a:gd name="T4" fmla="*/ 36 w 160"/>
                <a:gd name="T5" fmla="*/ 59 h 235"/>
                <a:gd name="T6" fmla="*/ 79 w 160"/>
                <a:gd name="T7" fmla="*/ 234 h 235"/>
                <a:gd name="T8" fmla="*/ 93 w 160"/>
                <a:gd name="T9" fmla="*/ 215 h 235"/>
                <a:gd name="T10" fmla="*/ 50 w 160"/>
                <a:gd name="T11" fmla="*/ 49 h 235"/>
                <a:gd name="T12" fmla="*/ 143 w 160"/>
                <a:gd name="T13" fmla="*/ 49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" h="235">
                  <a:moveTo>
                    <a:pt x="143" y="49"/>
                  </a:moveTo>
                  <a:cubicBezTo>
                    <a:pt x="160" y="41"/>
                    <a:pt x="160" y="41"/>
                    <a:pt x="160" y="41"/>
                  </a:cubicBezTo>
                  <a:cubicBezTo>
                    <a:pt x="160" y="41"/>
                    <a:pt x="69" y="0"/>
                    <a:pt x="36" y="59"/>
                  </a:cubicBezTo>
                  <a:cubicBezTo>
                    <a:pt x="0" y="122"/>
                    <a:pt x="79" y="235"/>
                    <a:pt x="79" y="234"/>
                  </a:cubicBezTo>
                  <a:cubicBezTo>
                    <a:pt x="93" y="215"/>
                    <a:pt x="93" y="215"/>
                    <a:pt x="93" y="215"/>
                  </a:cubicBezTo>
                  <a:cubicBezTo>
                    <a:pt x="93" y="215"/>
                    <a:pt x="7" y="100"/>
                    <a:pt x="50" y="49"/>
                  </a:cubicBezTo>
                  <a:cubicBezTo>
                    <a:pt x="80" y="21"/>
                    <a:pt x="143" y="49"/>
                    <a:pt x="14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椭圆 149"/>
            <p:cNvSpPr>
              <a:spLocks noChangeArrowheads="1"/>
            </p:cNvSpPr>
            <p:nvPr/>
          </p:nvSpPr>
          <p:spPr bwMode="auto">
            <a:xfrm>
              <a:off x="2343151" y="2082801"/>
              <a:ext cx="50800" cy="508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任意多边形: 形状 150"/>
            <p:cNvSpPr/>
            <p:nvPr/>
          </p:nvSpPr>
          <p:spPr bwMode="auto">
            <a:xfrm>
              <a:off x="2220913" y="2003426"/>
              <a:ext cx="555625" cy="334963"/>
            </a:xfrm>
            <a:custGeom>
              <a:avLst/>
              <a:gdLst>
                <a:gd name="T0" fmla="*/ 329 w 362"/>
                <a:gd name="T1" fmla="*/ 46 h 218"/>
                <a:gd name="T2" fmla="*/ 56 w 362"/>
                <a:gd name="T3" fmla="*/ 152 h 218"/>
                <a:gd name="T4" fmla="*/ 0 w 362"/>
                <a:gd name="T5" fmla="*/ 218 h 218"/>
                <a:gd name="T6" fmla="*/ 61 w 362"/>
                <a:gd name="T7" fmla="*/ 218 h 218"/>
                <a:gd name="T8" fmla="*/ 86 w 362"/>
                <a:gd name="T9" fmla="*/ 190 h 218"/>
                <a:gd name="T10" fmla="*/ 153 w 362"/>
                <a:gd name="T11" fmla="*/ 171 h 218"/>
                <a:gd name="T12" fmla="*/ 143 w 362"/>
                <a:gd name="T13" fmla="*/ 218 h 218"/>
                <a:gd name="T14" fmla="*/ 309 w 362"/>
                <a:gd name="T15" fmla="*/ 218 h 218"/>
                <a:gd name="T16" fmla="*/ 329 w 362"/>
                <a:gd name="T17" fmla="*/ 4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2" h="218">
                  <a:moveTo>
                    <a:pt x="329" y="46"/>
                  </a:moveTo>
                  <a:cubicBezTo>
                    <a:pt x="282" y="0"/>
                    <a:pt x="159" y="47"/>
                    <a:pt x="56" y="152"/>
                  </a:cubicBezTo>
                  <a:cubicBezTo>
                    <a:pt x="35" y="173"/>
                    <a:pt x="16" y="196"/>
                    <a:pt x="0" y="218"/>
                  </a:cubicBezTo>
                  <a:cubicBezTo>
                    <a:pt x="61" y="218"/>
                    <a:pt x="61" y="218"/>
                    <a:pt x="61" y="218"/>
                  </a:cubicBezTo>
                  <a:cubicBezTo>
                    <a:pt x="66" y="210"/>
                    <a:pt x="75" y="200"/>
                    <a:pt x="86" y="190"/>
                  </a:cubicBezTo>
                  <a:cubicBezTo>
                    <a:pt x="112" y="167"/>
                    <a:pt x="142" y="159"/>
                    <a:pt x="153" y="171"/>
                  </a:cubicBezTo>
                  <a:cubicBezTo>
                    <a:pt x="162" y="181"/>
                    <a:pt x="156" y="200"/>
                    <a:pt x="143" y="218"/>
                  </a:cubicBezTo>
                  <a:cubicBezTo>
                    <a:pt x="309" y="218"/>
                    <a:pt x="309" y="218"/>
                    <a:pt x="309" y="218"/>
                  </a:cubicBezTo>
                  <a:cubicBezTo>
                    <a:pt x="351" y="145"/>
                    <a:pt x="362" y="78"/>
                    <a:pt x="329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任意多边形: 形状 151"/>
            <p:cNvSpPr/>
            <p:nvPr/>
          </p:nvSpPr>
          <p:spPr bwMode="auto">
            <a:xfrm>
              <a:off x="2419351" y="2546351"/>
              <a:ext cx="100013" cy="41275"/>
            </a:xfrm>
            <a:custGeom>
              <a:avLst/>
              <a:gdLst>
                <a:gd name="T0" fmla="*/ 0 w 65"/>
                <a:gd name="T1" fmla="*/ 0 h 27"/>
                <a:gd name="T2" fmla="*/ 31 w 65"/>
                <a:gd name="T3" fmla="*/ 27 h 27"/>
                <a:gd name="T4" fmla="*/ 65 w 65"/>
                <a:gd name="T5" fmla="*/ 0 h 27"/>
                <a:gd name="T6" fmla="*/ 0 w 65"/>
                <a:gd name="T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27">
                  <a:moveTo>
                    <a:pt x="0" y="0"/>
                  </a:moveTo>
                  <a:cubicBezTo>
                    <a:pt x="14" y="12"/>
                    <a:pt x="25" y="22"/>
                    <a:pt x="31" y="27"/>
                  </a:cubicBezTo>
                  <a:cubicBezTo>
                    <a:pt x="43" y="19"/>
                    <a:pt x="54" y="10"/>
                    <a:pt x="6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任意多边形: 形状 152"/>
            <p:cNvSpPr/>
            <p:nvPr/>
          </p:nvSpPr>
          <p:spPr bwMode="auto">
            <a:xfrm>
              <a:off x="2122488" y="2546351"/>
              <a:ext cx="306388" cy="55563"/>
            </a:xfrm>
            <a:custGeom>
              <a:avLst/>
              <a:gdLst>
                <a:gd name="T0" fmla="*/ 151 w 200"/>
                <a:gd name="T1" fmla="*/ 0 h 36"/>
                <a:gd name="T2" fmla="*/ 122 w 200"/>
                <a:gd name="T3" fmla="*/ 0 h 36"/>
                <a:gd name="T4" fmla="*/ 110 w 200"/>
                <a:gd name="T5" fmla="*/ 8 h 36"/>
                <a:gd name="T6" fmla="*/ 101 w 200"/>
                <a:gd name="T7" fmla="*/ 0 h 36"/>
                <a:gd name="T8" fmla="*/ 2 w 200"/>
                <a:gd name="T9" fmla="*/ 0 h 36"/>
                <a:gd name="T10" fmla="*/ 1 w 200"/>
                <a:gd name="T11" fmla="*/ 36 h 36"/>
                <a:gd name="T12" fmla="*/ 200 w 200"/>
                <a:gd name="T13" fmla="*/ 36 h 36"/>
                <a:gd name="T14" fmla="*/ 151 w 200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0" h="36">
                  <a:moveTo>
                    <a:pt x="151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3"/>
                    <a:pt x="0" y="25"/>
                    <a:pt x="1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183" y="26"/>
                    <a:pt x="167" y="14"/>
                    <a:pt x="15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 bwMode="auto">
            <a:xfrm>
              <a:off x="2132013" y="2457451"/>
              <a:ext cx="190500" cy="58738"/>
            </a:xfrm>
            <a:custGeom>
              <a:avLst/>
              <a:gdLst>
                <a:gd name="T0" fmla="*/ 90 w 124"/>
                <a:gd name="T1" fmla="*/ 0 h 38"/>
                <a:gd name="T2" fmla="*/ 13 w 124"/>
                <a:gd name="T3" fmla="*/ 0 h 38"/>
                <a:gd name="T4" fmla="*/ 0 w 124"/>
                <a:gd name="T5" fmla="*/ 38 h 38"/>
                <a:gd name="T6" fmla="*/ 124 w 124"/>
                <a:gd name="T7" fmla="*/ 38 h 38"/>
                <a:gd name="T8" fmla="*/ 90 w 12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38">
                  <a:moveTo>
                    <a:pt x="90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8" y="13"/>
                    <a:pt x="3" y="26"/>
                    <a:pt x="0" y="38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12" y="25"/>
                    <a:pt x="100" y="12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任意多边形: 形状 154"/>
            <p:cNvSpPr/>
            <p:nvPr/>
          </p:nvSpPr>
          <p:spPr bwMode="auto">
            <a:xfrm>
              <a:off x="2325688" y="2457451"/>
              <a:ext cx="282575" cy="58738"/>
            </a:xfrm>
            <a:custGeom>
              <a:avLst/>
              <a:gdLst>
                <a:gd name="T0" fmla="*/ 44 w 184"/>
                <a:gd name="T1" fmla="*/ 0 h 38"/>
                <a:gd name="T2" fmla="*/ 31 w 184"/>
                <a:gd name="T3" fmla="*/ 9 h 38"/>
                <a:gd name="T4" fmla="*/ 22 w 184"/>
                <a:gd name="T5" fmla="*/ 0 h 38"/>
                <a:gd name="T6" fmla="*/ 0 w 184"/>
                <a:gd name="T7" fmla="*/ 0 h 38"/>
                <a:gd name="T8" fmla="*/ 38 w 184"/>
                <a:gd name="T9" fmla="*/ 38 h 38"/>
                <a:gd name="T10" fmla="*/ 149 w 184"/>
                <a:gd name="T11" fmla="*/ 38 h 38"/>
                <a:gd name="T12" fmla="*/ 160 w 184"/>
                <a:gd name="T13" fmla="*/ 26 h 38"/>
                <a:gd name="T14" fmla="*/ 184 w 184"/>
                <a:gd name="T15" fmla="*/ 0 h 38"/>
                <a:gd name="T16" fmla="*/ 44 w 184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38">
                  <a:moveTo>
                    <a:pt x="44" y="0"/>
                  </a:moveTo>
                  <a:cubicBezTo>
                    <a:pt x="31" y="9"/>
                    <a:pt x="31" y="9"/>
                    <a:pt x="31" y="9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13"/>
                    <a:pt x="26" y="26"/>
                    <a:pt x="38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53" y="34"/>
                    <a:pt x="157" y="30"/>
                    <a:pt x="160" y="26"/>
                  </a:cubicBezTo>
                  <a:cubicBezTo>
                    <a:pt x="169" y="18"/>
                    <a:pt x="177" y="9"/>
                    <a:pt x="184" y="0"/>
                  </a:cubicBezTo>
                  <a:lnTo>
                    <a:pt x="4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任意多边形: 形状 155"/>
            <p:cNvSpPr/>
            <p:nvPr/>
          </p:nvSpPr>
          <p:spPr bwMode="auto">
            <a:xfrm>
              <a:off x="2247901" y="2370138"/>
              <a:ext cx="427038" cy="57150"/>
            </a:xfrm>
            <a:custGeom>
              <a:avLst/>
              <a:gdLst>
                <a:gd name="T0" fmla="*/ 126 w 278"/>
                <a:gd name="T1" fmla="*/ 0 h 37"/>
                <a:gd name="T2" fmla="*/ 113 w 278"/>
                <a:gd name="T3" fmla="*/ 8 h 37"/>
                <a:gd name="T4" fmla="*/ 104 w 278"/>
                <a:gd name="T5" fmla="*/ 0 h 37"/>
                <a:gd name="T6" fmla="*/ 0 w 278"/>
                <a:gd name="T7" fmla="*/ 0 h 37"/>
                <a:gd name="T8" fmla="*/ 30 w 278"/>
                <a:gd name="T9" fmla="*/ 37 h 37"/>
                <a:gd name="T10" fmla="*/ 251 w 278"/>
                <a:gd name="T11" fmla="*/ 37 h 37"/>
                <a:gd name="T12" fmla="*/ 278 w 278"/>
                <a:gd name="T13" fmla="*/ 0 h 37"/>
                <a:gd name="T14" fmla="*/ 126 w 278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37">
                  <a:moveTo>
                    <a:pt x="126" y="0"/>
                  </a:moveTo>
                  <a:cubicBezTo>
                    <a:pt x="113" y="8"/>
                    <a:pt x="113" y="8"/>
                    <a:pt x="113" y="8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11"/>
                    <a:pt x="18" y="24"/>
                    <a:pt x="30" y="37"/>
                  </a:cubicBezTo>
                  <a:cubicBezTo>
                    <a:pt x="251" y="37"/>
                    <a:pt x="251" y="37"/>
                    <a:pt x="251" y="37"/>
                  </a:cubicBezTo>
                  <a:cubicBezTo>
                    <a:pt x="261" y="25"/>
                    <a:pt x="270" y="12"/>
                    <a:pt x="278" y="0"/>
                  </a:cubicBez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任意多边形: 形状 156"/>
            <p:cNvSpPr/>
            <p:nvPr/>
          </p:nvSpPr>
          <p:spPr bwMode="auto">
            <a:xfrm>
              <a:off x="2166938" y="2370138"/>
              <a:ext cx="77788" cy="57150"/>
            </a:xfrm>
            <a:custGeom>
              <a:avLst/>
              <a:gdLst>
                <a:gd name="T0" fmla="*/ 24 w 51"/>
                <a:gd name="T1" fmla="*/ 0 h 37"/>
                <a:gd name="T2" fmla="*/ 21 w 51"/>
                <a:gd name="T3" fmla="*/ 0 h 37"/>
                <a:gd name="T4" fmla="*/ 0 w 51"/>
                <a:gd name="T5" fmla="*/ 37 h 37"/>
                <a:gd name="T6" fmla="*/ 51 w 51"/>
                <a:gd name="T7" fmla="*/ 37 h 37"/>
                <a:gd name="T8" fmla="*/ 24 w 51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7">
                  <a:moveTo>
                    <a:pt x="2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3" y="13"/>
                    <a:pt x="6" y="25"/>
                    <a:pt x="0" y="37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37" y="19"/>
                    <a:pt x="27" y="6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任意多边形: 形状 157"/>
            <p:cNvSpPr/>
            <p:nvPr/>
          </p:nvSpPr>
          <p:spPr bwMode="auto">
            <a:xfrm>
              <a:off x="2441576" y="2381251"/>
              <a:ext cx="358775" cy="384175"/>
            </a:xfrm>
            <a:custGeom>
              <a:avLst/>
              <a:gdLst>
                <a:gd name="T0" fmla="*/ 16 w 233"/>
                <a:gd name="T1" fmla="*/ 136 h 249"/>
                <a:gd name="T2" fmla="*/ 0 w 233"/>
                <a:gd name="T3" fmla="*/ 146 h 249"/>
                <a:gd name="T4" fmla="*/ 198 w 233"/>
                <a:gd name="T5" fmla="*/ 167 h 249"/>
                <a:gd name="T6" fmla="*/ 161 w 233"/>
                <a:gd name="T7" fmla="*/ 0 h 249"/>
                <a:gd name="T8" fmla="*/ 146 w 233"/>
                <a:gd name="T9" fmla="*/ 20 h 249"/>
                <a:gd name="T10" fmla="*/ 190 w 233"/>
                <a:gd name="T11" fmla="*/ 168 h 249"/>
                <a:gd name="T12" fmla="*/ 16 w 233"/>
                <a:gd name="T13" fmla="*/ 13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" h="249">
                  <a:moveTo>
                    <a:pt x="16" y="136"/>
                  </a:moveTo>
                  <a:cubicBezTo>
                    <a:pt x="16" y="136"/>
                    <a:pt x="2" y="145"/>
                    <a:pt x="0" y="146"/>
                  </a:cubicBezTo>
                  <a:cubicBezTo>
                    <a:pt x="0" y="146"/>
                    <a:pt x="151" y="249"/>
                    <a:pt x="198" y="167"/>
                  </a:cubicBezTo>
                  <a:cubicBezTo>
                    <a:pt x="233" y="100"/>
                    <a:pt x="161" y="0"/>
                    <a:pt x="161" y="0"/>
                  </a:cubicBezTo>
                  <a:cubicBezTo>
                    <a:pt x="161" y="0"/>
                    <a:pt x="147" y="19"/>
                    <a:pt x="146" y="20"/>
                  </a:cubicBezTo>
                  <a:cubicBezTo>
                    <a:pt x="146" y="20"/>
                    <a:pt x="217" y="117"/>
                    <a:pt x="190" y="168"/>
                  </a:cubicBezTo>
                  <a:cubicBezTo>
                    <a:pt x="150" y="235"/>
                    <a:pt x="16" y="136"/>
                    <a:pt x="16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任意多边形: 形状 158"/>
            <p:cNvSpPr/>
            <p:nvPr/>
          </p:nvSpPr>
          <p:spPr bwMode="auto">
            <a:xfrm>
              <a:off x="1817688" y="2193926"/>
              <a:ext cx="127000" cy="93663"/>
            </a:xfrm>
            <a:custGeom>
              <a:avLst/>
              <a:gdLst>
                <a:gd name="T0" fmla="*/ 16 w 82"/>
                <a:gd name="T1" fmla="*/ 23 h 61"/>
                <a:gd name="T2" fmla="*/ 3 w 82"/>
                <a:gd name="T3" fmla="*/ 13 h 61"/>
                <a:gd name="T4" fmla="*/ 8 w 82"/>
                <a:gd name="T5" fmla="*/ 8 h 61"/>
                <a:gd name="T6" fmla="*/ 18 w 82"/>
                <a:gd name="T7" fmla="*/ 8 h 61"/>
                <a:gd name="T8" fmla="*/ 26 w 82"/>
                <a:gd name="T9" fmla="*/ 0 h 61"/>
                <a:gd name="T10" fmla="*/ 30 w 82"/>
                <a:gd name="T11" fmla="*/ 7 h 61"/>
                <a:gd name="T12" fmla="*/ 36 w 82"/>
                <a:gd name="T13" fmla="*/ 23 h 61"/>
                <a:gd name="T14" fmla="*/ 43 w 82"/>
                <a:gd name="T15" fmla="*/ 23 h 61"/>
                <a:gd name="T16" fmla="*/ 39 w 82"/>
                <a:gd name="T17" fmla="*/ 11 h 61"/>
                <a:gd name="T18" fmla="*/ 47 w 82"/>
                <a:gd name="T19" fmla="*/ 14 h 61"/>
                <a:gd name="T20" fmla="*/ 56 w 82"/>
                <a:gd name="T21" fmla="*/ 29 h 61"/>
                <a:gd name="T22" fmla="*/ 82 w 82"/>
                <a:gd name="T23" fmla="*/ 37 h 61"/>
                <a:gd name="T24" fmla="*/ 78 w 82"/>
                <a:gd name="T25" fmla="*/ 44 h 61"/>
                <a:gd name="T26" fmla="*/ 70 w 82"/>
                <a:gd name="T27" fmla="*/ 45 h 61"/>
                <a:gd name="T28" fmla="*/ 62 w 82"/>
                <a:gd name="T29" fmla="*/ 44 h 61"/>
                <a:gd name="T30" fmla="*/ 63 w 82"/>
                <a:gd name="T31" fmla="*/ 49 h 61"/>
                <a:gd name="T32" fmla="*/ 64 w 82"/>
                <a:gd name="T33" fmla="*/ 59 h 61"/>
                <a:gd name="T34" fmla="*/ 52 w 82"/>
                <a:gd name="T35" fmla="*/ 57 h 61"/>
                <a:gd name="T36" fmla="*/ 44 w 82"/>
                <a:gd name="T37" fmla="*/ 43 h 61"/>
                <a:gd name="T38" fmla="*/ 40 w 82"/>
                <a:gd name="T39" fmla="*/ 34 h 61"/>
                <a:gd name="T40" fmla="*/ 34 w 82"/>
                <a:gd name="T41" fmla="*/ 36 h 61"/>
                <a:gd name="T42" fmla="*/ 28 w 82"/>
                <a:gd name="T43" fmla="*/ 55 h 61"/>
                <a:gd name="T44" fmla="*/ 20 w 82"/>
                <a:gd name="T45" fmla="*/ 53 h 61"/>
                <a:gd name="T46" fmla="*/ 16 w 82"/>
                <a:gd name="T47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2" h="61">
                  <a:moveTo>
                    <a:pt x="16" y="23"/>
                  </a:moveTo>
                  <a:cubicBezTo>
                    <a:pt x="16" y="23"/>
                    <a:pt x="6" y="16"/>
                    <a:pt x="3" y="13"/>
                  </a:cubicBezTo>
                  <a:cubicBezTo>
                    <a:pt x="0" y="10"/>
                    <a:pt x="3" y="7"/>
                    <a:pt x="8" y="8"/>
                  </a:cubicBezTo>
                  <a:cubicBezTo>
                    <a:pt x="13" y="9"/>
                    <a:pt x="15" y="11"/>
                    <a:pt x="18" y="8"/>
                  </a:cubicBezTo>
                  <a:cubicBezTo>
                    <a:pt x="21" y="5"/>
                    <a:pt x="23" y="0"/>
                    <a:pt x="26" y="0"/>
                  </a:cubicBezTo>
                  <a:cubicBezTo>
                    <a:pt x="29" y="1"/>
                    <a:pt x="29" y="1"/>
                    <a:pt x="30" y="7"/>
                  </a:cubicBezTo>
                  <a:cubicBezTo>
                    <a:pt x="31" y="12"/>
                    <a:pt x="33" y="21"/>
                    <a:pt x="36" y="23"/>
                  </a:cubicBezTo>
                  <a:cubicBezTo>
                    <a:pt x="40" y="25"/>
                    <a:pt x="44" y="27"/>
                    <a:pt x="43" y="23"/>
                  </a:cubicBezTo>
                  <a:cubicBezTo>
                    <a:pt x="42" y="19"/>
                    <a:pt x="40" y="12"/>
                    <a:pt x="39" y="11"/>
                  </a:cubicBezTo>
                  <a:cubicBezTo>
                    <a:pt x="38" y="10"/>
                    <a:pt x="45" y="11"/>
                    <a:pt x="47" y="14"/>
                  </a:cubicBezTo>
                  <a:cubicBezTo>
                    <a:pt x="49" y="16"/>
                    <a:pt x="54" y="28"/>
                    <a:pt x="56" y="29"/>
                  </a:cubicBezTo>
                  <a:cubicBezTo>
                    <a:pt x="57" y="30"/>
                    <a:pt x="76" y="36"/>
                    <a:pt x="82" y="37"/>
                  </a:cubicBezTo>
                  <a:cubicBezTo>
                    <a:pt x="82" y="37"/>
                    <a:pt x="81" y="43"/>
                    <a:pt x="78" y="44"/>
                  </a:cubicBezTo>
                  <a:cubicBezTo>
                    <a:pt x="75" y="45"/>
                    <a:pt x="71" y="45"/>
                    <a:pt x="70" y="45"/>
                  </a:cubicBezTo>
                  <a:cubicBezTo>
                    <a:pt x="69" y="45"/>
                    <a:pt x="62" y="44"/>
                    <a:pt x="62" y="44"/>
                  </a:cubicBezTo>
                  <a:cubicBezTo>
                    <a:pt x="62" y="44"/>
                    <a:pt x="61" y="47"/>
                    <a:pt x="63" y="49"/>
                  </a:cubicBezTo>
                  <a:cubicBezTo>
                    <a:pt x="64" y="50"/>
                    <a:pt x="67" y="58"/>
                    <a:pt x="64" y="59"/>
                  </a:cubicBezTo>
                  <a:cubicBezTo>
                    <a:pt x="60" y="61"/>
                    <a:pt x="55" y="60"/>
                    <a:pt x="52" y="57"/>
                  </a:cubicBezTo>
                  <a:cubicBezTo>
                    <a:pt x="50" y="54"/>
                    <a:pt x="44" y="44"/>
                    <a:pt x="44" y="43"/>
                  </a:cubicBezTo>
                  <a:cubicBezTo>
                    <a:pt x="43" y="42"/>
                    <a:pt x="42" y="35"/>
                    <a:pt x="40" y="34"/>
                  </a:cubicBezTo>
                  <a:cubicBezTo>
                    <a:pt x="38" y="34"/>
                    <a:pt x="33" y="31"/>
                    <a:pt x="34" y="36"/>
                  </a:cubicBezTo>
                  <a:cubicBezTo>
                    <a:pt x="35" y="40"/>
                    <a:pt x="35" y="52"/>
                    <a:pt x="28" y="55"/>
                  </a:cubicBezTo>
                  <a:cubicBezTo>
                    <a:pt x="21" y="58"/>
                    <a:pt x="18" y="57"/>
                    <a:pt x="20" y="53"/>
                  </a:cubicBezTo>
                  <a:cubicBezTo>
                    <a:pt x="23" y="48"/>
                    <a:pt x="19" y="27"/>
                    <a:pt x="16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任意多边形: 形状 159"/>
            <p:cNvSpPr/>
            <p:nvPr/>
          </p:nvSpPr>
          <p:spPr bwMode="auto">
            <a:xfrm>
              <a:off x="1822451" y="2127251"/>
              <a:ext cx="144463" cy="79375"/>
            </a:xfrm>
            <a:custGeom>
              <a:avLst/>
              <a:gdLst>
                <a:gd name="T0" fmla="*/ 19 w 94"/>
                <a:gd name="T1" fmla="*/ 26 h 51"/>
                <a:gd name="T2" fmla="*/ 5 w 94"/>
                <a:gd name="T3" fmla="*/ 19 h 51"/>
                <a:gd name="T4" fmla="*/ 4 w 94"/>
                <a:gd name="T5" fmla="*/ 12 h 51"/>
                <a:gd name="T6" fmla="*/ 12 w 94"/>
                <a:gd name="T7" fmla="*/ 14 h 51"/>
                <a:gd name="T8" fmla="*/ 19 w 94"/>
                <a:gd name="T9" fmla="*/ 18 h 51"/>
                <a:gd name="T10" fmla="*/ 20 w 94"/>
                <a:gd name="T11" fmla="*/ 13 h 51"/>
                <a:gd name="T12" fmla="*/ 20 w 94"/>
                <a:gd name="T13" fmla="*/ 3 h 51"/>
                <a:gd name="T14" fmla="*/ 25 w 94"/>
                <a:gd name="T15" fmla="*/ 5 h 51"/>
                <a:gd name="T16" fmla="*/ 24 w 94"/>
                <a:gd name="T17" fmla="*/ 19 h 51"/>
                <a:gd name="T18" fmla="*/ 28 w 94"/>
                <a:gd name="T19" fmla="*/ 21 h 51"/>
                <a:gd name="T20" fmla="*/ 35 w 94"/>
                <a:gd name="T21" fmla="*/ 24 h 51"/>
                <a:gd name="T22" fmla="*/ 41 w 94"/>
                <a:gd name="T23" fmla="*/ 10 h 51"/>
                <a:gd name="T24" fmla="*/ 45 w 94"/>
                <a:gd name="T25" fmla="*/ 16 h 51"/>
                <a:gd name="T26" fmla="*/ 45 w 94"/>
                <a:gd name="T27" fmla="*/ 22 h 51"/>
                <a:gd name="T28" fmla="*/ 52 w 94"/>
                <a:gd name="T29" fmla="*/ 27 h 51"/>
                <a:gd name="T30" fmla="*/ 58 w 94"/>
                <a:gd name="T31" fmla="*/ 23 h 51"/>
                <a:gd name="T32" fmla="*/ 69 w 94"/>
                <a:gd name="T33" fmla="*/ 19 h 51"/>
                <a:gd name="T34" fmla="*/ 78 w 94"/>
                <a:gd name="T35" fmla="*/ 25 h 51"/>
                <a:gd name="T36" fmla="*/ 91 w 94"/>
                <a:gd name="T37" fmla="*/ 24 h 51"/>
                <a:gd name="T38" fmla="*/ 85 w 94"/>
                <a:gd name="T39" fmla="*/ 37 h 51"/>
                <a:gd name="T40" fmla="*/ 81 w 94"/>
                <a:gd name="T41" fmla="*/ 43 h 51"/>
                <a:gd name="T42" fmla="*/ 68 w 94"/>
                <a:gd name="T43" fmla="*/ 42 h 51"/>
                <a:gd name="T44" fmla="*/ 61 w 94"/>
                <a:gd name="T45" fmla="*/ 40 h 51"/>
                <a:gd name="T46" fmla="*/ 55 w 94"/>
                <a:gd name="T47" fmla="*/ 50 h 51"/>
                <a:gd name="T48" fmla="*/ 51 w 94"/>
                <a:gd name="T49" fmla="*/ 46 h 51"/>
                <a:gd name="T50" fmla="*/ 54 w 94"/>
                <a:gd name="T51" fmla="*/ 36 h 51"/>
                <a:gd name="T52" fmla="*/ 47 w 94"/>
                <a:gd name="T53" fmla="*/ 32 h 51"/>
                <a:gd name="T54" fmla="*/ 43 w 94"/>
                <a:gd name="T55" fmla="*/ 39 h 51"/>
                <a:gd name="T56" fmla="*/ 44 w 94"/>
                <a:gd name="T57" fmla="*/ 43 h 51"/>
                <a:gd name="T58" fmla="*/ 42 w 94"/>
                <a:gd name="T59" fmla="*/ 49 h 51"/>
                <a:gd name="T60" fmla="*/ 36 w 94"/>
                <a:gd name="T61" fmla="*/ 45 h 51"/>
                <a:gd name="T62" fmla="*/ 34 w 94"/>
                <a:gd name="T63" fmla="*/ 33 h 51"/>
                <a:gd name="T64" fmla="*/ 26 w 94"/>
                <a:gd name="T65" fmla="*/ 33 h 51"/>
                <a:gd name="T66" fmla="*/ 21 w 94"/>
                <a:gd name="T67" fmla="*/ 36 h 51"/>
                <a:gd name="T68" fmla="*/ 19 w 94"/>
                <a:gd name="T69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4" h="51">
                  <a:moveTo>
                    <a:pt x="19" y="26"/>
                  </a:moveTo>
                  <a:cubicBezTo>
                    <a:pt x="19" y="26"/>
                    <a:pt x="7" y="21"/>
                    <a:pt x="5" y="19"/>
                  </a:cubicBezTo>
                  <a:cubicBezTo>
                    <a:pt x="3" y="17"/>
                    <a:pt x="0" y="14"/>
                    <a:pt x="4" y="12"/>
                  </a:cubicBezTo>
                  <a:cubicBezTo>
                    <a:pt x="8" y="11"/>
                    <a:pt x="10" y="12"/>
                    <a:pt x="12" y="14"/>
                  </a:cubicBezTo>
                  <a:cubicBezTo>
                    <a:pt x="15" y="17"/>
                    <a:pt x="19" y="18"/>
                    <a:pt x="19" y="18"/>
                  </a:cubicBezTo>
                  <a:cubicBezTo>
                    <a:pt x="20" y="18"/>
                    <a:pt x="20" y="14"/>
                    <a:pt x="20" y="13"/>
                  </a:cubicBezTo>
                  <a:cubicBezTo>
                    <a:pt x="19" y="8"/>
                    <a:pt x="19" y="5"/>
                    <a:pt x="20" y="3"/>
                  </a:cubicBezTo>
                  <a:cubicBezTo>
                    <a:pt x="21" y="1"/>
                    <a:pt x="23" y="0"/>
                    <a:pt x="25" y="5"/>
                  </a:cubicBezTo>
                  <a:cubicBezTo>
                    <a:pt x="27" y="13"/>
                    <a:pt x="24" y="19"/>
                    <a:pt x="24" y="19"/>
                  </a:cubicBezTo>
                  <a:cubicBezTo>
                    <a:pt x="24" y="19"/>
                    <a:pt x="25" y="20"/>
                    <a:pt x="28" y="21"/>
                  </a:cubicBezTo>
                  <a:cubicBezTo>
                    <a:pt x="31" y="23"/>
                    <a:pt x="35" y="24"/>
                    <a:pt x="35" y="24"/>
                  </a:cubicBezTo>
                  <a:cubicBezTo>
                    <a:pt x="35" y="24"/>
                    <a:pt x="38" y="12"/>
                    <a:pt x="41" y="10"/>
                  </a:cubicBezTo>
                  <a:cubicBezTo>
                    <a:pt x="43" y="9"/>
                    <a:pt x="49" y="10"/>
                    <a:pt x="45" y="16"/>
                  </a:cubicBezTo>
                  <a:cubicBezTo>
                    <a:pt x="43" y="20"/>
                    <a:pt x="44" y="20"/>
                    <a:pt x="45" y="22"/>
                  </a:cubicBezTo>
                  <a:cubicBezTo>
                    <a:pt x="47" y="24"/>
                    <a:pt x="47" y="27"/>
                    <a:pt x="52" y="27"/>
                  </a:cubicBezTo>
                  <a:cubicBezTo>
                    <a:pt x="56" y="26"/>
                    <a:pt x="57" y="25"/>
                    <a:pt x="58" y="23"/>
                  </a:cubicBezTo>
                  <a:cubicBezTo>
                    <a:pt x="58" y="21"/>
                    <a:pt x="62" y="15"/>
                    <a:pt x="69" y="19"/>
                  </a:cubicBezTo>
                  <a:cubicBezTo>
                    <a:pt x="69" y="19"/>
                    <a:pt x="74" y="28"/>
                    <a:pt x="78" y="25"/>
                  </a:cubicBezTo>
                  <a:cubicBezTo>
                    <a:pt x="82" y="22"/>
                    <a:pt x="88" y="20"/>
                    <a:pt x="91" y="24"/>
                  </a:cubicBezTo>
                  <a:cubicBezTo>
                    <a:pt x="94" y="28"/>
                    <a:pt x="87" y="34"/>
                    <a:pt x="85" y="37"/>
                  </a:cubicBezTo>
                  <a:cubicBezTo>
                    <a:pt x="84" y="39"/>
                    <a:pt x="84" y="40"/>
                    <a:pt x="81" y="43"/>
                  </a:cubicBezTo>
                  <a:cubicBezTo>
                    <a:pt x="78" y="46"/>
                    <a:pt x="71" y="47"/>
                    <a:pt x="68" y="42"/>
                  </a:cubicBezTo>
                  <a:cubicBezTo>
                    <a:pt x="65" y="37"/>
                    <a:pt x="63" y="30"/>
                    <a:pt x="61" y="40"/>
                  </a:cubicBezTo>
                  <a:cubicBezTo>
                    <a:pt x="59" y="50"/>
                    <a:pt x="55" y="50"/>
                    <a:pt x="55" y="50"/>
                  </a:cubicBezTo>
                  <a:cubicBezTo>
                    <a:pt x="55" y="50"/>
                    <a:pt x="46" y="51"/>
                    <a:pt x="51" y="46"/>
                  </a:cubicBezTo>
                  <a:cubicBezTo>
                    <a:pt x="51" y="46"/>
                    <a:pt x="55" y="39"/>
                    <a:pt x="54" y="36"/>
                  </a:cubicBezTo>
                  <a:cubicBezTo>
                    <a:pt x="53" y="33"/>
                    <a:pt x="47" y="32"/>
                    <a:pt x="47" y="32"/>
                  </a:cubicBezTo>
                  <a:cubicBezTo>
                    <a:pt x="47" y="32"/>
                    <a:pt x="43" y="28"/>
                    <a:pt x="43" y="39"/>
                  </a:cubicBezTo>
                  <a:cubicBezTo>
                    <a:pt x="43" y="39"/>
                    <a:pt x="42" y="41"/>
                    <a:pt x="44" y="43"/>
                  </a:cubicBezTo>
                  <a:cubicBezTo>
                    <a:pt x="46" y="44"/>
                    <a:pt x="45" y="48"/>
                    <a:pt x="42" y="49"/>
                  </a:cubicBezTo>
                  <a:cubicBezTo>
                    <a:pt x="40" y="50"/>
                    <a:pt x="34" y="49"/>
                    <a:pt x="36" y="45"/>
                  </a:cubicBezTo>
                  <a:cubicBezTo>
                    <a:pt x="37" y="41"/>
                    <a:pt x="36" y="34"/>
                    <a:pt x="34" y="33"/>
                  </a:cubicBezTo>
                  <a:cubicBezTo>
                    <a:pt x="33" y="32"/>
                    <a:pt x="28" y="30"/>
                    <a:pt x="26" y="33"/>
                  </a:cubicBezTo>
                  <a:cubicBezTo>
                    <a:pt x="25" y="36"/>
                    <a:pt x="23" y="38"/>
                    <a:pt x="21" y="36"/>
                  </a:cubicBezTo>
                  <a:cubicBezTo>
                    <a:pt x="18" y="33"/>
                    <a:pt x="21" y="29"/>
                    <a:pt x="19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>
              <a:spLocks noEditPoints="1"/>
            </p:cNvSpPr>
            <p:nvPr/>
          </p:nvSpPr>
          <p:spPr bwMode="auto">
            <a:xfrm>
              <a:off x="1933576" y="1935163"/>
              <a:ext cx="138113" cy="152400"/>
            </a:xfrm>
            <a:custGeom>
              <a:avLst/>
              <a:gdLst>
                <a:gd name="T0" fmla="*/ 1 w 90"/>
                <a:gd name="T1" fmla="*/ 34 h 99"/>
                <a:gd name="T2" fmla="*/ 8 w 90"/>
                <a:gd name="T3" fmla="*/ 30 h 99"/>
                <a:gd name="T4" fmla="*/ 12 w 90"/>
                <a:gd name="T5" fmla="*/ 38 h 99"/>
                <a:gd name="T6" fmla="*/ 18 w 90"/>
                <a:gd name="T7" fmla="*/ 42 h 99"/>
                <a:gd name="T8" fmla="*/ 23 w 90"/>
                <a:gd name="T9" fmla="*/ 48 h 99"/>
                <a:gd name="T10" fmla="*/ 31 w 90"/>
                <a:gd name="T11" fmla="*/ 55 h 99"/>
                <a:gd name="T12" fmla="*/ 32 w 90"/>
                <a:gd name="T13" fmla="*/ 50 h 99"/>
                <a:gd name="T14" fmla="*/ 35 w 90"/>
                <a:gd name="T15" fmla="*/ 57 h 99"/>
                <a:gd name="T16" fmla="*/ 39 w 90"/>
                <a:gd name="T17" fmla="*/ 59 h 99"/>
                <a:gd name="T18" fmla="*/ 41 w 90"/>
                <a:gd name="T19" fmla="*/ 63 h 99"/>
                <a:gd name="T20" fmla="*/ 57 w 90"/>
                <a:gd name="T21" fmla="*/ 74 h 99"/>
                <a:gd name="T22" fmla="*/ 51 w 90"/>
                <a:gd name="T23" fmla="*/ 80 h 99"/>
                <a:gd name="T24" fmla="*/ 41 w 90"/>
                <a:gd name="T25" fmla="*/ 75 h 99"/>
                <a:gd name="T26" fmla="*/ 43 w 90"/>
                <a:gd name="T27" fmla="*/ 85 h 99"/>
                <a:gd name="T28" fmla="*/ 30 w 90"/>
                <a:gd name="T29" fmla="*/ 88 h 99"/>
                <a:gd name="T30" fmla="*/ 26 w 90"/>
                <a:gd name="T31" fmla="*/ 76 h 99"/>
                <a:gd name="T32" fmla="*/ 27 w 90"/>
                <a:gd name="T33" fmla="*/ 70 h 99"/>
                <a:gd name="T34" fmla="*/ 32 w 90"/>
                <a:gd name="T35" fmla="*/ 71 h 99"/>
                <a:gd name="T36" fmla="*/ 30 w 90"/>
                <a:gd name="T37" fmla="*/ 64 h 99"/>
                <a:gd name="T38" fmla="*/ 21 w 90"/>
                <a:gd name="T39" fmla="*/ 55 h 99"/>
                <a:gd name="T40" fmla="*/ 11 w 90"/>
                <a:gd name="T41" fmla="*/ 85 h 99"/>
                <a:gd name="T42" fmla="*/ 1 w 90"/>
                <a:gd name="T43" fmla="*/ 89 h 99"/>
                <a:gd name="T44" fmla="*/ 2 w 90"/>
                <a:gd name="T45" fmla="*/ 84 h 99"/>
                <a:gd name="T46" fmla="*/ 11 w 90"/>
                <a:gd name="T47" fmla="*/ 67 h 99"/>
                <a:gd name="T48" fmla="*/ 15 w 90"/>
                <a:gd name="T49" fmla="*/ 50 h 99"/>
                <a:gd name="T50" fmla="*/ 1 w 90"/>
                <a:gd name="T51" fmla="*/ 34 h 99"/>
                <a:gd name="T52" fmla="*/ 24 w 90"/>
                <a:gd name="T53" fmla="*/ 37 h 99"/>
                <a:gd name="T54" fmla="*/ 24 w 90"/>
                <a:gd name="T55" fmla="*/ 44 h 99"/>
                <a:gd name="T56" fmla="*/ 30 w 90"/>
                <a:gd name="T57" fmla="*/ 43 h 99"/>
                <a:gd name="T58" fmla="*/ 39 w 90"/>
                <a:gd name="T59" fmla="*/ 32 h 99"/>
                <a:gd name="T60" fmla="*/ 42 w 90"/>
                <a:gd name="T61" fmla="*/ 31 h 99"/>
                <a:gd name="T62" fmla="*/ 44 w 90"/>
                <a:gd name="T63" fmla="*/ 50 h 99"/>
                <a:gd name="T64" fmla="*/ 51 w 90"/>
                <a:gd name="T65" fmla="*/ 57 h 99"/>
                <a:gd name="T66" fmla="*/ 54 w 90"/>
                <a:gd name="T67" fmla="*/ 45 h 99"/>
                <a:gd name="T68" fmla="*/ 56 w 90"/>
                <a:gd name="T69" fmla="*/ 37 h 99"/>
                <a:gd name="T70" fmla="*/ 63 w 90"/>
                <a:gd name="T71" fmla="*/ 38 h 99"/>
                <a:gd name="T72" fmla="*/ 74 w 90"/>
                <a:gd name="T73" fmla="*/ 46 h 99"/>
                <a:gd name="T74" fmla="*/ 82 w 90"/>
                <a:gd name="T75" fmla="*/ 49 h 99"/>
                <a:gd name="T76" fmla="*/ 87 w 90"/>
                <a:gd name="T77" fmla="*/ 43 h 99"/>
                <a:gd name="T78" fmla="*/ 64 w 90"/>
                <a:gd name="T79" fmla="*/ 29 h 99"/>
                <a:gd name="T80" fmla="*/ 84 w 90"/>
                <a:gd name="T81" fmla="*/ 9 h 99"/>
                <a:gd name="T82" fmla="*/ 77 w 90"/>
                <a:gd name="T83" fmla="*/ 4 h 99"/>
                <a:gd name="T84" fmla="*/ 64 w 90"/>
                <a:gd name="T85" fmla="*/ 19 h 99"/>
                <a:gd name="T86" fmla="*/ 55 w 90"/>
                <a:gd name="T87" fmla="*/ 23 h 99"/>
                <a:gd name="T88" fmla="*/ 47 w 90"/>
                <a:gd name="T89" fmla="*/ 11 h 99"/>
                <a:gd name="T90" fmla="*/ 49 w 90"/>
                <a:gd name="T91" fmla="*/ 6 h 99"/>
                <a:gd name="T92" fmla="*/ 43 w 90"/>
                <a:gd name="T93" fmla="*/ 0 h 99"/>
                <a:gd name="T94" fmla="*/ 35 w 90"/>
                <a:gd name="T95" fmla="*/ 10 h 99"/>
                <a:gd name="T96" fmla="*/ 20 w 90"/>
                <a:gd name="T97" fmla="*/ 2 h 99"/>
                <a:gd name="T98" fmla="*/ 18 w 90"/>
                <a:gd name="T99" fmla="*/ 8 h 99"/>
                <a:gd name="T100" fmla="*/ 30 w 90"/>
                <a:gd name="T101" fmla="*/ 16 h 99"/>
                <a:gd name="T102" fmla="*/ 24 w 90"/>
                <a:gd name="T103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0" h="99">
                  <a:moveTo>
                    <a:pt x="1" y="34"/>
                  </a:moveTo>
                  <a:cubicBezTo>
                    <a:pt x="1" y="34"/>
                    <a:pt x="4" y="28"/>
                    <a:pt x="8" y="30"/>
                  </a:cubicBezTo>
                  <a:cubicBezTo>
                    <a:pt x="11" y="33"/>
                    <a:pt x="11" y="37"/>
                    <a:pt x="12" y="38"/>
                  </a:cubicBezTo>
                  <a:cubicBezTo>
                    <a:pt x="13" y="39"/>
                    <a:pt x="17" y="42"/>
                    <a:pt x="18" y="42"/>
                  </a:cubicBezTo>
                  <a:cubicBezTo>
                    <a:pt x="20" y="42"/>
                    <a:pt x="22" y="40"/>
                    <a:pt x="23" y="48"/>
                  </a:cubicBezTo>
                  <a:cubicBezTo>
                    <a:pt x="23" y="48"/>
                    <a:pt x="26" y="53"/>
                    <a:pt x="31" y="55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0"/>
                    <a:pt x="33" y="54"/>
                    <a:pt x="35" y="57"/>
                  </a:cubicBezTo>
                  <a:cubicBezTo>
                    <a:pt x="37" y="60"/>
                    <a:pt x="38" y="57"/>
                    <a:pt x="39" y="59"/>
                  </a:cubicBezTo>
                  <a:cubicBezTo>
                    <a:pt x="40" y="62"/>
                    <a:pt x="41" y="63"/>
                    <a:pt x="41" y="63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57" y="74"/>
                    <a:pt x="58" y="81"/>
                    <a:pt x="51" y="80"/>
                  </a:cubicBezTo>
                  <a:cubicBezTo>
                    <a:pt x="44" y="78"/>
                    <a:pt x="43" y="72"/>
                    <a:pt x="41" y="75"/>
                  </a:cubicBezTo>
                  <a:cubicBezTo>
                    <a:pt x="40" y="79"/>
                    <a:pt x="42" y="82"/>
                    <a:pt x="43" y="85"/>
                  </a:cubicBezTo>
                  <a:cubicBezTo>
                    <a:pt x="43" y="88"/>
                    <a:pt x="36" y="99"/>
                    <a:pt x="30" y="88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26" y="76"/>
                    <a:pt x="26" y="72"/>
                    <a:pt x="27" y="70"/>
                  </a:cubicBezTo>
                  <a:cubicBezTo>
                    <a:pt x="29" y="69"/>
                    <a:pt x="32" y="71"/>
                    <a:pt x="32" y="71"/>
                  </a:cubicBezTo>
                  <a:cubicBezTo>
                    <a:pt x="32" y="71"/>
                    <a:pt x="34" y="69"/>
                    <a:pt x="30" y="64"/>
                  </a:cubicBezTo>
                  <a:cubicBezTo>
                    <a:pt x="27" y="59"/>
                    <a:pt x="21" y="56"/>
                    <a:pt x="21" y="55"/>
                  </a:cubicBezTo>
                  <a:cubicBezTo>
                    <a:pt x="20" y="55"/>
                    <a:pt x="15" y="76"/>
                    <a:pt x="11" y="85"/>
                  </a:cubicBezTo>
                  <a:cubicBezTo>
                    <a:pt x="7" y="93"/>
                    <a:pt x="3" y="90"/>
                    <a:pt x="1" y="89"/>
                  </a:cubicBezTo>
                  <a:cubicBezTo>
                    <a:pt x="0" y="88"/>
                    <a:pt x="0" y="85"/>
                    <a:pt x="2" y="84"/>
                  </a:cubicBezTo>
                  <a:cubicBezTo>
                    <a:pt x="5" y="83"/>
                    <a:pt x="7" y="78"/>
                    <a:pt x="11" y="67"/>
                  </a:cubicBezTo>
                  <a:cubicBezTo>
                    <a:pt x="14" y="55"/>
                    <a:pt x="16" y="52"/>
                    <a:pt x="15" y="50"/>
                  </a:cubicBezTo>
                  <a:cubicBezTo>
                    <a:pt x="14" y="49"/>
                    <a:pt x="5" y="37"/>
                    <a:pt x="1" y="34"/>
                  </a:cubicBezTo>
                  <a:close/>
                  <a:moveTo>
                    <a:pt x="24" y="37"/>
                  </a:moveTo>
                  <a:cubicBezTo>
                    <a:pt x="22" y="42"/>
                    <a:pt x="24" y="44"/>
                    <a:pt x="24" y="44"/>
                  </a:cubicBezTo>
                  <a:cubicBezTo>
                    <a:pt x="24" y="44"/>
                    <a:pt x="26" y="43"/>
                    <a:pt x="30" y="43"/>
                  </a:cubicBezTo>
                  <a:cubicBezTo>
                    <a:pt x="34" y="43"/>
                    <a:pt x="37" y="38"/>
                    <a:pt x="39" y="32"/>
                  </a:cubicBezTo>
                  <a:cubicBezTo>
                    <a:pt x="40" y="26"/>
                    <a:pt x="41" y="30"/>
                    <a:pt x="42" y="31"/>
                  </a:cubicBezTo>
                  <a:cubicBezTo>
                    <a:pt x="42" y="32"/>
                    <a:pt x="43" y="48"/>
                    <a:pt x="44" y="50"/>
                  </a:cubicBezTo>
                  <a:cubicBezTo>
                    <a:pt x="45" y="53"/>
                    <a:pt x="46" y="58"/>
                    <a:pt x="51" y="57"/>
                  </a:cubicBezTo>
                  <a:cubicBezTo>
                    <a:pt x="56" y="56"/>
                    <a:pt x="55" y="50"/>
                    <a:pt x="54" y="45"/>
                  </a:cubicBezTo>
                  <a:cubicBezTo>
                    <a:pt x="52" y="39"/>
                    <a:pt x="54" y="38"/>
                    <a:pt x="56" y="37"/>
                  </a:cubicBezTo>
                  <a:cubicBezTo>
                    <a:pt x="58" y="36"/>
                    <a:pt x="61" y="36"/>
                    <a:pt x="63" y="38"/>
                  </a:cubicBezTo>
                  <a:cubicBezTo>
                    <a:pt x="66" y="39"/>
                    <a:pt x="73" y="45"/>
                    <a:pt x="74" y="46"/>
                  </a:cubicBezTo>
                  <a:cubicBezTo>
                    <a:pt x="75" y="46"/>
                    <a:pt x="78" y="49"/>
                    <a:pt x="82" y="49"/>
                  </a:cubicBezTo>
                  <a:cubicBezTo>
                    <a:pt x="90" y="49"/>
                    <a:pt x="87" y="43"/>
                    <a:pt x="87" y="43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72" y="27"/>
                    <a:pt x="83" y="15"/>
                    <a:pt x="84" y="9"/>
                  </a:cubicBezTo>
                  <a:cubicBezTo>
                    <a:pt x="85" y="3"/>
                    <a:pt x="82" y="1"/>
                    <a:pt x="77" y="4"/>
                  </a:cubicBezTo>
                  <a:cubicBezTo>
                    <a:pt x="72" y="8"/>
                    <a:pt x="70" y="12"/>
                    <a:pt x="64" y="19"/>
                  </a:cubicBezTo>
                  <a:cubicBezTo>
                    <a:pt x="58" y="27"/>
                    <a:pt x="55" y="23"/>
                    <a:pt x="55" y="23"/>
                  </a:cubicBezTo>
                  <a:cubicBezTo>
                    <a:pt x="46" y="18"/>
                    <a:pt x="47" y="11"/>
                    <a:pt x="47" y="11"/>
                  </a:cubicBezTo>
                  <a:cubicBezTo>
                    <a:pt x="47" y="11"/>
                    <a:pt x="47" y="11"/>
                    <a:pt x="49" y="6"/>
                  </a:cubicBezTo>
                  <a:cubicBezTo>
                    <a:pt x="51" y="1"/>
                    <a:pt x="48" y="0"/>
                    <a:pt x="43" y="0"/>
                  </a:cubicBezTo>
                  <a:cubicBezTo>
                    <a:pt x="40" y="1"/>
                    <a:pt x="35" y="10"/>
                    <a:pt x="35" y="10"/>
                  </a:cubicBezTo>
                  <a:cubicBezTo>
                    <a:pt x="26" y="3"/>
                    <a:pt x="20" y="2"/>
                    <a:pt x="20" y="2"/>
                  </a:cubicBezTo>
                  <a:cubicBezTo>
                    <a:pt x="11" y="3"/>
                    <a:pt x="16" y="9"/>
                    <a:pt x="18" y="8"/>
                  </a:cubicBezTo>
                  <a:cubicBezTo>
                    <a:pt x="21" y="8"/>
                    <a:pt x="30" y="16"/>
                    <a:pt x="30" y="16"/>
                  </a:cubicBezTo>
                  <a:cubicBezTo>
                    <a:pt x="32" y="25"/>
                    <a:pt x="27" y="33"/>
                    <a:pt x="24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>
              <a:spLocks noEditPoints="1"/>
            </p:cNvSpPr>
            <p:nvPr/>
          </p:nvSpPr>
          <p:spPr bwMode="auto">
            <a:xfrm>
              <a:off x="2097088" y="1790701"/>
              <a:ext cx="144463" cy="127000"/>
            </a:xfrm>
            <a:custGeom>
              <a:avLst/>
              <a:gdLst>
                <a:gd name="T0" fmla="*/ 37 w 94"/>
                <a:gd name="T1" fmla="*/ 17 h 83"/>
                <a:gd name="T2" fmla="*/ 38 w 94"/>
                <a:gd name="T3" fmla="*/ 8 h 83"/>
                <a:gd name="T4" fmla="*/ 27 w 94"/>
                <a:gd name="T5" fmla="*/ 1 h 83"/>
                <a:gd name="T6" fmla="*/ 28 w 94"/>
                <a:gd name="T7" fmla="*/ 14 h 83"/>
                <a:gd name="T8" fmla="*/ 19 w 94"/>
                <a:gd name="T9" fmla="*/ 38 h 83"/>
                <a:gd name="T10" fmla="*/ 14 w 94"/>
                <a:gd name="T11" fmla="*/ 31 h 83"/>
                <a:gd name="T12" fmla="*/ 2 w 94"/>
                <a:gd name="T13" fmla="*/ 66 h 83"/>
                <a:gd name="T14" fmla="*/ 24 w 94"/>
                <a:gd name="T15" fmla="*/ 43 h 83"/>
                <a:gd name="T16" fmla="*/ 41 w 94"/>
                <a:gd name="T17" fmla="*/ 43 h 83"/>
                <a:gd name="T18" fmla="*/ 35 w 94"/>
                <a:gd name="T19" fmla="*/ 65 h 83"/>
                <a:gd name="T20" fmla="*/ 32 w 94"/>
                <a:gd name="T21" fmla="*/ 59 h 83"/>
                <a:gd name="T22" fmla="*/ 48 w 94"/>
                <a:gd name="T23" fmla="*/ 79 h 83"/>
                <a:gd name="T24" fmla="*/ 56 w 94"/>
                <a:gd name="T25" fmla="*/ 79 h 83"/>
                <a:gd name="T26" fmla="*/ 83 w 94"/>
                <a:gd name="T27" fmla="*/ 81 h 83"/>
                <a:gd name="T28" fmla="*/ 68 w 94"/>
                <a:gd name="T29" fmla="*/ 72 h 83"/>
                <a:gd name="T30" fmla="*/ 74 w 94"/>
                <a:gd name="T31" fmla="*/ 65 h 83"/>
                <a:gd name="T32" fmla="*/ 48 w 94"/>
                <a:gd name="T33" fmla="*/ 45 h 83"/>
                <a:gd name="T34" fmla="*/ 49 w 94"/>
                <a:gd name="T35" fmla="*/ 34 h 83"/>
                <a:gd name="T36" fmla="*/ 40 w 94"/>
                <a:gd name="T37" fmla="*/ 31 h 83"/>
                <a:gd name="T38" fmla="*/ 53 w 94"/>
                <a:gd name="T39" fmla="*/ 17 h 83"/>
                <a:gd name="T40" fmla="*/ 63 w 94"/>
                <a:gd name="T41" fmla="*/ 25 h 83"/>
                <a:gd name="T42" fmla="*/ 63 w 94"/>
                <a:gd name="T43" fmla="*/ 8 h 83"/>
                <a:gd name="T44" fmla="*/ 27 w 94"/>
                <a:gd name="T45" fmla="*/ 39 h 83"/>
                <a:gd name="T46" fmla="*/ 37 w 94"/>
                <a:gd name="T47" fmla="*/ 38 h 83"/>
                <a:gd name="T48" fmla="*/ 50 w 94"/>
                <a:gd name="T49" fmla="*/ 60 h 83"/>
                <a:gd name="T50" fmla="*/ 52 w 94"/>
                <a:gd name="T51" fmla="*/ 64 h 83"/>
                <a:gd name="T52" fmla="*/ 51 w 94"/>
                <a:gd name="T53" fmla="*/ 76 h 83"/>
                <a:gd name="T54" fmla="*/ 47 w 94"/>
                <a:gd name="T55" fmla="*/ 54 h 83"/>
                <a:gd name="T56" fmla="*/ 63 w 94"/>
                <a:gd name="T57" fmla="*/ 46 h 83"/>
                <a:gd name="T58" fmla="*/ 61 w 94"/>
                <a:gd name="T59" fmla="*/ 66 h 83"/>
                <a:gd name="T60" fmla="*/ 61 w 94"/>
                <a:gd name="T61" fmla="*/ 56 h 83"/>
                <a:gd name="T62" fmla="*/ 50 w 94"/>
                <a:gd name="T63" fmla="*/ 5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83">
                  <a:moveTo>
                    <a:pt x="63" y="8"/>
                  </a:moveTo>
                  <a:cubicBezTo>
                    <a:pt x="51" y="9"/>
                    <a:pt x="37" y="17"/>
                    <a:pt x="37" y="17"/>
                  </a:cubicBezTo>
                  <a:cubicBezTo>
                    <a:pt x="37" y="17"/>
                    <a:pt x="34" y="12"/>
                    <a:pt x="35" y="11"/>
                  </a:cubicBezTo>
                  <a:cubicBezTo>
                    <a:pt x="35" y="10"/>
                    <a:pt x="36" y="10"/>
                    <a:pt x="38" y="8"/>
                  </a:cubicBezTo>
                  <a:cubicBezTo>
                    <a:pt x="40" y="6"/>
                    <a:pt x="40" y="3"/>
                    <a:pt x="40" y="3"/>
                  </a:cubicBezTo>
                  <a:cubicBezTo>
                    <a:pt x="39" y="0"/>
                    <a:pt x="27" y="1"/>
                    <a:pt x="27" y="1"/>
                  </a:cubicBezTo>
                  <a:cubicBezTo>
                    <a:pt x="15" y="8"/>
                    <a:pt x="5" y="5"/>
                    <a:pt x="5" y="5"/>
                  </a:cubicBezTo>
                  <a:cubicBezTo>
                    <a:pt x="10" y="20"/>
                    <a:pt x="26" y="14"/>
                    <a:pt x="28" y="14"/>
                  </a:cubicBezTo>
                  <a:cubicBezTo>
                    <a:pt x="30" y="14"/>
                    <a:pt x="31" y="20"/>
                    <a:pt x="31" y="22"/>
                  </a:cubicBezTo>
                  <a:cubicBezTo>
                    <a:pt x="30" y="24"/>
                    <a:pt x="24" y="28"/>
                    <a:pt x="19" y="38"/>
                  </a:cubicBezTo>
                  <a:cubicBezTo>
                    <a:pt x="13" y="47"/>
                    <a:pt x="16" y="36"/>
                    <a:pt x="16" y="36"/>
                  </a:cubicBezTo>
                  <a:cubicBezTo>
                    <a:pt x="21" y="27"/>
                    <a:pt x="14" y="31"/>
                    <a:pt x="14" y="31"/>
                  </a:cubicBezTo>
                  <a:cubicBezTo>
                    <a:pt x="6" y="39"/>
                    <a:pt x="1" y="53"/>
                    <a:pt x="1" y="59"/>
                  </a:cubicBezTo>
                  <a:cubicBezTo>
                    <a:pt x="0" y="66"/>
                    <a:pt x="2" y="66"/>
                    <a:pt x="2" y="66"/>
                  </a:cubicBezTo>
                  <a:cubicBezTo>
                    <a:pt x="6" y="68"/>
                    <a:pt x="11" y="67"/>
                    <a:pt x="11" y="67"/>
                  </a:cubicBezTo>
                  <a:cubicBezTo>
                    <a:pt x="10" y="66"/>
                    <a:pt x="24" y="43"/>
                    <a:pt x="24" y="43"/>
                  </a:cubicBezTo>
                  <a:cubicBezTo>
                    <a:pt x="27" y="49"/>
                    <a:pt x="35" y="52"/>
                    <a:pt x="37" y="51"/>
                  </a:cubicBezTo>
                  <a:cubicBezTo>
                    <a:pt x="38" y="51"/>
                    <a:pt x="41" y="43"/>
                    <a:pt x="41" y="43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5" y="55"/>
                    <a:pt x="35" y="65"/>
                    <a:pt x="35" y="65"/>
                  </a:cubicBezTo>
                  <a:cubicBezTo>
                    <a:pt x="34" y="65"/>
                    <a:pt x="34" y="62"/>
                    <a:pt x="34" y="62"/>
                  </a:cubicBezTo>
                  <a:cubicBezTo>
                    <a:pt x="34" y="58"/>
                    <a:pt x="32" y="59"/>
                    <a:pt x="32" y="59"/>
                  </a:cubicBezTo>
                  <a:cubicBezTo>
                    <a:pt x="30" y="67"/>
                    <a:pt x="33" y="71"/>
                    <a:pt x="33" y="71"/>
                  </a:cubicBezTo>
                  <a:cubicBezTo>
                    <a:pt x="33" y="71"/>
                    <a:pt x="47" y="77"/>
                    <a:pt x="48" y="79"/>
                  </a:cubicBezTo>
                  <a:cubicBezTo>
                    <a:pt x="50" y="81"/>
                    <a:pt x="53" y="83"/>
                    <a:pt x="55" y="82"/>
                  </a:cubicBezTo>
                  <a:cubicBezTo>
                    <a:pt x="57" y="81"/>
                    <a:pt x="56" y="79"/>
                    <a:pt x="56" y="79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62" y="78"/>
                    <a:pt x="73" y="82"/>
                    <a:pt x="83" y="81"/>
                  </a:cubicBezTo>
                  <a:cubicBezTo>
                    <a:pt x="94" y="79"/>
                    <a:pt x="88" y="68"/>
                    <a:pt x="84" y="70"/>
                  </a:cubicBezTo>
                  <a:cubicBezTo>
                    <a:pt x="79" y="72"/>
                    <a:pt x="72" y="73"/>
                    <a:pt x="68" y="72"/>
                  </a:cubicBezTo>
                  <a:cubicBezTo>
                    <a:pt x="65" y="71"/>
                    <a:pt x="68" y="68"/>
                    <a:pt x="69" y="68"/>
                  </a:cubicBezTo>
                  <a:cubicBezTo>
                    <a:pt x="69" y="68"/>
                    <a:pt x="71" y="69"/>
                    <a:pt x="74" y="65"/>
                  </a:cubicBezTo>
                  <a:cubicBezTo>
                    <a:pt x="78" y="62"/>
                    <a:pt x="74" y="40"/>
                    <a:pt x="74" y="40"/>
                  </a:cubicBezTo>
                  <a:cubicBezTo>
                    <a:pt x="63" y="32"/>
                    <a:pt x="48" y="45"/>
                    <a:pt x="48" y="45"/>
                  </a:cubicBezTo>
                  <a:cubicBezTo>
                    <a:pt x="48" y="45"/>
                    <a:pt x="43" y="37"/>
                    <a:pt x="42" y="36"/>
                  </a:cubicBezTo>
                  <a:cubicBezTo>
                    <a:pt x="42" y="35"/>
                    <a:pt x="43" y="31"/>
                    <a:pt x="49" y="34"/>
                  </a:cubicBezTo>
                  <a:cubicBezTo>
                    <a:pt x="55" y="36"/>
                    <a:pt x="60" y="36"/>
                    <a:pt x="56" y="31"/>
                  </a:cubicBezTo>
                  <a:cubicBezTo>
                    <a:pt x="51" y="27"/>
                    <a:pt x="40" y="31"/>
                    <a:pt x="40" y="31"/>
                  </a:cubicBezTo>
                  <a:cubicBezTo>
                    <a:pt x="40" y="31"/>
                    <a:pt x="36" y="27"/>
                    <a:pt x="38" y="26"/>
                  </a:cubicBezTo>
                  <a:cubicBezTo>
                    <a:pt x="40" y="24"/>
                    <a:pt x="42" y="20"/>
                    <a:pt x="53" y="17"/>
                  </a:cubicBezTo>
                  <a:cubicBezTo>
                    <a:pt x="64" y="15"/>
                    <a:pt x="62" y="21"/>
                    <a:pt x="62" y="22"/>
                  </a:cubicBezTo>
                  <a:cubicBezTo>
                    <a:pt x="61" y="24"/>
                    <a:pt x="63" y="25"/>
                    <a:pt x="63" y="25"/>
                  </a:cubicBezTo>
                  <a:cubicBezTo>
                    <a:pt x="70" y="23"/>
                    <a:pt x="74" y="17"/>
                    <a:pt x="75" y="15"/>
                  </a:cubicBezTo>
                  <a:cubicBezTo>
                    <a:pt x="75" y="13"/>
                    <a:pt x="75" y="7"/>
                    <a:pt x="63" y="8"/>
                  </a:cubicBezTo>
                  <a:close/>
                  <a:moveTo>
                    <a:pt x="36" y="45"/>
                  </a:moveTo>
                  <a:cubicBezTo>
                    <a:pt x="36" y="45"/>
                    <a:pt x="32" y="48"/>
                    <a:pt x="27" y="39"/>
                  </a:cubicBezTo>
                  <a:cubicBezTo>
                    <a:pt x="27" y="39"/>
                    <a:pt x="32" y="32"/>
                    <a:pt x="34" y="31"/>
                  </a:cubicBezTo>
                  <a:cubicBezTo>
                    <a:pt x="37" y="38"/>
                    <a:pt x="37" y="38"/>
                    <a:pt x="37" y="38"/>
                  </a:cubicBezTo>
                  <a:lnTo>
                    <a:pt x="36" y="45"/>
                  </a:lnTo>
                  <a:close/>
                  <a:moveTo>
                    <a:pt x="50" y="60"/>
                  </a:moveTo>
                  <a:cubicBezTo>
                    <a:pt x="50" y="60"/>
                    <a:pt x="47" y="65"/>
                    <a:pt x="47" y="66"/>
                  </a:cubicBezTo>
                  <a:cubicBezTo>
                    <a:pt x="48" y="67"/>
                    <a:pt x="52" y="64"/>
                    <a:pt x="52" y="64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37" y="69"/>
                    <a:pt x="46" y="62"/>
                    <a:pt x="47" y="54"/>
                  </a:cubicBezTo>
                  <a:lnTo>
                    <a:pt x="50" y="60"/>
                  </a:lnTo>
                  <a:close/>
                  <a:moveTo>
                    <a:pt x="63" y="46"/>
                  </a:moveTo>
                  <a:cubicBezTo>
                    <a:pt x="68" y="50"/>
                    <a:pt x="66" y="61"/>
                    <a:pt x="66" y="61"/>
                  </a:cubicBezTo>
                  <a:cubicBezTo>
                    <a:pt x="61" y="66"/>
                    <a:pt x="61" y="66"/>
                    <a:pt x="61" y="66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62" y="59"/>
                    <a:pt x="61" y="56"/>
                  </a:cubicBezTo>
                  <a:cubicBezTo>
                    <a:pt x="59" y="53"/>
                    <a:pt x="55" y="56"/>
                    <a:pt x="55" y="56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0" y="50"/>
                    <a:pt x="59" y="42"/>
                    <a:pt x="6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/>
          </p:nvSpPr>
          <p:spPr bwMode="auto">
            <a:xfrm>
              <a:off x="2276476" y="1733551"/>
              <a:ext cx="150813" cy="149225"/>
            </a:xfrm>
            <a:custGeom>
              <a:avLst/>
              <a:gdLst>
                <a:gd name="T0" fmla="*/ 5 w 98"/>
                <a:gd name="T1" fmla="*/ 15 h 97"/>
                <a:gd name="T2" fmla="*/ 14 w 98"/>
                <a:gd name="T3" fmla="*/ 15 h 97"/>
                <a:gd name="T4" fmla="*/ 48 w 98"/>
                <a:gd name="T5" fmla="*/ 3 h 97"/>
                <a:gd name="T6" fmla="*/ 68 w 98"/>
                <a:gd name="T7" fmla="*/ 1 h 97"/>
                <a:gd name="T8" fmla="*/ 78 w 98"/>
                <a:gd name="T9" fmla="*/ 8 h 97"/>
                <a:gd name="T10" fmla="*/ 63 w 98"/>
                <a:gd name="T11" fmla="*/ 25 h 97"/>
                <a:gd name="T12" fmla="*/ 67 w 98"/>
                <a:gd name="T13" fmla="*/ 35 h 97"/>
                <a:gd name="T14" fmla="*/ 86 w 98"/>
                <a:gd name="T15" fmla="*/ 31 h 97"/>
                <a:gd name="T16" fmla="*/ 93 w 98"/>
                <a:gd name="T17" fmla="*/ 44 h 97"/>
                <a:gd name="T18" fmla="*/ 83 w 98"/>
                <a:gd name="T19" fmla="*/ 43 h 97"/>
                <a:gd name="T20" fmla="*/ 73 w 98"/>
                <a:gd name="T21" fmla="*/ 46 h 97"/>
                <a:gd name="T22" fmla="*/ 71 w 98"/>
                <a:gd name="T23" fmla="*/ 80 h 97"/>
                <a:gd name="T24" fmla="*/ 52 w 98"/>
                <a:gd name="T25" fmla="*/ 84 h 97"/>
                <a:gd name="T26" fmla="*/ 43 w 98"/>
                <a:gd name="T27" fmla="*/ 62 h 97"/>
                <a:gd name="T28" fmla="*/ 57 w 98"/>
                <a:gd name="T29" fmla="*/ 73 h 97"/>
                <a:gd name="T30" fmla="*/ 63 w 98"/>
                <a:gd name="T31" fmla="*/ 47 h 97"/>
                <a:gd name="T32" fmla="*/ 33 w 98"/>
                <a:gd name="T33" fmla="*/ 60 h 97"/>
                <a:gd name="T34" fmla="*/ 22 w 98"/>
                <a:gd name="T35" fmla="*/ 50 h 97"/>
                <a:gd name="T36" fmla="*/ 27 w 98"/>
                <a:gd name="T37" fmla="*/ 46 h 97"/>
                <a:gd name="T38" fmla="*/ 52 w 98"/>
                <a:gd name="T39" fmla="*/ 40 h 97"/>
                <a:gd name="T40" fmla="*/ 53 w 98"/>
                <a:gd name="T41" fmla="*/ 32 h 97"/>
                <a:gd name="T42" fmla="*/ 53 w 98"/>
                <a:gd name="T43" fmla="*/ 24 h 97"/>
                <a:gd name="T44" fmla="*/ 60 w 98"/>
                <a:gd name="T45" fmla="*/ 12 h 97"/>
                <a:gd name="T46" fmla="*/ 46 w 98"/>
                <a:gd name="T47" fmla="*/ 14 h 97"/>
                <a:gd name="T48" fmla="*/ 20 w 98"/>
                <a:gd name="T49" fmla="*/ 27 h 97"/>
                <a:gd name="T50" fmla="*/ 12 w 98"/>
                <a:gd name="T51" fmla="*/ 28 h 97"/>
                <a:gd name="T52" fmla="*/ 5 w 98"/>
                <a:gd name="T53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8" h="97">
                  <a:moveTo>
                    <a:pt x="5" y="15"/>
                  </a:moveTo>
                  <a:cubicBezTo>
                    <a:pt x="5" y="15"/>
                    <a:pt x="7" y="18"/>
                    <a:pt x="14" y="15"/>
                  </a:cubicBezTo>
                  <a:cubicBezTo>
                    <a:pt x="20" y="13"/>
                    <a:pt x="42" y="4"/>
                    <a:pt x="48" y="3"/>
                  </a:cubicBezTo>
                  <a:cubicBezTo>
                    <a:pt x="54" y="2"/>
                    <a:pt x="64" y="2"/>
                    <a:pt x="68" y="1"/>
                  </a:cubicBezTo>
                  <a:cubicBezTo>
                    <a:pt x="71" y="0"/>
                    <a:pt x="77" y="5"/>
                    <a:pt x="78" y="8"/>
                  </a:cubicBezTo>
                  <a:cubicBezTo>
                    <a:pt x="78" y="12"/>
                    <a:pt x="63" y="25"/>
                    <a:pt x="63" y="25"/>
                  </a:cubicBezTo>
                  <a:cubicBezTo>
                    <a:pt x="63" y="25"/>
                    <a:pt x="60" y="29"/>
                    <a:pt x="67" y="35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6" y="31"/>
                    <a:pt x="98" y="36"/>
                    <a:pt x="93" y="44"/>
                  </a:cubicBezTo>
                  <a:cubicBezTo>
                    <a:pt x="93" y="44"/>
                    <a:pt x="86" y="43"/>
                    <a:pt x="83" y="43"/>
                  </a:cubicBezTo>
                  <a:cubicBezTo>
                    <a:pt x="80" y="44"/>
                    <a:pt x="73" y="46"/>
                    <a:pt x="73" y="46"/>
                  </a:cubicBezTo>
                  <a:cubicBezTo>
                    <a:pt x="73" y="46"/>
                    <a:pt x="74" y="69"/>
                    <a:pt x="71" y="80"/>
                  </a:cubicBezTo>
                  <a:cubicBezTo>
                    <a:pt x="67" y="91"/>
                    <a:pt x="74" y="97"/>
                    <a:pt x="52" y="84"/>
                  </a:cubicBezTo>
                  <a:cubicBezTo>
                    <a:pt x="52" y="84"/>
                    <a:pt x="44" y="74"/>
                    <a:pt x="43" y="62"/>
                  </a:cubicBezTo>
                  <a:cubicBezTo>
                    <a:pt x="43" y="62"/>
                    <a:pt x="47" y="75"/>
                    <a:pt x="57" y="73"/>
                  </a:cubicBezTo>
                  <a:cubicBezTo>
                    <a:pt x="66" y="71"/>
                    <a:pt x="63" y="47"/>
                    <a:pt x="63" y="47"/>
                  </a:cubicBezTo>
                  <a:cubicBezTo>
                    <a:pt x="63" y="47"/>
                    <a:pt x="36" y="57"/>
                    <a:pt x="33" y="60"/>
                  </a:cubicBezTo>
                  <a:cubicBezTo>
                    <a:pt x="33" y="60"/>
                    <a:pt x="26" y="62"/>
                    <a:pt x="22" y="50"/>
                  </a:cubicBezTo>
                  <a:cubicBezTo>
                    <a:pt x="22" y="50"/>
                    <a:pt x="25" y="40"/>
                    <a:pt x="27" y="46"/>
                  </a:cubicBezTo>
                  <a:cubicBezTo>
                    <a:pt x="27" y="46"/>
                    <a:pt x="28" y="51"/>
                    <a:pt x="52" y="40"/>
                  </a:cubicBezTo>
                  <a:cubicBezTo>
                    <a:pt x="52" y="40"/>
                    <a:pt x="64" y="39"/>
                    <a:pt x="53" y="32"/>
                  </a:cubicBezTo>
                  <a:cubicBezTo>
                    <a:pt x="46" y="28"/>
                    <a:pt x="53" y="25"/>
                    <a:pt x="53" y="24"/>
                  </a:cubicBezTo>
                  <a:cubicBezTo>
                    <a:pt x="53" y="22"/>
                    <a:pt x="61" y="13"/>
                    <a:pt x="60" y="12"/>
                  </a:cubicBezTo>
                  <a:cubicBezTo>
                    <a:pt x="60" y="11"/>
                    <a:pt x="50" y="12"/>
                    <a:pt x="46" y="14"/>
                  </a:cubicBezTo>
                  <a:cubicBezTo>
                    <a:pt x="41" y="16"/>
                    <a:pt x="21" y="25"/>
                    <a:pt x="20" y="27"/>
                  </a:cubicBezTo>
                  <a:cubicBezTo>
                    <a:pt x="19" y="29"/>
                    <a:pt x="16" y="29"/>
                    <a:pt x="12" y="28"/>
                  </a:cubicBezTo>
                  <a:cubicBezTo>
                    <a:pt x="8" y="27"/>
                    <a:pt x="0" y="23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>
              <a:spLocks noEditPoints="1"/>
            </p:cNvSpPr>
            <p:nvPr/>
          </p:nvSpPr>
          <p:spPr bwMode="auto">
            <a:xfrm>
              <a:off x="2493963" y="1731963"/>
              <a:ext cx="157163" cy="165100"/>
            </a:xfrm>
            <a:custGeom>
              <a:avLst/>
              <a:gdLst>
                <a:gd name="T0" fmla="*/ 50 w 102"/>
                <a:gd name="T1" fmla="*/ 7 h 107"/>
                <a:gd name="T2" fmla="*/ 56 w 102"/>
                <a:gd name="T3" fmla="*/ 8 h 107"/>
                <a:gd name="T4" fmla="*/ 47 w 102"/>
                <a:gd name="T5" fmla="*/ 20 h 107"/>
                <a:gd name="T6" fmla="*/ 22 w 102"/>
                <a:gd name="T7" fmla="*/ 18 h 107"/>
                <a:gd name="T8" fmla="*/ 15 w 102"/>
                <a:gd name="T9" fmla="*/ 12 h 107"/>
                <a:gd name="T10" fmla="*/ 50 w 102"/>
                <a:gd name="T11" fmla="*/ 7 h 107"/>
                <a:gd name="T12" fmla="*/ 1 w 102"/>
                <a:gd name="T13" fmla="*/ 42 h 107"/>
                <a:gd name="T14" fmla="*/ 6 w 102"/>
                <a:gd name="T15" fmla="*/ 44 h 107"/>
                <a:gd name="T16" fmla="*/ 13 w 102"/>
                <a:gd name="T17" fmla="*/ 42 h 107"/>
                <a:gd name="T18" fmla="*/ 32 w 102"/>
                <a:gd name="T19" fmla="*/ 40 h 107"/>
                <a:gd name="T20" fmla="*/ 35 w 102"/>
                <a:gd name="T21" fmla="*/ 45 h 107"/>
                <a:gd name="T22" fmla="*/ 33 w 102"/>
                <a:gd name="T23" fmla="*/ 49 h 107"/>
                <a:gd name="T24" fmla="*/ 25 w 102"/>
                <a:gd name="T25" fmla="*/ 54 h 107"/>
                <a:gd name="T26" fmla="*/ 24 w 102"/>
                <a:gd name="T27" fmla="*/ 53 h 107"/>
                <a:gd name="T28" fmla="*/ 27 w 102"/>
                <a:gd name="T29" fmla="*/ 51 h 107"/>
                <a:gd name="T30" fmla="*/ 29 w 102"/>
                <a:gd name="T31" fmla="*/ 46 h 107"/>
                <a:gd name="T32" fmla="*/ 23 w 102"/>
                <a:gd name="T33" fmla="*/ 45 h 107"/>
                <a:gd name="T34" fmla="*/ 8 w 102"/>
                <a:gd name="T35" fmla="*/ 56 h 107"/>
                <a:gd name="T36" fmla="*/ 6 w 102"/>
                <a:gd name="T37" fmla="*/ 64 h 107"/>
                <a:gd name="T38" fmla="*/ 23 w 102"/>
                <a:gd name="T39" fmla="*/ 63 h 107"/>
                <a:gd name="T40" fmla="*/ 27 w 102"/>
                <a:gd name="T41" fmla="*/ 65 h 107"/>
                <a:gd name="T42" fmla="*/ 26 w 102"/>
                <a:gd name="T43" fmla="*/ 74 h 107"/>
                <a:gd name="T44" fmla="*/ 35 w 102"/>
                <a:gd name="T45" fmla="*/ 73 h 107"/>
                <a:gd name="T46" fmla="*/ 40 w 102"/>
                <a:gd name="T47" fmla="*/ 57 h 107"/>
                <a:gd name="T48" fmla="*/ 51 w 102"/>
                <a:gd name="T49" fmla="*/ 47 h 107"/>
                <a:gd name="T50" fmla="*/ 47 w 102"/>
                <a:gd name="T51" fmla="*/ 45 h 107"/>
                <a:gd name="T52" fmla="*/ 44 w 102"/>
                <a:gd name="T53" fmla="*/ 44 h 107"/>
                <a:gd name="T54" fmla="*/ 52 w 102"/>
                <a:gd name="T55" fmla="*/ 41 h 107"/>
                <a:gd name="T56" fmla="*/ 60 w 102"/>
                <a:gd name="T57" fmla="*/ 49 h 107"/>
                <a:gd name="T58" fmla="*/ 60 w 102"/>
                <a:gd name="T59" fmla="*/ 55 h 107"/>
                <a:gd name="T60" fmla="*/ 52 w 102"/>
                <a:gd name="T61" fmla="*/ 56 h 107"/>
                <a:gd name="T62" fmla="*/ 50 w 102"/>
                <a:gd name="T63" fmla="*/ 64 h 107"/>
                <a:gd name="T64" fmla="*/ 60 w 102"/>
                <a:gd name="T65" fmla="*/ 67 h 107"/>
                <a:gd name="T66" fmla="*/ 66 w 102"/>
                <a:gd name="T67" fmla="*/ 66 h 107"/>
                <a:gd name="T68" fmla="*/ 59 w 102"/>
                <a:gd name="T69" fmla="*/ 99 h 107"/>
                <a:gd name="T70" fmla="*/ 66 w 102"/>
                <a:gd name="T71" fmla="*/ 107 h 107"/>
                <a:gd name="T72" fmla="*/ 75 w 102"/>
                <a:gd name="T73" fmla="*/ 65 h 107"/>
                <a:gd name="T74" fmla="*/ 85 w 102"/>
                <a:gd name="T75" fmla="*/ 63 h 107"/>
                <a:gd name="T76" fmla="*/ 98 w 102"/>
                <a:gd name="T77" fmla="*/ 63 h 107"/>
                <a:gd name="T78" fmla="*/ 92 w 102"/>
                <a:gd name="T79" fmla="*/ 53 h 107"/>
                <a:gd name="T80" fmla="*/ 77 w 102"/>
                <a:gd name="T81" fmla="*/ 52 h 107"/>
                <a:gd name="T82" fmla="*/ 84 w 102"/>
                <a:gd name="T83" fmla="*/ 28 h 107"/>
                <a:gd name="T84" fmla="*/ 86 w 102"/>
                <a:gd name="T85" fmla="*/ 15 h 107"/>
                <a:gd name="T86" fmla="*/ 78 w 102"/>
                <a:gd name="T87" fmla="*/ 6 h 107"/>
                <a:gd name="T88" fmla="*/ 78 w 102"/>
                <a:gd name="T89" fmla="*/ 15 h 107"/>
                <a:gd name="T90" fmla="*/ 75 w 102"/>
                <a:gd name="T91" fmla="*/ 32 h 107"/>
                <a:gd name="T92" fmla="*/ 66 w 102"/>
                <a:gd name="T93" fmla="*/ 25 h 107"/>
                <a:gd name="T94" fmla="*/ 62 w 102"/>
                <a:gd name="T95" fmla="*/ 27 h 107"/>
                <a:gd name="T96" fmla="*/ 72 w 102"/>
                <a:gd name="T97" fmla="*/ 40 h 107"/>
                <a:gd name="T98" fmla="*/ 70 w 102"/>
                <a:gd name="T99" fmla="*/ 51 h 107"/>
                <a:gd name="T100" fmla="*/ 68 w 102"/>
                <a:gd name="T101" fmla="*/ 50 h 107"/>
                <a:gd name="T102" fmla="*/ 61 w 102"/>
                <a:gd name="T103" fmla="*/ 42 h 107"/>
                <a:gd name="T104" fmla="*/ 49 w 102"/>
                <a:gd name="T105" fmla="*/ 30 h 107"/>
                <a:gd name="T106" fmla="*/ 43 w 102"/>
                <a:gd name="T107" fmla="*/ 25 h 107"/>
                <a:gd name="T108" fmla="*/ 38 w 102"/>
                <a:gd name="T109" fmla="*/ 33 h 107"/>
                <a:gd name="T110" fmla="*/ 24 w 102"/>
                <a:gd name="T111" fmla="*/ 36 h 107"/>
                <a:gd name="T112" fmla="*/ 10 w 102"/>
                <a:gd name="T113" fmla="*/ 37 h 107"/>
                <a:gd name="T114" fmla="*/ 0 w 102"/>
                <a:gd name="T115" fmla="*/ 34 h 107"/>
                <a:gd name="T116" fmla="*/ 1 w 102"/>
                <a:gd name="T117" fmla="*/ 4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07">
                  <a:moveTo>
                    <a:pt x="50" y="7"/>
                  </a:moveTo>
                  <a:cubicBezTo>
                    <a:pt x="50" y="7"/>
                    <a:pt x="55" y="0"/>
                    <a:pt x="56" y="8"/>
                  </a:cubicBezTo>
                  <a:cubicBezTo>
                    <a:pt x="57" y="16"/>
                    <a:pt x="51" y="19"/>
                    <a:pt x="47" y="20"/>
                  </a:cubicBezTo>
                  <a:cubicBezTo>
                    <a:pt x="42" y="20"/>
                    <a:pt x="27" y="19"/>
                    <a:pt x="22" y="18"/>
                  </a:cubicBezTo>
                  <a:cubicBezTo>
                    <a:pt x="17" y="17"/>
                    <a:pt x="16" y="14"/>
                    <a:pt x="15" y="12"/>
                  </a:cubicBezTo>
                  <a:cubicBezTo>
                    <a:pt x="15" y="12"/>
                    <a:pt x="42" y="14"/>
                    <a:pt x="50" y="7"/>
                  </a:cubicBezTo>
                  <a:close/>
                  <a:moveTo>
                    <a:pt x="1" y="42"/>
                  </a:moveTo>
                  <a:cubicBezTo>
                    <a:pt x="2" y="45"/>
                    <a:pt x="5" y="45"/>
                    <a:pt x="6" y="44"/>
                  </a:cubicBezTo>
                  <a:cubicBezTo>
                    <a:pt x="7" y="44"/>
                    <a:pt x="7" y="44"/>
                    <a:pt x="13" y="42"/>
                  </a:cubicBezTo>
                  <a:cubicBezTo>
                    <a:pt x="19" y="39"/>
                    <a:pt x="27" y="41"/>
                    <a:pt x="32" y="40"/>
                  </a:cubicBezTo>
                  <a:cubicBezTo>
                    <a:pt x="37" y="39"/>
                    <a:pt x="35" y="43"/>
                    <a:pt x="35" y="45"/>
                  </a:cubicBezTo>
                  <a:cubicBezTo>
                    <a:pt x="35" y="46"/>
                    <a:pt x="33" y="49"/>
                    <a:pt x="33" y="49"/>
                  </a:cubicBezTo>
                  <a:cubicBezTo>
                    <a:pt x="33" y="49"/>
                    <a:pt x="30" y="53"/>
                    <a:pt x="25" y="54"/>
                  </a:cubicBezTo>
                  <a:cubicBezTo>
                    <a:pt x="20" y="56"/>
                    <a:pt x="24" y="53"/>
                    <a:pt x="24" y="53"/>
                  </a:cubicBezTo>
                  <a:cubicBezTo>
                    <a:pt x="24" y="53"/>
                    <a:pt x="27" y="51"/>
                    <a:pt x="27" y="51"/>
                  </a:cubicBezTo>
                  <a:cubicBezTo>
                    <a:pt x="28" y="51"/>
                    <a:pt x="32" y="49"/>
                    <a:pt x="29" y="46"/>
                  </a:cubicBezTo>
                  <a:cubicBezTo>
                    <a:pt x="27" y="43"/>
                    <a:pt x="23" y="45"/>
                    <a:pt x="23" y="45"/>
                  </a:cubicBezTo>
                  <a:cubicBezTo>
                    <a:pt x="23" y="45"/>
                    <a:pt x="9" y="55"/>
                    <a:pt x="8" y="56"/>
                  </a:cubicBezTo>
                  <a:cubicBezTo>
                    <a:pt x="6" y="57"/>
                    <a:pt x="2" y="58"/>
                    <a:pt x="6" y="64"/>
                  </a:cubicBezTo>
                  <a:cubicBezTo>
                    <a:pt x="10" y="70"/>
                    <a:pt x="17" y="65"/>
                    <a:pt x="23" y="63"/>
                  </a:cubicBezTo>
                  <a:cubicBezTo>
                    <a:pt x="29" y="60"/>
                    <a:pt x="27" y="65"/>
                    <a:pt x="27" y="65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30" y="89"/>
                    <a:pt x="35" y="73"/>
                    <a:pt x="35" y="73"/>
                  </a:cubicBezTo>
                  <a:cubicBezTo>
                    <a:pt x="35" y="73"/>
                    <a:pt x="39" y="57"/>
                    <a:pt x="40" y="57"/>
                  </a:cubicBezTo>
                  <a:cubicBezTo>
                    <a:pt x="41" y="56"/>
                    <a:pt x="50" y="51"/>
                    <a:pt x="51" y="47"/>
                  </a:cubicBezTo>
                  <a:cubicBezTo>
                    <a:pt x="52" y="42"/>
                    <a:pt x="47" y="45"/>
                    <a:pt x="47" y="45"/>
                  </a:cubicBezTo>
                  <a:cubicBezTo>
                    <a:pt x="45" y="46"/>
                    <a:pt x="44" y="44"/>
                    <a:pt x="44" y="44"/>
                  </a:cubicBezTo>
                  <a:cubicBezTo>
                    <a:pt x="47" y="36"/>
                    <a:pt x="50" y="40"/>
                    <a:pt x="52" y="41"/>
                  </a:cubicBezTo>
                  <a:cubicBezTo>
                    <a:pt x="53" y="42"/>
                    <a:pt x="57" y="47"/>
                    <a:pt x="60" y="49"/>
                  </a:cubicBezTo>
                  <a:cubicBezTo>
                    <a:pt x="62" y="51"/>
                    <a:pt x="64" y="54"/>
                    <a:pt x="60" y="55"/>
                  </a:cubicBezTo>
                  <a:cubicBezTo>
                    <a:pt x="57" y="57"/>
                    <a:pt x="52" y="56"/>
                    <a:pt x="52" y="56"/>
                  </a:cubicBezTo>
                  <a:cubicBezTo>
                    <a:pt x="43" y="53"/>
                    <a:pt x="48" y="61"/>
                    <a:pt x="50" y="64"/>
                  </a:cubicBezTo>
                  <a:cubicBezTo>
                    <a:pt x="52" y="67"/>
                    <a:pt x="59" y="68"/>
                    <a:pt x="60" y="67"/>
                  </a:cubicBezTo>
                  <a:cubicBezTo>
                    <a:pt x="62" y="65"/>
                    <a:pt x="66" y="66"/>
                    <a:pt x="66" y="66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107"/>
                    <a:pt x="66" y="107"/>
                    <a:pt x="66" y="107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79" y="61"/>
                    <a:pt x="82" y="62"/>
                    <a:pt x="85" y="63"/>
                  </a:cubicBezTo>
                  <a:cubicBezTo>
                    <a:pt x="88" y="63"/>
                    <a:pt x="93" y="64"/>
                    <a:pt x="98" y="63"/>
                  </a:cubicBezTo>
                  <a:cubicBezTo>
                    <a:pt x="102" y="62"/>
                    <a:pt x="97" y="55"/>
                    <a:pt x="92" y="53"/>
                  </a:cubicBezTo>
                  <a:cubicBezTo>
                    <a:pt x="88" y="52"/>
                    <a:pt x="77" y="52"/>
                    <a:pt x="77" y="52"/>
                  </a:cubicBezTo>
                  <a:cubicBezTo>
                    <a:pt x="77" y="49"/>
                    <a:pt x="83" y="30"/>
                    <a:pt x="84" y="28"/>
                  </a:cubicBezTo>
                  <a:cubicBezTo>
                    <a:pt x="85" y="27"/>
                    <a:pt x="88" y="19"/>
                    <a:pt x="86" y="15"/>
                  </a:cubicBezTo>
                  <a:cubicBezTo>
                    <a:pt x="84" y="10"/>
                    <a:pt x="78" y="6"/>
                    <a:pt x="78" y="6"/>
                  </a:cubicBezTo>
                  <a:cubicBezTo>
                    <a:pt x="78" y="6"/>
                    <a:pt x="78" y="12"/>
                    <a:pt x="78" y="15"/>
                  </a:cubicBezTo>
                  <a:cubicBezTo>
                    <a:pt x="79" y="18"/>
                    <a:pt x="77" y="32"/>
                    <a:pt x="75" y="32"/>
                  </a:cubicBezTo>
                  <a:cubicBezTo>
                    <a:pt x="74" y="32"/>
                    <a:pt x="69" y="26"/>
                    <a:pt x="66" y="25"/>
                  </a:cubicBezTo>
                  <a:cubicBezTo>
                    <a:pt x="64" y="24"/>
                    <a:pt x="61" y="24"/>
                    <a:pt x="62" y="27"/>
                  </a:cubicBezTo>
                  <a:cubicBezTo>
                    <a:pt x="62" y="29"/>
                    <a:pt x="72" y="40"/>
                    <a:pt x="72" y="40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0" y="51"/>
                    <a:pt x="68" y="51"/>
                    <a:pt x="68" y="50"/>
                  </a:cubicBezTo>
                  <a:cubicBezTo>
                    <a:pt x="68" y="48"/>
                    <a:pt x="62" y="43"/>
                    <a:pt x="61" y="42"/>
                  </a:cubicBezTo>
                  <a:cubicBezTo>
                    <a:pt x="59" y="42"/>
                    <a:pt x="51" y="34"/>
                    <a:pt x="49" y="30"/>
                  </a:cubicBezTo>
                  <a:cubicBezTo>
                    <a:pt x="47" y="26"/>
                    <a:pt x="43" y="25"/>
                    <a:pt x="43" y="25"/>
                  </a:cubicBezTo>
                  <a:cubicBezTo>
                    <a:pt x="43" y="25"/>
                    <a:pt x="42" y="30"/>
                    <a:pt x="38" y="33"/>
                  </a:cubicBezTo>
                  <a:cubicBezTo>
                    <a:pt x="35" y="37"/>
                    <a:pt x="27" y="36"/>
                    <a:pt x="24" y="36"/>
                  </a:cubicBezTo>
                  <a:cubicBezTo>
                    <a:pt x="20" y="36"/>
                    <a:pt x="14" y="37"/>
                    <a:pt x="10" y="37"/>
                  </a:cubicBezTo>
                  <a:cubicBezTo>
                    <a:pt x="6" y="37"/>
                    <a:pt x="0" y="34"/>
                    <a:pt x="0" y="34"/>
                  </a:cubicBezTo>
                  <a:cubicBezTo>
                    <a:pt x="0" y="34"/>
                    <a:pt x="0" y="40"/>
                    <a:pt x="1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任意多边形: 形状 164"/>
            <p:cNvSpPr/>
            <p:nvPr/>
          </p:nvSpPr>
          <p:spPr bwMode="auto">
            <a:xfrm>
              <a:off x="2687638" y="1824038"/>
              <a:ext cx="130175" cy="106363"/>
            </a:xfrm>
            <a:custGeom>
              <a:avLst/>
              <a:gdLst>
                <a:gd name="T0" fmla="*/ 22 w 85"/>
                <a:gd name="T1" fmla="*/ 0 h 69"/>
                <a:gd name="T2" fmla="*/ 35 w 85"/>
                <a:gd name="T3" fmla="*/ 10 h 69"/>
                <a:gd name="T4" fmla="*/ 47 w 85"/>
                <a:gd name="T5" fmla="*/ 16 h 69"/>
                <a:gd name="T6" fmla="*/ 60 w 85"/>
                <a:gd name="T7" fmla="*/ 16 h 69"/>
                <a:gd name="T8" fmla="*/ 80 w 85"/>
                <a:gd name="T9" fmla="*/ 14 h 69"/>
                <a:gd name="T10" fmla="*/ 77 w 85"/>
                <a:gd name="T11" fmla="*/ 19 h 69"/>
                <a:gd name="T12" fmla="*/ 66 w 85"/>
                <a:gd name="T13" fmla="*/ 22 h 69"/>
                <a:gd name="T14" fmla="*/ 68 w 85"/>
                <a:gd name="T15" fmla="*/ 26 h 69"/>
                <a:gd name="T16" fmla="*/ 57 w 85"/>
                <a:gd name="T17" fmla="*/ 26 h 69"/>
                <a:gd name="T18" fmla="*/ 50 w 85"/>
                <a:gd name="T19" fmla="*/ 31 h 69"/>
                <a:gd name="T20" fmla="*/ 53 w 85"/>
                <a:gd name="T21" fmla="*/ 37 h 69"/>
                <a:gd name="T22" fmla="*/ 51 w 85"/>
                <a:gd name="T23" fmla="*/ 42 h 69"/>
                <a:gd name="T24" fmla="*/ 37 w 85"/>
                <a:gd name="T25" fmla="*/ 43 h 69"/>
                <a:gd name="T26" fmla="*/ 12 w 85"/>
                <a:gd name="T27" fmla="*/ 69 h 69"/>
                <a:gd name="T28" fmla="*/ 6 w 85"/>
                <a:gd name="T29" fmla="*/ 65 h 69"/>
                <a:gd name="T30" fmla="*/ 9 w 85"/>
                <a:gd name="T31" fmla="*/ 46 h 69"/>
                <a:gd name="T32" fmla="*/ 11 w 85"/>
                <a:gd name="T33" fmla="*/ 34 h 69"/>
                <a:gd name="T34" fmla="*/ 38 w 85"/>
                <a:gd name="T35" fmla="*/ 31 h 69"/>
                <a:gd name="T36" fmla="*/ 49 w 85"/>
                <a:gd name="T37" fmla="*/ 23 h 69"/>
                <a:gd name="T38" fmla="*/ 37 w 85"/>
                <a:gd name="T39" fmla="*/ 16 h 69"/>
                <a:gd name="T40" fmla="*/ 22 w 85"/>
                <a:gd name="T4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69">
                  <a:moveTo>
                    <a:pt x="22" y="0"/>
                  </a:moveTo>
                  <a:cubicBezTo>
                    <a:pt x="22" y="0"/>
                    <a:pt x="30" y="8"/>
                    <a:pt x="35" y="10"/>
                  </a:cubicBezTo>
                  <a:cubicBezTo>
                    <a:pt x="41" y="12"/>
                    <a:pt x="44" y="13"/>
                    <a:pt x="47" y="16"/>
                  </a:cubicBezTo>
                  <a:cubicBezTo>
                    <a:pt x="51" y="18"/>
                    <a:pt x="53" y="19"/>
                    <a:pt x="60" y="16"/>
                  </a:cubicBezTo>
                  <a:cubicBezTo>
                    <a:pt x="67" y="14"/>
                    <a:pt x="75" y="10"/>
                    <a:pt x="80" y="14"/>
                  </a:cubicBezTo>
                  <a:cubicBezTo>
                    <a:pt x="85" y="19"/>
                    <a:pt x="80" y="21"/>
                    <a:pt x="77" y="19"/>
                  </a:cubicBezTo>
                  <a:cubicBezTo>
                    <a:pt x="74" y="17"/>
                    <a:pt x="67" y="20"/>
                    <a:pt x="66" y="22"/>
                  </a:cubicBezTo>
                  <a:cubicBezTo>
                    <a:pt x="64" y="25"/>
                    <a:pt x="70" y="26"/>
                    <a:pt x="68" y="26"/>
                  </a:cubicBezTo>
                  <a:cubicBezTo>
                    <a:pt x="66" y="26"/>
                    <a:pt x="61" y="26"/>
                    <a:pt x="57" y="26"/>
                  </a:cubicBezTo>
                  <a:cubicBezTo>
                    <a:pt x="53" y="26"/>
                    <a:pt x="50" y="31"/>
                    <a:pt x="50" y="31"/>
                  </a:cubicBezTo>
                  <a:cubicBezTo>
                    <a:pt x="50" y="31"/>
                    <a:pt x="55" y="35"/>
                    <a:pt x="53" y="37"/>
                  </a:cubicBezTo>
                  <a:cubicBezTo>
                    <a:pt x="52" y="39"/>
                    <a:pt x="51" y="42"/>
                    <a:pt x="51" y="42"/>
                  </a:cubicBezTo>
                  <a:cubicBezTo>
                    <a:pt x="51" y="42"/>
                    <a:pt x="41" y="40"/>
                    <a:pt x="37" y="43"/>
                  </a:cubicBezTo>
                  <a:cubicBezTo>
                    <a:pt x="33" y="45"/>
                    <a:pt x="12" y="69"/>
                    <a:pt x="12" y="69"/>
                  </a:cubicBezTo>
                  <a:cubicBezTo>
                    <a:pt x="12" y="69"/>
                    <a:pt x="7" y="69"/>
                    <a:pt x="6" y="65"/>
                  </a:cubicBezTo>
                  <a:cubicBezTo>
                    <a:pt x="5" y="60"/>
                    <a:pt x="9" y="46"/>
                    <a:pt x="9" y="46"/>
                  </a:cubicBezTo>
                  <a:cubicBezTo>
                    <a:pt x="9" y="46"/>
                    <a:pt x="0" y="37"/>
                    <a:pt x="11" y="34"/>
                  </a:cubicBezTo>
                  <a:cubicBezTo>
                    <a:pt x="11" y="34"/>
                    <a:pt x="36" y="32"/>
                    <a:pt x="38" y="31"/>
                  </a:cubicBezTo>
                  <a:cubicBezTo>
                    <a:pt x="40" y="31"/>
                    <a:pt x="49" y="24"/>
                    <a:pt x="49" y="23"/>
                  </a:cubicBezTo>
                  <a:cubicBezTo>
                    <a:pt x="49" y="23"/>
                    <a:pt x="44" y="17"/>
                    <a:pt x="37" y="16"/>
                  </a:cubicBezTo>
                  <a:cubicBezTo>
                    <a:pt x="30" y="15"/>
                    <a:pt x="24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任意多边形: 形状 165"/>
            <p:cNvSpPr/>
            <p:nvPr/>
          </p:nvSpPr>
          <p:spPr bwMode="auto">
            <a:xfrm>
              <a:off x="2705101" y="1884363"/>
              <a:ext cx="28575" cy="30163"/>
            </a:xfrm>
            <a:custGeom>
              <a:avLst/>
              <a:gdLst>
                <a:gd name="T0" fmla="*/ 19 w 19"/>
                <a:gd name="T1" fmla="*/ 2 h 20"/>
                <a:gd name="T2" fmla="*/ 4 w 19"/>
                <a:gd name="T3" fmla="*/ 19 h 20"/>
                <a:gd name="T4" fmla="*/ 1 w 19"/>
                <a:gd name="T5" fmla="*/ 15 h 20"/>
                <a:gd name="T6" fmla="*/ 2 w 19"/>
                <a:gd name="T7" fmla="*/ 7 h 20"/>
                <a:gd name="T8" fmla="*/ 19 w 19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0">
                  <a:moveTo>
                    <a:pt x="19" y="2"/>
                  </a:moveTo>
                  <a:cubicBezTo>
                    <a:pt x="19" y="2"/>
                    <a:pt x="6" y="17"/>
                    <a:pt x="4" y="19"/>
                  </a:cubicBezTo>
                  <a:cubicBezTo>
                    <a:pt x="2" y="20"/>
                    <a:pt x="0" y="18"/>
                    <a:pt x="1" y="15"/>
                  </a:cubicBezTo>
                  <a:cubicBezTo>
                    <a:pt x="1" y="11"/>
                    <a:pt x="1" y="8"/>
                    <a:pt x="2" y="7"/>
                  </a:cubicBezTo>
                  <a:cubicBezTo>
                    <a:pt x="2" y="7"/>
                    <a:pt x="17" y="0"/>
                    <a:pt x="19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" name="任意多边形: 形状 166"/>
            <p:cNvSpPr>
              <a:spLocks noEditPoints="1"/>
            </p:cNvSpPr>
            <p:nvPr/>
          </p:nvSpPr>
          <p:spPr bwMode="auto">
            <a:xfrm>
              <a:off x="2738438" y="1863726"/>
              <a:ext cx="104775" cy="128588"/>
            </a:xfrm>
            <a:custGeom>
              <a:avLst/>
              <a:gdLst>
                <a:gd name="T0" fmla="*/ 44 w 68"/>
                <a:gd name="T1" fmla="*/ 65 h 83"/>
                <a:gd name="T2" fmla="*/ 37 w 68"/>
                <a:gd name="T3" fmla="*/ 51 h 83"/>
                <a:gd name="T4" fmla="*/ 46 w 68"/>
                <a:gd name="T5" fmla="*/ 41 h 83"/>
                <a:gd name="T6" fmla="*/ 44 w 68"/>
                <a:gd name="T7" fmla="*/ 27 h 83"/>
                <a:gd name="T8" fmla="*/ 52 w 68"/>
                <a:gd name="T9" fmla="*/ 25 h 83"/>
                <a:gd name="T10" fmla="*/ 65 w 68"/>
                <a:gd name="T11" fmla="*/ 26 h 83"/>
                <a:gd name="T12" fmla="*/ 59 w 68"/>
                <a:gd name="T13" fmla="*/ 14 h 83"/>
                <a:gd name="T14" fmla="*/ 64 w 68"/>
                <a:gd name="T15" fmla="*/ 10 h 83"/>
                <a:gd name="T16" fmla="*/ 62 w 68"/>
                <a:gd name="T17" fmla="*/ 0 h 83"/>
                <a:gd name="T18" fmla="*/ 50 w 68"/>
                <a:gd name="T19" fmla="*/ 11 h 83"/>
                <a:gd name="T20" fmla="*/ 34 w 68"/>
                <a:gd name="T21" fmla="*/ 8 h 83"/>
                <a:gd name="T22" fmla="*/ 29 w 68"/>
                <a:gd name="T23" fmla="*/ 11 h 83"/>
                <a:gd name="T24" fmla="*/ 35 w 68"/>
                <a:gd name="T25" fmla="*/ 18 h 83"/>
                <a:gd name="T26" fmla="*/ 36 w 68"/>
                <a:gd name="T27" fmla="*/ 22 h 83"/>
                <a:gd name="T28" fmla="*/ 31 w 68"/>
                <a:gd name="T29" fmla="*/ 24 h 83"/>
                <a:gd name="T30" fmla="*/ 27 w 68"/>
                <a:gd name="T31" fmla="*/ 23 h 83"/>
                <a:gd name="T32" fmla="*/ 25 w 68"/>
                <a:gd name="T33" fmla="*/ 13 h 83"/>
                <a:gd name="T34" fmla="*/ 19 w 68"/>
                <a:gd name="T35" fmla="*/ 19 h 83"/>
                <a:gd name="T36" fmla="*/ 15 w 68"/>
                <a:gd name="T37" fmla="*/ 22 h 83"/>
                <a:gd name="T38" fmla="*/ 19 w 68"/>
                <a:gd name="T39" fmla="*/ 22 h 83"/>
                <a:gd name="T40" fmla="*/ 24 w 68"/>
                <a:gd name="T41" fmla="*/ 38 h 83"/>
                <a:gd name="T42" fmla="*/ 19 w 68"/>
                <a:gd name="T43" fmla="*/ 44 h 83"/>
                <a:gd name="T44" fmla="*/ 9 w 68"/>
                <a:gd name="T45" fmla="*/ 36 h 83"/>
                <a:gd name="T46" fmla="*/ 6 w 68"/>
                <a:gd name="T47" fmla="*/ 28 h 83"/>
                <a:gd name="T48" fmla="*/ 13 w 68"/>
                <a:gd name="T49" fmla="*/ 53 h 83"/>
                <a:gd name="T50" fmla="*/ 30 w 68"/>
                <a:gd name="T51" fmla="*/ 57 h 83"/>
                <a:gd name="T52" fmla="*/ 39 w 68"/>
                <a:gd name="T53" fmla="*/ 77 h 83"/>
                <a:gd name="T54" fmla="*/ 44 w 68"/>
                <a:gd name="T55" fmla="*/ 81 h 83"/>
                <a:gd name="T56" fmla="*/ 44 w 68"/>
                <a:gd name="T57" fmla="*/ 65 h 83"/>
                <a:gd name="T58" fmla="*/ 32 w 68"/>
                <a:gd name="T59" fmla="*/ 40 h 83"/>
                <a:gd name="T60" fmla="*/ 32 w 68"/>
                <a:gd name="T61" fmla="*/ 34 h 83"/>
                <a:gd name="T62" fmla="*/ 38 w 68"/>
                <a:gd name="T63" fmla="*/ 39 h 83"/>
                <a:gd name="T64" fmla="*/ 32 w 68"/>
                <a:gd name="T65" fmla="*/ 4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8" h="83">
                  <a:moveTo>
                    <a:pt x="44" y="65"/>
                  </a:moveTo>
                  <a:cubicBezTo>
                    <a:pt x="42" y="57"/>
                    <a:pt x="35" y="52"/>
                    <a:pt x="37" y="51"/>
                  </a:cubicBezTo>
                  <a:cubicBezTo>
                    <a:pt x="38" y="50"/>
                    <a:pt x="44" y="46"/>
                    <a:pt x="46" y="41"/>
                  </a:cubicBezTo>
                  <a:cubicBezTo>
                    <a:pt x="48" y="36"/>
                    <a:pt x="44" y="27"/>
                    <a:pt x="44" y="27"/>
                  </a:cubicBezTo>
                  <a:cubicBezTo>
                    <a:pt x="44" y="27"/>
                    <a:pt x="47" y="24"/>
                    <a:pt x="52" y="25"/>
                  </a:cubicBezTo>
                  <a:cubicBezTo>
                    <a:pt x="57" y="26"/>
                    <a:pt x="63" y="30"/>
                    <a:pt x="65" y="26"/>
                  </a:cubicBezTo>
                  <a:cubicBezTo>
                    <a:pt x="68" y="23"/>
                    <a:pt x="59" y="15"/>
                    <a:pt x="59" y="14"/>
                  </a:cubicBezTo>
                  <a:cubicBezTo>
                    <a:pt x="60" y="13"/>
                    <a:pt x="61" y="13"/>
                    <a:pt x="64" y="10"/>
                  </a:cubicBezTo>
                  <a:cubicBezTo>
                    <a:pt x="67" y="7"/>
                    <a:pt x="62" y="0"/>
                    <a:pt x="62" y="0"/>
                  </a:cubicBezTo>
                  <a:cubicBezTo>
                    <a:pt x="62" y="0"/>
                    <a:pt x="53" y="10"/>
                    <a:pt x="50" y="11"/>
                  </a:cubicBezTo>
                  <a:cubicBezTo>
                    <a:pt x="47" y="12"/>
                    <a:pt x="41" y="12"/>
                    <a:pt x="34" y="8"/>
                  </a:cubicBezTo>
                  <a:cubicBezTo>
                    <a:pt x="28" y="5"/>
                    <a:pt x="29" y="9"/>
                    <a:pt x="29" y="11"/>
                  </a:cubicBezTo>
                  <a:cubicBezTo>
                    <a:pt x="29" y="13"/>
                    <a:pt x="33" y="19"/>
                    <a:pt x="35" y="18"/>
                  </a:cubicBezTo>
                  <a:cubicBezTo>
                    <a:pt x="38" y="18"/>
                    <a:pt x="37" y="21"/>
                    <a:pt x="36" y="22"/>
                  </a:cubicBezTo>
                  <a:cubicBezTo>
                    <a:pt x="36" y="23"/>
                    <a:pt x="32" y="23"/>
                    <a:pt x="31" y="24"/>
                  </a:cubicBezTo>
                  <a:cubicBezTo>
                    <a:pt x="30" y="26"/>
                    <a:pt x="27" y="31"/>
                    <a:pt x="27" y="23"/>
                  </a:cubicBezTo>
                  <a:cubicBezTo>
                    <a:pt x="27" y="16"/>
                    <a:pt x="25" y="13"/>
                    <a:pt x="25" y="13"/>
                  </a:cubicBezTo>
                  <a:cubicBezTo>
                    <a:pt x="25" y="13"/>
                    <a:pt x="20" y="18"/>
                    <a:pt x="19" y="19"/>
                  </a:cubicBezTo>
                  <a:cubicBezTo>
                    <a:pt x="18" y="20"/>
                    <a:pt x="15" y="22"/>
                    <a:pt x="15" y="22"/>
                  </a:cubicBezTo>
                  <a:cubicBezTo>
                    <a:pt x="18" y="21"/>
                    <a:pt x="19" y="22"/>
                    <a:pt x="19" y="22"/>
                  </a:cubicBezTo>
                  <a:cubicBezTo>
                    <a:pt x="19" y="22"/>
                    <a:pt x="23" y="30"/>
                    <a:pt x="24" y="38"/>
                  </a:cubicBezTo>
                  <a:cubicBezTo>
                    <a:pt x="25" y="46"/>
                    <a:pt x="19" y="44"/>
                    <a:pt x="19" y="44"/>
                  </a:cubicBezTo>
                  <a:cubicBezTo>
                    <a:pt x="19" y="44"/>
                    <a:pt x="11" y="40"/>
                    <a:pt x="9" y="36"/>
                  </a:cubicBezTo>
                  <a:cubicBezTo>
                    <a:pt x="6" y="31"/>
                    <a:pt x="6" y="28"/>
                    <a:pt x="6" y="28"/>
                  </a:cubicBezTo>
                  <a:cubicBezTo>
                    <a:pt x="0" y="40"/>
                    <a:pt x="10" y="52"/>
                    <a:pt x="13" y="53"/>
                  </a:cubicBezTo>
                  <a:cubicBezTo>
                    <a:pt x="15" y="54"/>
                    <a:pt x="30" y="53"/>
                    <a:pt x="30" y="57"/>
                  </a:cubicBezTo>
                  <a:cubicBezTo>
                    <a:pt x="30" y="61"/>
                    <a:pt x="39" y="77"/>
                    <a:pt x="39" y="77"/>
                  </a:cubicBezTo>
                  <a:cubicBezTo>
                    <a:pt x="39" y="77"/>
                    <a:pt x="40" y="83"/>
                    <a:pt x="44" y="81"/>
                  </a:cubicBezTo>
                  <a:cubicBezTo>
                    <a:pt x="51" y="79"/>
                    <a:pt x="44" y="65"/>
                    <a:pt x="44" y="65"/>
                  </a:cubicBezTo>
                  <a:close/>
                  <a:moveTo>
                    <a:pt x="32" y="40"/>
                  </a:moveTo>
                  <a:cubicBezTo>
                    <a:pt x="31" y="38"/>
                    <a:pt x="31" y="35"/>
                    <a:pt x="32" y="34"/>
                  </a:cubicBezTo>
                  <a:cubicBezTo>
                    <a:pt x="32" y="34"/>
                    <a:pt x="40" y="36"/>
                    <a:pt x="38" y="39"/>
                  </a:cubicBezTo>
                  <a:cubicBezTo>
                    <a:pt x="35" y="43"/>
                    <a:pt x="33" y="41"/>
                    <a:pt x="3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8" name="任意多边形: 形状 167"/>
            <p:cNvSpPr/>
            <p:nvPr/>
          </p:nvSpPr>
          <p:spPr bwMode="auto">
            <a:xfrm>
              <a:off x="2843213" y="1989138"/>
              <a:ext cx="152400" cy="147638"/>
            </a:xfrm>
            <a:custGeom>
              <a:avLst/>
              <a:gdLst>
                <a:gd name="T0" fmla="*/ 54 w 99"/>
                <a:gd name="T1" fmla="*/ 0 h 96"/>
                <a:gd name="T2" fmla="*/ 59 w 99"/>
                <a:gd name="T3" fmla="*/ 10 h 96"/>
                <a:gd name="T4" fmla="*/ 68 w 99"/>
                <a:gd name="T5" fmla="*/ 20 h 96"/>
                <a:gd name="T6" fmla="*/ 83 w 99"/>
                <a:gd name="T7" fmla="*/ 19 h 96"/>
                <a:gd name="T8" fmla="*/ 92 w 99"/>
                <a:gd name="T9" fmla="*/ 16 h 96"/>
                <a:gd name="T10" fmla="*/ 94 w 99"/>
                <a:gd name="T11" fmla="*/ 9 h 96"/>
                <a:gd name="T12" fmla="*/ 98 w 99"/>
                <a:gd name="T13" fmla="*/ 20 h 96"/>
                <a:gd name="T14" fmla="*/ 87 w 99"/>
                <a:gd name="T15" fmla="*/ 31 h 96"/>
                <a:gd name="T16" fmla="*/ 78 w 99"/>
                <a:gd name="T17" fmla="*/ 33 h 96"/>
                <a:gd name="T18" fmla="*/ 83 w 99"/>
                <a:gd name="T19" fmla="*/ 53 h 96"/>
                <a:gd name="T20" fmla="*/ 72 w 99"/>
                <a:gd name="T21" fmla="*/ 55 h 96"/>
                <a:gd name="T22" fmla="*/ 65 w 99"/>
                <a:gd name="T23" fmla="*/ 45 h 96"/>
                <a:gd name="T24" fmla="*/ 56 w 99"/>
                <a:gd name="T25" fmla="*/ 48 h 96"/>
                <a:gd name="T26" fmla="*/ 54 w 99"/>
                <a:gd name="T27" fmla="*/ 74 h 96"/>
                <a:gd name="T28" fmla="*/ 50 w 99"/>
                <a:gd name="T29" fmla="*/ 95 h 96"/>
                <a:gd name="T30" fmla="*/ 42 w 99"/>
                <a:gd name="T31" fmla="*/ 75 h 96"/>
                <a:gd name="T32" fmla="*/ 46 w 99"/>
                <a:gd name="T33" fmla="*/ 41 h 96"/>
                <a:gd name="T34" fmla="*/ 18 w 99"/>
                <a:gd name="T35" fmla="*/ 46 h 96"/>
                <a:gd name="T36" fmla="*/ 8 w 99"/>
                <a:gd name="T37" fmla="*/ 20 h 96"/>
                <a:gd name="T38" fmla="*/ 24 w 99"/>
                <a:gd name="T39" fmla="*/ 11 h 96"/>
                <a:gd name="T40" fmla="*/ 34 w 99"/>
                <a:gd name="T41" fmla="*/ 27 h 96"/>
                <a:gd name="T42" fmla="*/ 47 w 99"/>
                <a:gd name="T43" fmla="*/ 23 h 96"/>
                <a:gd name="T44" fmla="*/ 54 w 99"/>
                <a:gd name="T4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9" h="96">
                  <a:moveTo>
                    <a:pt x="54" y="0"/>
                  </a:moveTo>
                  <a:cubicBezTo>
                    <a:pt x="54" y="0"/>
                    <a:pt x="57" y="8"/>
                    <a:pt x="59" y="10"/>
                  </a:cubicBezTo>
                  <a:cubicBezTo>
                    <a:pt x="61" y="12"/>
                    <a:pt x="67" y="19"/>
                    <a:pt x="68" y="20"/>
                  </a:cubicBezTo>
                  <a:cubicBezTo>
                    <a:pt x="70" y="20"/>
                    <a:pt x="81" y="20"/>
                    <a:pt x="83" y="19"/>
                  </a:cubicBezTo>
                  <a:cubicBezTo>
                    <a:pt x="85" y="18"/>
                    <a:pt x="90" y="19"/>
                    <a:pt x="92" y="16"/>
                  </a:cubicBezTo>
                  <a:cubicBezTo>
                    <a:pt x="93" y="14"/>
                    <a:pt x="94" y="9"/>
                    <a:pt x="94" y="9"/>
                  </a:cubicBezTo>
                  <a:cubicBezTo>
                    <a:pt x="94" y="9"/>
                    <a:pt x="99" y="13"/>
                    <a:pt x="98" y="20"/>
                  </a:cubicBezTo>
                  <a:cubicBezTo>
                    <a:pt x="98" y="26"/>
                    <a:pt x="92" y="30"/>
                    <a:pt x="87" y="31"/>
                  </a:cubicBezTo>
                  <a:cubicBezTo>
                    <a:pt x="82" y="33"/>
                    <a:pt x="78" y="33"/>
                    <a:pt x="78" y="33"/>
                  </a:cubicBezTo>
                  <a:cubicBezTo>
                    <a:pt x="78" y="33"/>
                    <a:pt x="87" y="44"/>
                    <a:pt x="83" y="53"/>
                  </a:cubicBezTo>
                  <a:cubicBezTo>
                    <a:pt x="78" y="61"/>
                    <a:pt x="74" y="60"/>
                    <a:pt x="72" y="55"/>
                  </a:cubicBezTo>
                  <a:cubicBezTo>
                    <a:pt x="70" y="51"/>
                    <a:pt x="66" y="47"/>
                    <a:pt x="65" y="45"/>
                  </a:cubicBezTo>
                  <a:cubicBezTo>
                    <a:pt x="64" y="44"/>
                    <a:pt x="58" y="37"/>
                    <a:pt x="56" y="48"/>
                  </a:cubicBezTo>
                  <a:cubicBezTo>
                    <a:pt x="53" y="59"/>
                    <a:pt x="52" y="68"/>
                    <a:pt x="54" y="74"/>
                  </a:cubicBezTo>
                  <a:cubicBezTo>
                    <a:pt x="55" y="80"/>
                    <a:pt x="58" y="94"/>
                    <a:pt x="50" y="95"/>
                  </a:cubicBezTo>
                  <a:cubicBezTo>
                    <a:pt x="42" y="96"/>
                    <a:pt x="41" y="83"/>
                    <a:pt x="42" y="75"/>
                  </a:cubicBezTo>
                  <a:cubicBezTo>
                    <a:pt x="42" y="67"/>
                    <a:pt x="46" y="44"/>
                    <a:pt x="46" y="41"/>
                  </a:cubicBezTo>
                  <a:cubicBezTo>
                    <a:pt x="46" y="41"/>
                    <a:pt x="25" y="49"/>
                    <a:pt x="18" y="46"/>
                  </a:cubicBezTo>
                  <a:cubicBezTo>
                    <a:pt x="11" y="44"/>
                    <a:pt x="0" y="32"/>
                    <a:pt x="8" y="20"/>
                  </a:cubicBezTo>
                  <a:cubicBezTo>
                    <a:pt x="18" y="9"/>
                    <a:pt x="24" y="11"/>
                    <a:pt x="24" y="11"/>
                  </a:cubicBezTo>
                  <a:cubicBezTo>
                    <a:pt x="24" y="11"/>
                    <a:pt x="26" y="27"/>
                    <a:pt x="34" y="27"/>
                  </a:cubicBezTo>
                  <a:cubicBezTo>
                    <a:pt x="42" y="26"/>
                    <a:pt x="47" y="23"/>
                    <a:pt x="47" y="23"/>
                  </a:cubicBezTo>
                  <a:cubicBezTo>
                    <a:pt x="47" y="23"/>
                    <a:pt x="40" y="13"/>
                    <a:pt x="5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9" name="任意多边形: 形状 168"/>
            <p:cNvSpPr/>
            <p:nvPr/>
          </p:nvSpPr>
          <p:spPr bwMode="auto">
            <a:xfrm>
              <a:off x="2951163" y="2163763"/>
              <a:ext cx="146050" cy="139700"/>
            </a:xfrm>
            <a:custGeom>
              <a:avLst/>
              <a:gdLst>
                <a:gd name="T0" fmla="*/ 58 w 95"/>
                <a:gd name="T1" fmla="*/ 6 h 90"/>
                <a:gd name="T2" fmla="*/ 15 w 95"/>
                <a:gd name="T3" fmla="*/ 2 h 90"/>
                <a:gd name="T4" fmla="*/ 8 w 95"/>
                <a:gd name="T5" fmla="*/ 0 h 90"/>
                <a:gd name="T6" fmla="*/ 3 w 95"/>
                <a:gd name="T7" fmla="*/ 9 h 90"/>
                <a:gd name="T8" fmla="*/ 8 w 95"/>
                <a:gd name="T9" fmla="*/ 11 h 90"/>
                <a:gd name="T10" fmla="*/ 37 w 95"/>
                <a:gd name="T11" fmla="*/ 11 h 90"/>
                <a:gd name="T12" fmla="*/ 57 w 95"/>
                <a:gd name="T13" fmla="*/ 45 h 90"/>
                <a:gd name="T14" fmla="*/ 61 w 95"/>
                <a:gd name="T15" fmla="*/ 64 h 90"/>
                <a:gd name="T16" fmla="*/ 53 w 95"/>
                <a:gd name="T17" fmla="*/ 66 h 90"/>
                <a:gd name="T18" fmla="*/ 48 w 95"/>
                <a:gd name="T19" fmla="*/ 76 h 90"/>
                <a:gd name="T20" fmla="*/ 63 w 95"/>
                <a:gd name="T21" fmla="*/ 81 h 90"/>
                <a:gd name="T22" fmla="*/ 70 w 95"/>
                <a:gd name="T23" fmla="*/ 68 h 90"/>
                <a:gd name="T24" fmla="*/ 66 w 95"/>
                <a:gd name="T25" fmla="*/ 47 h 90"/>
                <a:gd name="T26" fmla="*/ 86 w 95"/>
                <a:gd name="T27" fmla="*/ 55 h 90"/>
                <a:gd name="T28" fmla="*/ 89 w 95"/>
                <a:gd name="T29" fmla="*/ 39 h 90"/>
                <a:gd name="T30" fmla="*/ 82 w 95"/>
                <a:gd name="T31" fmla="*/ 34 h 90"/>
                <a:gd name="T32" fmla="*/ 74 w 95"/>
                <a:gd name="T33" fmla="*/ 19 h 90"/>
                <a:gd name="T34" fmla="*/ 76 w 95"/>
                <a:gd name="T35" fmla="*/ 14 h 90"/>
                <a:gd name="T36" fmla="*/ 66 w 95"/>
                <a:gd name="T37" fmla="*/ 17 h 90"/>
                <a:gd name="T38" fmla="*/ 69 w 95"/>
                <a:gd name="T39" fmla="*/ 24 h 90"/>
                <a:gd name="T40" fmla="*/ 75 w 95"/>
                <a:gd name="T41" fmla="*/ 30 h 90"/>
                <a:gd name="T42" fmla="*/ 75 w 95"/>
                <a:gd name="T43" fmla="*/ 38 h 90"/>
                <a:gd name="T44" fmla="*/ 84 w 95"/>
                <a:gd name="T45" fmla="*/ 39 h 90"/>
                <a:gd name="T46" fmla="*/ 88 w 95"/>
                <a:gd name="T47" fmla="*/ 45 h 90"/>
                <a:gd name="T48" fmla="*/ 77 w 95"/>
                <a:gd name="T49" fmla="*/ 42 h 90"/>
                <a:gd name="T50" fmla="*/ 55 w 95"/>
                <a:gd name="T51" fmla="*/ 28 h 90"/>
                <a:gd name="T52" fmla="*/ 47 w 95"/>
                <a:gd name="T53" fmla="*/ 12 h 90"/>
                <a:gd name="T54" fmla="*/ 58 w 95"/>
                <a:gd name="T55" fmla="*/ 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5" h="90">
                  <a:moveTo>
                    <a:pt x="58" y="6"/>
                  </a:moveTo>
                  <a:cubicBezTo>
                    <a:pt x="58" y="6"/>
                    <a:pt x="20" y="3"/>
                    <a:pt x="15" y="2"/>
                  </a:cubicBezTo>
                  <a:cubicBezTo>
                    <a:pt x="10" y="1"/>
                    <a:pt x="8" y="0"/>
                    <a:pt x="8" y="0"/>
                  </a:cubicBezTo>
                  <a:cubicBezTo>
                    <a:pt x="8" y="0"/>
                    <a:pt x="3" y="1"/>
                    <a:pt x="3" y="9"/>
                  </a:cubicBezTo>
                  <a:cubicBezTo>
                    <a:pt x="3" y="9"/>
                    <a:pt x="0" y="11"/>
                    <a:pt x="8" y="11"/>
                  </a:cubicBezTo>
                  <a:cubicBezTo>
                    <a:pt x="16" y="10"/>
                    <a:pt x="36" y="10"/>
                    <a:pt x="37" y="11"/>
                  </a:cubicBezTo>
                  <a:cubicBezTo>
                    <a:pt x="38" y="12"/>
                    <a:pt x="56" y="41"/>
                    <a:pt x="57" y="45"/>
                  </a:cubicBezTo>
                  <a:cubicBezTo>
                    <a:pt x="59" y="48"/>
                    <a:pt x="62" y="60"/>
                    <a:pt x="61" y="64"/>
                  </a:cubicBezTo>
                  <a:cubicBezTo>
                    <a:pt x="59" y="68"/>
                    <a:pt x="54" y="69"/>
                    <a:pt x="53" y="66"/>
                  </a:cubicBezTo>
                  <a:cubicBezTo>
                    <a:pt x="53" y="66"/>
                    <a:pt x="44" y="66"/>
                    <a:pt x="48" y="76"/>
                  </a:cubicBezTo>
                  <a:cubicBezTo>
                    <a:pt x="51" y="85"/>
                    <a:pt x="56" y="90"/>
                    <a:pt x="63" y="81"/>
                  </a:cubicBezTo>
                  <a:cubicBezTo>
                    <a:pt x="70" y="72"/>
                    <a:pt x="70" y="68"/>
                    <a:pt x="70" y="68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6" y="47"/>
                    <a:pt x="81" y="56"/>
                    <a:pt x="86" y="55"/>
                  </a:cubicBezTo>
                  <a:cubicBezTo>
                    <a:pt x="91" y="55"/>
                    <a:pt x="95" y="47"/>
                    <a:pt x="89" y="39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5" y="28"/>
                    <a:pt x="74" y="19"/>
                  </a:cubicBezTo>
                  <a:cubicBezTo>
                    <a:pt x="74" y="19"/>
                    <a:pt x="74" y="15"/>
                    <a:pt x="76" y="14"/>
                  </a:cubicBezTo>
                  <a:cubicBezTo>
                    <a:pt x="76" y="14"/>
                    <a:pt x="69" y="12"/>
                    <a:pt x="66" y="17"/>
                  </a:cubicBezTo>
                  <a:cubicBezTo>
                    <a:pt x="62" y="23"/>
                    <a:pt x="66" y="25"/>
                    <a:pt x="69" y="24"/>
                  </a:cubicBezTo>
                  <a:cubicBezTo>
                    <a:pt x="73" y="23"/>
                    <a:pt x="83" y="26"/>
                    <a:pt x="75" y="30"/>
                  </a:cubicBezTo>
                  <a:cubicBezTo>
                    <a:pt x="75" y="38"/>
                    <a:pt x="75" y="38"/>
                    <a:pt x="75" y="38"/>
                  </a:cubicBezTo>
                  <a:cubicBezTo>
                    <a:pt x="75" y="38"/>
                    <a:pt x="82" y="38"/>
                    <a:pt x="84" y="39"/>
                  </a:cubicBezTo>
                  <a:cubicBezTo>
                    <a:pt x="86" y="41"/>
                    <a:pt x="89" y="43"/>
                    <a:pt x="88" y="45"/>
                  </a:cubicBezTo>
                  <a:cubicBezTo>
                    <a:pt x="87" y="47"/>
                    <a:pt x="83" y="45"/>
                    <a:pt x="77" y="42"/>
                  </a:cubicBezTo>
                  <a:cubicBezTo>
                    <a:pt x="72" y="39"/>
                    <a:pt x="59" y="33"/>
                    <a:pt x="55" y="28"/>
                  </a:cubicBezTo>
                  <a:cubicBezTo>
                    <a:pt x="51" y="22"/>
                    <a:pt x="47" y="12"/>
                    <a:pt x="47" y="12"/>
                  </a:cubicBezTo>
                  <a:cubicBezTo>
                    <a:pt x="47" y="12"/>
                    <a:pt x="57" y="15"/>
                    <a:pt x="5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0" name="任意多边形: 形状 169"/>
            <p:cNvSpPr/>
            <p:nvPr/>
          </p:nvSpPr>
          <p:spPr bwMode="auto">
            <a:xfrm>
              <a:off x="2917826" y="2203451"/>
              <a:ext cx="117475" cy="85725"/>
            </a:xfrm>
            <a:custGeom>
              <a:avLst/>
              <a:gdLst>
                <a:gd name="T0" fmla="*/ 60 w 76"/>
                <a:gd name="T1" fmla="*/ 0 h 56"/>
                <a:gd name="T2" fmla="*/ 60 w 76"/>
                <a:gd name="T3" fmla="*/ 3 h 56"/>
                <a:gd name="T4" fmla="*/ 63 w 76"/>
                <a:gd name="T5" fmla="*/ 9 h 56"/>
                <a:gd name="T6" fmla="*/ 71 w 76"/>
                <a:gd name="T7" fmla="*/ 23 h 56"/>
                <a:gd name="T8" fmla="*/ 71 w 76"/>
                <a:gd name="T9" fmla="*/ 36 h 56"/>
                <a:gd name="T10" fmla="*/ 60 w 76"/>
                <a:gd name="T11" fmla="*/ 34 h 56"/>
                <a:gd name="T12" fmla="*/ 56 w 76"/>
                <a:gd name="T13" fmla="*/ 34 h 56"/>
                <a:gd name="T14" fmla="*/ 56 w 76"/>
                <a:gd name="T15" fmla="*/ 52 h 56"/>
                <a:gd name="T16" fmla="*/ 47 w 76"/>
                <a:gd name="T17" fmla="*/ 54 h 56"/>
                <a:gd name="T18" fmla="*/ 45 w 76"/>
                <a:gd name="T19" fmla="*/ 40 h 56"/>
                <a:gd name="T20" fmla="*/ 41 w 76"/>
                <a:gd name="T21" fmla="*/ 38 h 56"/>
                <a:gd name="T22" fmla="*/ 5 w 76"/>
                <a:gd name="T23" fmla="*/ 36 h 56"/>
                <a:gd name="T24" fmla="*/ 25 w 76"/>
                <a:gd name="T25" fmla="*/ 9 h 56"/>
                <a:gd name="T26" fmla="*/ 21 w 76"/>
                <a:gd name="T27" fmla="*/ 29 h 56"/>
                <a:gd name="T28" fmla="*/ 40 w 76"/>
                <a:gd name="T29" fmla="*/ 30 h 56"/>
                <a:gd name="T30" fmla="*/ 32 w 76"/>
                <a:gd name="T31" fmla="*/ 14 h 56"/>
                <a:gd name="T32" fmla="*/ 41 w 76"/>
                <a:gd name="T33" fmla="*/ 3 h 56"/>
                <a:gd name="T34" fmla="*/ 45 w 76"/>
                <a:gd name="T35" fmla="*/ 10 h 56"/>
                <a:gd name="T36" fmla="*/ 48 w 76"/>
                <a:gd name="T37" fmla="*/ 19 h 56"/>
                <a:gd name="T38" fmla="*/ 50 w 76"/>
                <a:gd name="T39" fmla="*/ 23 h 56"/>
                <a:gd name="T40" fmla="*/ 58 w 76"/>
                <a:gd name="T41" fmla="*/ 22 h 56"/>
                <a:gd name="T42" fmla="*/ 63 w 76"/>
                <a:gd name="T43" fmla="*/ 20 h 56"/>
                <a:gd name="T44" fmla="*/ 53 w 76"/>
                <a:gd name="T45" fmla="*/ 9 h 56"/>
                <a:gd name="T46" fmla="*/ 60 w 76"/>
                <a:gd name="T4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6" h="56">
                  <a:moveTo>
                    <a:pt x="60" y="0"/>
                  </a:moveTo>
                  <a:cubicBezTo>
                    <a:pt x="60" y="0"/>
                    <a:pt x="60" y="1"/>
                    <a:pt x="60" y="3"/>
                  </a:cubicBezTo>
                  <a:cubicBezTo>
                    <a:pt x="59" y="5"/>
                    <a:pt x="61" y="8"/>
                    <a:pt x="63" y="9"/>
                  </a:cubicBezTo>
                  <a:cubicBezTo>
                    <a:pt x="64" y="11"/>
                    <a:pt x="70" y="20"/>
                    <a:pt x="71" y="23"/>
                  </a:cubicBezTo>
                  <a:cubicBezTo>
                    <a:pt x="72" y="25"/>
                    <a:pt x="76" y="33"/>
                    <a:pt x="71" y="36"/>
                  </a:cubicBezTo>
                  <a:cubicBezTo>
                    <a:pt x="66" y="40"/>
                    <a:pt x="61" y="35"/>
                    <a:pt x="60" y="34"/>
                  </a:cubicBezTo>
                  <a:cubicBezTo>
                    <a:pt x="58" y="33"/>
                    <a:pt x="56" y="34"/>
                    <a:pt x="56" y="34"/>
                  </a:cubicBezTo>
                  <a:cubicBezTo>
                    <a:pt x="56" y="34"/>
                    <a:pt x="59" y="48"/>
                    <a:pt x="56" y="52"/>
                  </a:cubicBezTo>
                  <a:cubicBezTo>
                    <a:pt x="56" y="52"/>
                    <a:pt x="51" y="56"/>
                    <a:pt x="47" y="54"/>
                  </a:cubicBezTo>
                  <a:cubicBezTo>
                    <a:pt x="43" y="51"/>
                    <a:pt x="46" y="42"/>
                    <a:pt x="45" y="40"/>
                  </a:cubicBezTo>
                  <a:cubicBezTo>
                    <a:pt x="44" y="39"/>
                    <a:pt x="44" y="38"/>
                    <a:pt x="41" y="38"/>
                  </a:cubicBezTo>
                  <a:cubicBezTo>
                    <a:pt x="38" y="39"/>
                    <a:pt x="11" y="44"/>
                    <a:pt x="5" y="36"/>
                  </a:cubicBezTo>
                  <a:cubicBezTo>
                    <a:pt x="0" y="28"/>
                    <a:pt x="16" y="10"/>
                    <a:pt x="25" y="9"/>
                  </a:cubicBezTo>
                  <a:cubicBezTo>
                    <a:pt x="25" y="9"/>
                    <a:pt x="18" y="24"/>
                    <a:pt x="21" y="29"/>
                  </a:cubicBezTo>
                  <a:cubicBezTo>
                    <a:pt x="24" y="34"/>
                    <a:pt x="39" y="30"/>
                    <a:pt x="40" y="30"/>
                  </a:cubicBezTo>
                  <a:cubicBezTo>
                    <a:pt x="41" y="30"/>
                    <a:pt x="32" y="17"/>
                    <a:pt x="32" y="14"/>
                  </a:cubicBezTo>
                  <a:cubicBezTo>
                    <a:pt x="31" y="12"/>
                    <a:pt x="38" y="4"/>
                    <a:pt x="41" y="3"/>
                  </a:cubicBezTo>
                  <a:cubicBezTo>
                    <a:pt x="45" y="2"/>
                    <a:pt x="47" y="6"/>
                    <a:pt x="45" y="10"/>
                  </a:cubicBezTo>
                  <a:cubicBezTo>
                    <a:pt x="44" y="14"/>
                    <a:pt x="48" y="19"/>
                    <a:pt x="48" y="19"/>
                  </a:cubicBezTo>
                  <a:cubicBezTo>
                    <a:pt x="49" y="20"/>
                    <a:pt x="50" y="22"/>
                    <a:pt x="50" y="23"/>
                  </a:cubicBezTo>
                  <a:cubicBezTo>
                    <a:pt x="51" y="23"/>
                    <a:pt x="57" y="22"/>
                    <a:pt x="58" y="22"/>
                  </a:cubicBezTo>
                  <a:cubicBezTo>
                    <a:pt x="58" y="22"/>
                    <a:pt x="72" y="30"/>
                    <a:pt x="63" y="20"/>
                  </a:cubicBezTo>
                  <a:cubicBezTo>
                    <a:pt x="54" y="9"/>
                    <a:pt x="53" y="10"/>
                    <a:pt x="53" y="9"/>
                  </a:cubicBezTo>
                  <a:cubicBezTo>
                    <a:pt x="53" y="8"/>
                    <a:pt x="54" y="2"/>
                    <a:pt x="6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71" name="文本占位符 170"/>
          <p:cNvSpPr>
            <a:spLocks noGrp="1"/>
          </p:cNvSpPr>
          <p:nvPr>
            <p:ph type="body" sz="quarter" idx="10"/>
          </p:nvPr>
        </p:nvSpPr>
        <p:spPr>
          <a:xfrm>
            <a:off x="2945201" y="1142602"/>
            <a:ext cx="5159545" cy="6826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3200">
                <a:latin typeface="+mj-ea"/>
                <a:ea typeface="+mj-ea"/>
              </a:defRPr>
            </a:lvl2pPr>
            <a:lvl3pPr>
              <a:defRPr sz="3200">
                <a:latin typeface="+mj-ea"/>
                <a:ea typeface="+mj-ea"/>
              </a:defRPr>
            </a:lvl3pPr>
            <a:lvl4pPr>
              <a:defRPr sz="3200">
                <a:latin typeface="+mj-ea"/>
                <a:ea typeface="+mj-ea"/>
              </a:defRPr>
            </a:lvl4pPr>
            <a:lvl5pPr>
              <a:defRPr sz="32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73" name="文本占位符 172"/>
          <p:cNvSpPr>
            <a:spLocks noGrp="1"/>
          </p:cNvSpPr>
          <p:nvPr>
            <p:ph type="body" sz="quarter" idx="12"/>
          </p:nvPr>
        </p:nvSpPr>
        <p:spPr>
          <a:xfrm>
            <a:off x="2970601" y="3328049"/>
            <a:ext cx="5159545" cy="6826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3200">
                <a:latin typeface="+mj-ea"/>
                <a:ea typeface="+mj-ea"/>
              </a:defRPr>
            </a:lvl2pPr>
            <a:lvl3pPr>
              <a:defRPr sz="3200">
                <a:latin typeface="+mj-ea"/>
                <a:ea typeface="+mj-ea"/>
              </a:defRPr>
            </a:lvl3pPr>
            <a:lvl4pPr>
              <a:defRPr sz="3200">
                <a:latin typeface="+mj-ea"/>
                <a:ea typeface="+mj-ea"/>
              </a:defRPr>
            </a:lvl4pPr>
            <a:lvl5pPr>
              <a:defRPr sz="32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174" name="直接连接符 173"/>
          <p:cNvCxnSpPr/>
          <p:nvPr userDrawn="1"/>
        </p:nvCxnSpPr>
        <p:spPr>
          <a:xfrm flipV="1">
            <a:off x="10414000" y="-327313"/>
            <a:ext cx="1562100" cy="1466543"/>
          </a:xfrm>
          <a:prstGeom prst="line">
            <a:avLst/>
          </a:prstGeom>
          <a:ln>
            <a:solidFill>
              <a:schemeClr val="bg1">
                <a:alpha val="5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组合 174"/>
          <p:cNvGrpSpPr/>
          <p:nvPr userDrawn="1"/>
        </p:nvGrpSpPr>
        <p:grpSpPr>
          <a:xfrm>
            <a:off x="3871695" y="-2070896"/>
            <a:ext cx="7689524" cy="8129905"/>
            <a:chOff x="-6183421" y="-3859382"/>
            <a:chExt cx="4449215" cy="4704023"/>
          </a:xfrm>
          <a:solidFill>
            <a:schemeClr val="bg1">
              <a:alpha val="4000"/>
            </a:schemeClr>
          </a:solidFill>
        </p:grpSpPr>
        <p:sp>
          <p:nvSpPr>
            <p:cNvPr id="176" name="任意多边形: 形状 175"/>
            <p:cNvSpPr/>
            <p:nvPr/>
          </p:nvSpPr>
          <p:spPr bwMode="auto">
            <a:xfrm>
              <a:off x="-5948221" y="109634"/>
              <a:ext cx="1724806" cy="480205"/>
            </a:xfrm>
            <a:custGeom>
              <a:avLst/>
              <a:gdLst>
                <a:gd name="T0" fmla="*/ 0 w 182"/>
                <a:gd name="T1" fmla="*/ 0 h 50"/>
                <a:gd name="T2" fmla="*/ 12 w 182"/>
                <a:gd name="T3" fmla="*/ 18 h 50"/>
                <a:gd name="T4" fmla="*/ 182 w 182"/>
                <a:gd name="T5" fmla="*/ 0 h 50"/>
                <a:gd name="T6" fmla="*/ 0 w 182"/>
                <a:gd name="T7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" h="50">
                  <a:moveTo>
                    <a:pt x="0" y="0"/>
                  </a:moveTo>
                  <a:cubicBezTo>
                    <a:pt x="3" y="7"/>
                    <a:pt x="7" y="13"/>
                    <a:pt x="12" y="18"/>
                  </a:cubicBezTo>
                  <a:cubicBezTo>
                    <a:pt x="45" y="50"/>
                    <a:pt x="110" y="41"/>
                    <a:pt x="182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7" name="任意多边形: 形状 176"/>
            <p:cNvSpPr/>
            <p:nvPr/>
          </p:nvSpPr>
          <p:spPr bwMode="auto">
            <a:xfrm>
              <a:off x="-6183421" y="-3849585"/>
              <a:ext cx="1519008" cy="2244214"/>
            </a:xfrm>
            <a:custGeom>
              <a:avLst/>
              <a:gdLst>
                <a:gd name="T0" fmla="*/ 143 w 160"/>
                <a:gd name="T1" fmla="*/ 49 h 235"/>
                <a:gd name="T2" fmla="*/ 160 w 160"/>
                <a:gd name="T3" fmla="*/ 41 h 235"/>
                <a:gd name="T4" fmla="*/ 36 w 160"/>
                <a:gd name="T5" fmla="*/ 59 h 235"/>
                <a:gd name="T6" fmla="*/ 79 w 160"/>
                <a:gd name="T7" fmla="*/ 234 h 235"/>
                <a:gd name="T8" fmla="*/ 93 w 160"/>
                <a:gd name="T9" fmla="*/ 215 h 235"/>
                <a:gd name="T10" fmla="*/ 50 w 160"/>
                <a:gd name="T11" fmla="*/ 49 h 235"/>
                <a:gd name="T12" fmla="*/ 143 w 160"/>
                <a:gd name="T13" fmla="*/ 49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" h="235">
                  <a:moveTo>
                    <a:pt x="143" y="49"/>
                  </a:moveTo>
                  <a:cubicBezTo>
                    <a:pt x="160" y="41"/>
                    <a:pt x="160" y="41"/>
                    <a:pt x="160" y="41"/>
                  </a:cubicBezTo>
                  <a:cubicBezTo>
                    <a:pt x="160" y="41"/>
                    <a:pt x="69" y="0"/>
                    <a:pt x="36" y="59"/>
                  </a:cubicBezTo>
                  <a:cubicBezTo>
                    <a:pt x="0" y="122"/>
                    <a:pt x="79" y="235"/>
                    <a:pt x="79" y="234"/>
                  </a:cubicBezTo>
                  <a:cubicBezTo>
                    <a:pt x="93" y="215"/>
                    <a:pt x="93" y="215"/>
                    <a:pt x="93" y="215"/>
                  </a:cubicBezTo>
                  <a:cubicBezTo>
                    <a:pt x="93" y="215"/>
                    <a:pt x="7" y="100"/>
                    <a:pt x="50" y="49"/>
                  </a:cubicBezTo>
                  <a:cubicBezTo>
                    <a:pt x="80" y="21"/>
                    <a:pt x="143" y="49"/>
                    <a:pt x="14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8" name="椭圆 177"/>
            <p:cNvSpPr>
              <a:spLocks noChangeArrowheads="1"/>
            </p:cNvSpPr>
            <p:nvPr/>
          </p:nvSpPr>
          <p:spPr bwMode="auto">
            <a:xfrm>
              <a:off x="-4556616" y="-3369380"/>
              <a:ext cx="313601" cy="31360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 bwMode="auto">
            <a:xfrm>
              <a:off x="-5311221" y="-3859382"/>
              <a:ext cx="3430012" cy="2067813"/>
            </a:xfrm>
            <a:custGeom>
              <a:avLst/>
              <a:gdLst>
                <a:gd name="T0" fmla="*/ 329 w 362"/>
                <a:gd name="T1" fmla="*/ 46 h 218"/>
                <a:gd name="T2" fmla="*/ 56 w 362"/>
                <a:gd name="T3" fmla="*/ 152 h 218"/>
                <a:gd name="T4" fmla="*/ 0 w 362"/>
                <a:gd name="T5" fmla="*/ 218 h 218"/>
                <a:gd name="T6" fmla="*/ 61 w 362"/>
                <a:gd name="T7" fmla="*/ 218 h 218"/>
                <a:gd name="T8" fmla="*/ 86 w 362"/>
                <a:gd name="T9" fmla="*/ 190 h 218"/>
                <a:gd name="T10" fmla="*/ 153 w 362"/>
                <a:gd name="T11" fmla="*/ 171 h 218"/>
                <a:gd name="T12" fmla="*/ 143 w 362"/>
                <a:gd name="T13" fmla="*/ 218 h 218"/>
                <a:gd name="T14" fmla="*/ 309 w 362"/>
                <a:gd name="T15" fmla="*/ 218 h 218"/>
                <a:gd name="T16" fmla="*/ 329 w 362"/>
                <a:gd name="T17" fmla="*/ 4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2" h="218">
                  <a:moveTo>
                    <a:pt x="329" y="46"/>
                  </a:moveTo>
                  <a:cubicBezTo>
                    <a:pt x="282" y="0"/>
                    <a:pt x="159" y="47"/>
                    <a:pt x="56" y="152"/>
                  </a:cubicBezTo>
                  <a:cubicBezTo>
                    <a:pt x="35" y="173"/>
                    <a:pt x="16" y="196"/>
                    <a:pt x="0" y="218"/>
                  </a:cubicBezTo>
                  <a:cubicBezTo>
                    <a:pt x="61" y="218"/>
                    <a:pt x="61" y="218"/>
                    <a:pt x="61" y="218"/>
                  </a:cubicBezTo>
                  <a:cubicBezTo>
                    <a:pt x="66" y="210"/>
                    <a:pt x="75" y="200"/>
                    <a:pt x="86" y="190"/>
                  </a:cubicBezTo>
                  <a:cubicBezTo>
                    <a:pt x="112" y="167"/>
                    <a:pt x="142" y="159"/>
                    <a:pt x="153" y="171"/>
                  </a:cubicBezTo>
                  <a:cubicBezTo>
                    <a:pt x="162" y="181"/>
                    <a:pt x="156" y="200"/>
                    <a:pt x="143" y="218"/>
                  </a:cubicBezTo>
                  <a:cubicBezTo>
                    <a:pt x="309" y="218"/>
                    <a:pt x="309" y="218"/>
                    <a:pt x="309" y="218"/>
                  </a:cubicBezTo>
                  <a:cubicBezTo>
                    <a:pt x="351" y="145"/>
                    <a:pt x="362" y="78"/>
                    <a:pt x="329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0" name="任意多边形: 形状 179"/>
            <p:cNvSpPr/>
            <p:nvPr/>
          </p:nvSpPr>
          <p:spPr bwMode="auto">
            <a:xfrm>
              <a:off x="-4086214" y="-507766"/>
              <a:ext cx="617405" cy="254801"/>
            </a:xfrm>
            <a:custGeom>
              <a:avLst/>
              <a:gdLst>
                <a:gd name="T0" fmla="*/ 0 w 65"/>
                <a:gd name="T1" fmla="*/ 0 h 27"/>
                <a:gd name="T2" fmla="*/ 31 w 65"/>
                <a:gd name="T3" fmla="*/ 27 h 27"/>
                <a:gd name="T4" fmla="*/ 65 w 65"/>
                <a:gd name="T5" fmla="*/ 0 h 27"/>
                <a:gd name="T6" fmla="*/ 0 w 65"/>
                <a:gd name="T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27">
                  <a:moveTo>
                    <a:pt x="0" y="0"/>
                  </a:moveTo>
                  <a:cubicBezTo>
                    <a:pt x="14" y="12"/>
                    <a:pt x="25" y="22"/>
                    <a:pt x="31" y="27"/>
                  </a:cubicBezTo>
                  <a:cubicBezTo>
                    <a:pt x="43" y="19"/>
                    <a:pt x="54" y="10"/>
                    <a:pt x="6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1" name="任意多边形: 形状 180"/>
            <p:cNvSpPr/>
            <p:nvPr/>
          </p:nvSpPr>
          <p:spPr bwMode="auto">
            <a:xfrm>
              <a:off x="-5918824" y="-507766"/>
              <a:ext cx="1891410" cy="343005"/>
            </a:xfrm>
            <a:custGeom>
              <a:avLst/>
              <a:gdLst>
                <a:gd name="T0" fmla="*/ 151 w 200"/>
                <a:gd name="T1" fmla="*/ 0 h 36"/>
                <a:gd name="T2" fmla="*/ 122 w 200"/>
                <a:gd name="T3" fmla="*/ 0 h 36"/>
                <a:gd name="T4" fmla="*/ 110 w 200"/>
                <a:gd name="T5" fmla="*/ 8 h 36"/>
                <a:gd name="T6" fmla="*/ 101 w 200"/>
                <a:gd name="T7" fmla="*/ 0 h 36"/>
                <a:gd name="T8" fmla="*/ 2 w 200"/>
                <a:gd name="T9" fmla="*/ 0 h 36"/>
                <a:gd name="T10" fmla="*/ 1 w 200"/>
                <a:gd name="T11" fmla="*/ 36 h 36"/>
                <a:gd name="T12" fmla="*/ 200 w 200"/>
                <a:gd name="T13" fmla="*/ 36 h 36"/>
                <a:gd name="T14" fmla="*/ 151 w 200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0" h="36">
                  <a:moveTo>
                    <a:pt x="151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3"/>
                    <a:pt x="0" y="25"/>
                    <a:pt x="1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183" y="26"/>
                    <a:pt x="167" y="14"/>
                    <a:pt x="15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2" name="任意多边形: 形状 181"/>
            <p:cNvSpPr/>
            <p:nvPr/>
          </p:nvSpPr>
          <p:spPr bwMode="auto">
            <a:xfrm>
              <a:off x="-5860023" y="-1056568"/>
              <a:ext cx="1176004" cy="362605"/>
            </a:xfrm>
            <a:custGeom>
              <a:avLst/>
              <a:gdLst>
                <a:gd name="T0" fmla="*/ 90 w 124"/>
                <a:gd name="T1" fmla="*/ 0 h 38"/>
                <a:gd name="T2" fmla="*/ 13 w 124"/>
                <a:gd name="T3" fmla="*/ 0 h 38"/>
                <a:gd name="T4" fmla="*/ 0 w 124"/>
                <a:gd name="T5" fmla="*/ 38 h 38"/>
                <a:gd name="T6" fmla="*/ 124 w 124"/>
                <a:gd name="T7" fmla="*/ 38 h 38"/>
                <a:gd name="T8" fmla="*/ 90 w 12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38">
                  <a:moveTo>
                    <a:pt x="90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8" y="13"/>
                    <a:pt x="3" y="26"/>
                    <a:pt x="0" y="38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12" y="25"/>
                    <a:pt x="100" y="12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3" name="任意多边形: 形状 182"/>
            <p:cNvSpPr/>
            <p:nvPr/>
          </p:nvSpPr>
          <p:spPr bwMode="auto">
            <a:xfrm>
              <a:off x="-4664419" y="-1056568"/>
              <a:ext cx="1744406" cy="362605"/>
            </a:xfrm>
            <a:custGeom>
              <a:avLst/>
              <a:gdLst>
                <a:gd name="T0" fmla="*/ 44 w 184"/>
                <a:gd name="T1" fmla="*/ 0 h 38"/>
                <a:gd name="T2" fmla="*/ 31 w 184"/>
                <a:gd name="T3" fmla="*/ 9 h 38"/>
                <a:gd name="T4" fmla="*/ 22 w 184"/>
                <a:gd name="T5" fmla="*/ 0 h 38"/>
                <a:gd name="T6" fmla="*/ 0 w 184"/>
                <a:gd name="T7" fmla="*/ 0 h 38"/>
                <a:gd name="T8" fmla="*/ 38 w 184"/>
                <a:gd name="T9" fmla="*/ 38 h 38"/>
                <a:gd name="T10" fmla="*/ 149 w 184"/>
                <a:gd name="T11" fmla="*/ 38 h 38"/>
                <a:gd name="T12" fmla="*/ 160 w 184"/>
                <a:gd name="T13" fmla="*/ 26 h 38"/>
                <a:gd name="T14" fmla="*/ 184 w 184"/>
                <a:gd name="T15" fmla="*/ 0 h 38"/>
                <a:gd name="T16" fmla="*/ 44 w 184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38">
                  <a:moveTo>
                    <a:pt x="44" y="0"/>
                  </a:moveTo>
                  <a:cubicBezTo>
                    <a:pt x="31" y="9"/>
                    <a:pt x="31" y="9"/>
                    <a:pt x="31" y="9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13"/>
                    <a:pt x="26" y="26"/>
                    <a:pt x="38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53" y="34"/>
                    <a:pt x="157" y="30"/>
                    <a:pt x="160" y="26"/>
                  </a:cubicBezTo>
                  <a:cubicBezTo>
                    <a:pt x="169" y="18"/>
                    <a:pt x="177" y="9"/>
                    <a:pt x="184" y="0"/>
                  </a:cubicBezTo>
                  <a:lnTo>
                    <a:pt x="4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4" name="任意多边形: 形状 183"/>
            <p:cNvSpPr/>
            <p:nvPr/>
          </p:nvSpPr>
          <p:spPr bwMode="auto">
            <a:xfrm>
              <a:off x="-5144618" y="-1595574"/>
              <a:ext cx="2636212" cy="352802"/>
            </a:xfrm>
            <a:custGeom>
              <a:avLst/>
              <a:gdLst>
                <a:gd name="T0" fmla="*/ 126 w 278"/>
                <a:gd name="T1" fmla="*/ 0 h 37"/>
                <a:gd name="T2" fmla="*/ 113 w 278"/>
                <a:gd name="T3" fmla="*/ 8 h 37"/>
                <a:gd name="T4" fmla="*/ 104 w 278"/>
                <a:gd name="T5" fmla="*/ 0 h 37"/>
                <a:gd name="T6" fmla="*/ 0 w 278"/>
                <a:gd name="T7" fmla="*/ 0 h 37"/>
                <a:gd name="T8" fmla="*/ 30 w 278"/>
                <a:gd name="T9" fmla="*/ 37 h 37"/>
                <a:gd name="T10" fmla="*/ 251 w 278"/>
                <a:gd name="T11" fmla="*/ 37 h 37"/>
                <a:gd name="T12" fmla="*/ 278 w 278"/>
                <a:gd name="T13" fmla="*/ 0 h 37"/>
                <a:gd name="T14" fmla="*/ 126 w 278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37">
                  <a:moveTo>
                    <a:pt x="126" y="0"/>
                  </a:moveTo>
                  <a:cubicBezTo>
                    <a:pt x="113" y="8"/>
                    <a:pt x="113" y="8"/>
                    <a:pt x="113" y="8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11"/>
                    <a:pt x="18" y="24"/>
                    <a:pt x="30" y="37"/>
                  </a:cubicBezTo>
                  <a:cubicBezTo>
                    <a:pt x="251" y="37"/>
                    <a:pt x="251" y="37"/>
                    <a:pt x="251" y="37"/>
                  </a:cubicBezTo>
                  <a:cubicBezTo>
                    <a:pt x="261" y="25"/>
                    <a:pt x="270" y="12"/>
                    <a:pt x="278" y="0"/>
                  </a:cubicBez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5" name="任意多边形: 形状 184"/>
            <p:cNvSpPr/>
            <p:nvPr/>
          </p:nvSpPr>
          <p:spPr bwMode="auto">
            <a:xfrm>
              <a:off x="-5644423" y="-1595574"/>
              <a:ext cx="480205" cy="352802"/>
            </a:xfrm>
            <a:custGeom>
              <a:avLst/>
              <a:gdLst>
                <a:gd name="T0" fmla="*/ 24 w 51"/>
                <a:gd name="T1" fmla="*/ 0 h 37"/>
                <a:gd name="T2" fmla="*/ 21 w 51"/>
                <a:gd name="T3" fmla="*/ 0 h 37"/>
                <a:gd name="T4" fmla="*/ 0 w 51"/>
                <a:gd name="T5" fmla="*/ 37 h 37"/>
                <a:gd name="T6" fmla="*/ 51 w 51"/>
                <a:gd name="T7" fmla="*/ 37 h 37"/>
                <a:gd name="T8" fmla="*/ 24 w 51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7">
                  <a:moveTo>
                    <a:pt x="2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3" y="13"/>
                    <a:pt x="6" y="25"/>
                    <a:pt x="0" y="37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37" y="19"/>
                    <a:pt x="27" y="6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6" name="任意多边形: 形状 185"/>
            <p:cNvSpPr/>
            <p:nvPr/>
          </p:nvSpPr>
          <p:spPr bwMode="auto">
            <a:xfrm>
              <a:off x="-3949014" y="-1526971"/>
              <a:ext cx="2214808" cy="2371612"/>
            </a:xfrm>
            <a:custGeom>
              <a:avLst/>
              <a:gdLst>
                <a:gd name="T0" fmla="*/ 16 w 233"/>
                <a:gd name="T1" fmla="*/ 136 h 249"/>
                <a:gd name="T2" fmla="*/ 0 w 233"/>
                <a:gd name="T3" fmla="*/ 146 h 249"/>
                <a:gd name="T4" fmla="*/ 198 w 233"/>
                <a:gd name="T5" fmla="*/ 167 h 249"/>
                <a:gd name="T6" fmla="*/ 161 w 233"/>
                <a:gd name="T7" fmla="*/ 0 h 249"/>
                <a:gd name="T8" fmla="*/ 146 w 233"/>
                <a:gd name="T9" fmla="*/ 20 h 249"/>
                <a:gd name="T10" fmla="*/ 190 w 233"/>
                <a:gd name="T11" fmla="*/ 168 h 249"/>
                <a:gd name="T12" fmla="*/ 16 w 233"/>
                <a:gd name="T13" fmla="*/ 13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" h="249">
                  <a:moveTo>
                    <a:pt x="16" y="136"/>
                  </a:moveTo>
                  <a:cubicBezTo>
                    <a:pt x="16" y="136"/>
                    <a:pt x="2" y="145"/>
                    <a:pt x="0" y="146"/>
                  </a:cubicBezTo>
                  <a:cubicBezTo>
                    <a:pt x="0" y="146"/>
                    <a:pt x="151" y="249"/>
                    <a:pt x="198" y="167"/>
                  </a:cubicBezTo>
                  <a:cubicBezTo>
                    <a:pt x="233" y="100"/>
                    <a:pt x="161" y="0"/>
                    <a:pt x="161" y="0"/>
                  </a:cubicBezTo>
                  <a:cubicBezTo>
                    <a:pt x="161" y="0"/>
                    <a:pt x="147" y="19"/>
                    <a:pt x="146" y="20"/>
                  </a:cubicBezTo>
                  <a:cubicBezTo>
                    <a:pt x="146" y="20"/>
                    <a:pt x="217" y="117"/>
                    <a:pt x="190" y="168"/>
                  </a:cubicBezTo>
                  <a:cubicBezTo>
                    <a:pt x="150" y="235"/>
                    <a:pt x="16" y="136"/>
                    <a:pt x="16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87" name="直角三角形 186"/>
          <p:cNvSpPr/>
          <p:nvPr userDrawn="1"/>
        </p:nvSpPr>
        <p:spPr>
          <a:xfrm flipH="1">
            <a:off x="9886950" y="4552950"/>
            <a:ext cx="2305050" cy="230505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任意多边形: 形状 187"/>
          <p:cNvSpPr/>
          <p:nvPr userDrawn="1"/>
        </p:nvSpPr>
        <p:spPr>
          <a:xfrm>
            <a:off x="9144640" y="3814595"/>
            <a:ext cx="3047361" cy="3043405"/>
          </a:xfrm>
          <a:custGeom>
            <a:avLst/>
            <a:gdLst>
              <a:gd name="connsiteX0" fmla="*/ 3047361 w 3047361"/>
              <a:gd name="connsiteY0" fmla="*/ 0 h 3043405"/>
              <a:gd name="connsiteX1" fmla="*/ 3047361 w 3047361"/>
              <a:gd name="connsiteY1" fmla="*/ 382977 h 3043405"/>
              <a:gd name="connsiteX2" fmla="*/ 383475 w 3047361"/>
              <a:gd name="connsiteY2" fmla="*/ 3043405 h 3043405"/>
              <a:gd name="connsiteX3" fmla="*/ 0 w 3047361"/>
              <a:gd name="connsiteY3" fmla="*/ 3043405 h 304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7361" h="3043405">
                <a:moveTo>
                  <a:pt x="3047361" y="0"/>
                </a:moveTo>
                <a:lnTo>
                  <a:pt x="3047361" y="382977"/>
                </a:lnTo>
                <a:lnTo>
                  <a:pt x="383475" y="3043405"/>
                </a:lnTo>
                <a:lnTo>
                  <a:pt x="0" y="3043405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89" name="直接连接符 188"/>
          <p:cNvCxnSpPr/>
          <p:nvPr userDrawn="1"/>
        </p:nvCxnSpPr>
        <p:spPr>
          <a:xfrm flipV="1">
            <a:off x="9373380" y="6059009"/>
            <a:ext cx="1821670" cy="1821670"/>
          </a:xfrm>
          <a:prstGeom prst="line">
            <a:avLst/>
          </a:prstGeom>
          <a:ln>
            <a:solidFill>
              <a:schemeClr val="accent1"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5200" y="2478224"/>
            <a:ext cx="8581397" cy="829932"/>
          </a:xfrm>
        </p:spPr>
        <p:txBody>
          <a:bodyPr/>
          <a:lstStyle>
            <a:lvl1pPr>
              <a:defRPr lang="zh-CN" altLang="en-US" sz="4800">
                <a:solidFill>
                  <a:schemeClr val="bg1"/>
                </a:solidFill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Tx/>
            </a:pPr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30684-0FE5-4EB9-A306-CADBD410DE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8408-57BA-4D00-B009-11999411FD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25" y="1028700"/>
            <a:ext cx="10850563" cy="5108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1030684-0FE5-4EB9-A306-CADBD410DE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8408-57BA-4D00-B009-11999411F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5400000" flipH="1">
            <a:off x="-1" y="942405"/>
            <a:ext cx="5915595" cy="5915595"/>
          </a:xfrm>
          <a:prstGeom prst="rtTriangle">
            <a:avLst/>
          </a:prstGeom>
          <a:solidFill>
            <a:schemeClr val="tx1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 userDrawn="1"/>
        </p:nvSpPr>
        <p:spPr>
          <a:xfrm>
            <a:off x="-1" y="-25399"/>
            <a:ext cx="8273144" cy="6883399"/>
          </a:xfrm>
          <a:custGeom>
            <a:avLst/>
            <a:gdLst>
              <a:gd name="connsiteX0" fmla="*/ 3412424 w 8273144"/>
              <a:gd name="connsiteY0" fmla="*/ 0 h 6883399"/>
              <a:gd name="connsiteX1" fmla="*/ 8273144 w 8273144"/>
              <a:gd name="connsiteY1" fmla="*/ 0 h 6883399"/>
              <a:gd name="connsiteX2" fmla="*/ 955265 w 8273144"/>
              <a:gd name="connsiteY2" fmla="*/ 6883399 h 6883399"/>
              <a:gd name="connsiteX3" fmla="*/ 0 w 8273144"/>
              <a:gd name="connsiteY3" fmla="*/ 6883399 h 6883399"/>
              <a:gd name="connsiteX4" fmla="*/ 0 w 8273144"/>
              <a:gd name="connsiteY4" fmla="*/ 3209820 h 6883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3144" h="6883399">
                <a:moveTo>
                  <a:pt x="3412424" y="0"/>
                </a:moveTo>
                <a:lnTo>
                  <a:pt x="8273144" y="0"/>
                </a:lnTo>
                <a:lnTo>
                  <a:pt x="955265" y="6883399"/>
                </a:lnTo>
                <a:lnTo>
                  <a:pt x="0" y="6883399"/>
                </a:lnTo>
                <a:lnTo>
                  <a:pt x="0" y="32098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 userDrawn="1"/>
        </p:nvSpPr>
        <p:spPr>
          <a:xfrm>
            <a:off x="811893" y="-25399"/>
            <a:ext cx="7461250" cy="6883399"/>
          </a:xfrm>
          <a:prstGeom prst="parallelogram">
            <a:avLst>
              <a:gd name="adj" fmla="val 10511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 userDrawn="1"/>
        </p:nvSpPr>
        <p:spPr>
          <a:xfrm flipH="1">
            <a:off x="10820399" y="5486400"/>
            <a:ext cx="1371599" cy="1371599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9412514" y="330695"/>
            <a:ext cx="2593527" cy="434480"/>
            <a:chOff x="9484204" y="6156095"/>
            <a:chExt cx="2593527" cy="434480"/>
          </a:xfrm>
        </p:grpSpPr>
        <p:grpSp>
          <p:nvGrpSpPr>
            <p:cNvPr id="7" name="组合 6"/>
            <p:cNvGrpSpPr/>
            <p:nvPr/>
          </p:nvGrpSpPr>
          <p:grpSpPr>
            <a:xfrm>
              <a:off x="9484204" y="6156095"/>
              <a:ext cx="392243" cy="393549"/>
              <a:chOff x="1727201" y="1657351"/>
              <a:chExt cx="1430338" cy="1435100"/>
            </a:xfrm>
            <a:solidFill>
              <a:schemeClr val="accent1"/>
            </a:solidFill>
          </p:grpSpPr>
          <p:sp>
            <p:nvSpPr>
              <p:cNvPr id="25" name="任意多边形: 形状 24"/>
              <p:cNvSpPr>
                <a:spLocks noEditPoints="1"/>
              </p:cNvSpPr>
              <p:nvPr/>
            </p:nvSpPr>
            <p:spPr bwMode="auto">
              <a:xfrm>
                <a:off x="1982788" y="1912938"/>
                <a:ext cx="920750" cy="923925"/>
              </a:xfrm>
              <a:custGeom>
                <a:avLst/>
                <a:gdLst>
                  <a:gd name="T0" fmla="*/ 300 w 599"/>
                  <a:gd name="T1" fmla="*/ 599 h 599"/>
                  <a:gd name="T2" fmla="*/ 0 w 599"/>
                  <a:gd name="T3" fmla="*/ 300 h 599"/>
                  <a:gd name="T4" fmla="*/ 300 w 599"/>
                  <a:gd name="T5" fmla="*/ 0 h 599"/>
                  <a:gd name="T6" fmla="*/ 599 w 599"/>
                  <a:gd name="T7" fmla="*/ 300 h 599"/>
                  <a:gd name="T8" fmla="*/ 300 w 599"/>
                  <a:gd name="T9" fmla="*/ 599 h 599"/>
                  <a:gd name="T10" fmla="*/ 300 w 599"/>
                  <a:gd name="T11" fmla="*/ 6 h 599"/>
                  <a:gd name="T12" fmla="*/ 6 w 599"/>
                  <a:gd name="T13" fmla="*/ 300 h 599"/>
                  <a:gd name="T14" fmla="*/ 300 w 599"/>
                  <a:gd name="T15" fmla="*/ 593 h 599"/>
                  <a:gd name="T16" fmla="*/ 593 w 599"/>
                  <a:gd name="T17" fmla="*/ 300 h 599"/>
                  <a:gd name="T18" fmla="*/ 300 w 599"/>
                  <a:gd name="T19" fmla="*/ 6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9" h="599">
                    <a:moveTo>
                      <a:pt x="300" y="599"/>
                    </a:moveTo>
                    <a:cubicBezTo>
                      <a:pt x="135" y="599"/>
                      <a:pt x="0" y="464"/>
                      <a:pt x="0" y="300"/>
                    </a:cubicBezTo>
                    <a:cubicBezTo>
                      <a:pt x="0" y="135"/>
                      <a:pt x="135" y="0"/>
                      <a:pt x="300" y="0"/>
                    </a:cubicBezTo>
                    <a:cubicBezTo>
                      <a:pt x="464" y="0"/>
                      <a:pt x="599" y="135"/>
                      <a:pt x="599" y="300"/>
                    </a:cubicBezTo>
                    <a:cubicBezTo>
                      <a:pt x="599" y="464"/>
                      <a:pt x="464" y="599"/>
                      <a:pt x="300" y="599"/>
                    </a:cubicBezTo>
                    <a:close/>
                    <a:moveTo>
                      <a:pt x="300" y="6"/>
                    </a:moveTo>
                    <a:cubicBezTo>
                      <a:pt x="138" y="6"/>
                      <a:pt x="6" y="138"/>
                      <a:pt x="6" y="300"/>
                    </a:cubicBezTo>
                    <a:cubicBezTo>
                      <a:pt x="6" y="461"/>
                      <a:pt x="138" y="593"/>
                      <a:pt x="300" y="593"/>
                    </a:cubicBezTo>
                    <a:cubicBezTo>
                      <a:pt x="461" y="593"/>
                      <a:pt x="593" y="461"/>
                      <a:pt x="593" y="300"/>
                    </a:cubicBezTo>
                    <a:cubicBezTo>
                      <a:pt x="593" y="138"/>
                      <a:pt x="461" y="6"/>
                      <a:pt x="30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6" name="任意多边形: 形状 25"/>
              <p:cNvSpPr>
                <a:spLocks noEditPoints="1"/>
              </p:cNvSpPr>
              <p:nvPr/>
            </p:nvSpPr>
            <p:spPr bwMode="auto">
              <a:xfrm>
                <a:off x="1727201" y="1657351"/>
                <a:ext cx="1430338" cy="1435100"/>
              </a:xfrm>
              <a:custGeom>
                <a:avLst/>
                <a:gdLst>
                  <a:gd name="T0" fmla="*/ 466 w 931"/>
                  <a:gd name="T1" fmla="*/ 931 h 931"/>
                  <a:gd name="T2" fmla="*/ 0 w 931"/>
                  <a:gd name="T3" fmla="*/ 466 h 931"/>
                  <a:gd name="T4" fmla="*/ 466 w 931"/>
                  <a:gd name="T5" fmla="*/ 0 h 931"/>
                  <a:gd name="T6" fmla="*/ 931 w 931"/>
                  <a:gd name="T7" fmla="*/ 466 h 931"/>
                  <a:gd name="T8" fmla="*/ 466 w 931"/>
                  <a:gd name="T9" fmla="*/ 931 h 931"/>
                  <a:gd name="T10" fmla="*/ 466 w 931"/>
                  <a:gd name="T11" fmla="*/ 8 h 931"/>
                  <a:gd name="T12" fmla="*/ 8 w 931"/>
                  <a:gd name="T13" fmla="*/ 466 h 931"/>
                  <a:gd name="T14" fmla="*/ 466 w 931"/>
                  <a:gd name="T15" fmla="*/ 923 h 931"/>
                  <a:gd name="T16" fmla="*/ 923 w 931"/>
                  <a:gd name="T17" fmla="*/ 466 h 931"/>
                  <a:gd name="T18" fmla="*/ 466 w 931"/>
                  <a:gd name="T19" fmla="*/ 8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931">
                    <a:moveTo>
                      <a:pt x="466" y="931"/>
                    </a:moveTo>
                    <a:cubicBezTo>
                      <a:pt x="209" y="931"/>
                      <a:pt x="0" y="722"/>
                      <a:pt x="0" y="466"/>
                    </a:cubicBezTo>
                    <a:cubicBezTo>
                      <a:pt x="0" y="209"/>
                      <a:pt x="209" y="0"/>
                      <a:pt x="466" y="0"/>
                    </a:cubicBezTo>
                    <a:cubicBezTo>
                      <a:pt x="722" y="0"/>
                      <a:pt x="931" y="209"/>
                      <a:pt x="931" y="466"/>
                    </a:cubicBezTo>
                    <a:cubicBezTo>
                      <a:pt x="931" y="722"/>
                      <a:pt x="722" y="931"/>
                      <a:pt x="466" y="931"/>
                    </a:cubicBezTo>
                    <a:close/>
                    <a:moveTo>
                      <a:pt x="466" y="8"/>
                    </a:moveTo>
                    <a:cubicBezTo>
                      <a:pt x="213" y="8"/>
                      <a:pt x="8" y="213"/>
                      <a:pt x="8" y="466"/>
                    </a:cubicBezTo>
                    <a:cubicBezTo>
                      <a:pt x="8" y="718"/>
                      <a:pt x="213" y="923"/>
                      <a:pt x="466" y="923"/>
                    </a:cubicBezTo>
                    <a:cubicBezTo>
                      <a:pt x="718" y="923"/>
                      <a:pt x="923" y="718"/>
                      <a:pt x="923" y="466"/>
                    </a:cubicBezTo>
                    <a:cubicBezTo>
                      <a:pt x="923" y="213"/>
                      <a:pt x="718" y="8"/>
                      <a:pt x="46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 bwMode="auto">
              <a:xfrm>
                <a:off x="1831976" y="2405063"/>
                <a:ext cx="52388" cy="49213"/>
              </a:xfrm>
              <a:custGeom>
                <a:avLst/>
                <a:gdLst>
                  <a:gd name="T0" fmla="*/ 12 w 34"/>
                  <a:gd name="T1" fmla="*/ 17 h 32"/>
                  <a:gd name="T2" fmla="*/ 18 w 34"/>
                  <a:gd name="T3" fmla="*/ 16 h 32"/>
                  <a:gd name="T4" fmla="*/ 19 w 34"/>
                  <a:gd name="T5" fmla="*/ 30 h 32"/>
                  <a:gd name="T6" fmla="*/ 6 w 34"/>
                  <a:gd name="T7" fmla="*/ 32 h 32"/>
                  <a:gd name="T8" fmla="*/ 2 w 34"/>
                  <a:gd name="T9" fmla="*/ 26 h 32"/>
                  <a:gd name="T10" fmla="*/ 0 w 34"/>
                  <a:gd name="T11" fmla="*/ 18 h 32"/>
                  <a:gd name="T12" fmla="*/ 1 w 34"/>
                  <a:gd name="T13" fmla="*/ 9 h 32"/>
                  <a:gd name="T14" fmla="*/ 7 w 34"/>
                  <a:gd name="T15" fmla="*/ 3 h 32"/>
                  <a:gd name="T16" fmla="*/ 15 w 34"/>
                  <a:gd name="T17" fmla="*/ 0 h 32"/>
                  <a:gd name="T18" fmla="*/ 25 w 34"/>
                  <a:gd name="T19" fmla="*/ 1 h 32"/>
                  <a:gd name="T20" fmla="*/ 31 w 34"/>
                  <a:gd name="T21" fmla="*/ 7 h 32"/>
                  <a:gd name="T22" fmla="*/ 34 w 34"/>
                  <a:gd name="T23" fmla="*/ 15 h 32"/>
                  <a:gd name="T24" fmla="*/ 32 w 34"/>
                  <a:gd name="T25" fmla="*/ 24 h 32"/>
                  <a:gd name="T26" fmla="*/ 25 w 34"/>
                  <a:gd name="T27" fmla="*/ 29 h 32"/>
                  <a:gd name="T28" fmla="*/ 23 w 34"/>
                  <a:gd name="T29" fmla="*/ 23 h 32"/>
                  <a:gd name="T30" fmla="*/ 27 w 34"/>
                  <a:gd name="T31" fmla="*/ 20 h 32"/>
                  <a:gd name="T32" fmla="*/ 28 w 34"/>
                  <a:gd name="T33" fmla="*/ 15 h 32"/>
                  <a:gd name="T34" fmla="*/ 25 w 34"/>
                  <a:gd name="T35" fmla="*/ 8 h 32"/>
                  <a:gd name="T36" fmla="*/ 16 w 34"/>
                  <a:gd name="T37" fmla="*/ 7 h 32"/>
                  <a:gd name="T38" fmla="*/ 8 w 34"/>
                  <a:gd name="T39" fmla="*/ 10 h 32"/>
                  <a:gd name="T40" fmla="*/ 5 w 34"/>
                  <a:gd name="T41" fmla="*/ 17 h 32"/>
                  <a:gd name="T42" fmla="*/ 7 w 34"/>
                  <a:gd name="T43" fmla="*/ 21 h 32"/>
                  <a:gd name="T44" fmla="*/ 9 w 34"/>
                  <a:gd name="T45" fmla="*/ 25 h 32"/>
                  <a:gd name="T46" fmla="*/ 13 w 34"/>
                  <a:gd name="T47" fmla="*/ 24 h 32"/>
                  <a:gd name="T48" fmla="*/ 12 w 34"/>
                  <a:gd name="T49" fmla="*/ 1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" h="32">
                    <a:moveTo>
                      <a:pt x="12" y="17"/>
                    </a:moveTo>
                    <a:cubicBezTo>
                      <a:pt x="18" y="16"/>
                      <a:pt x="18" y="16"/>
                      <a:pt x="18" y="16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5" y="30"/>
                      <a:pt x="3" y="28"/>
                      <a:pt x="2" y="26"/>
                    </a:cubicBezTo>
                    <a:cubicBezTo>
                      <a:pt x="1" y="23"/>
                      <a:pt x="0" y="21"/>
                      <a:pt x="0" y="18"/>
                    </a:cubicBezTo>
                    <a:cubicBezTo>
                      <a:pt x="0" y="15"/>
                      <a:pt x="0" y="12"/>
                      <a:pt x="1" y="9"/>
                    </a:cubicBezTo>
                    <a:cubicBezTo>
                      <a:pt x="2" y="6"/>
                      <a:pt x="4" y="4"/>
                      <a:pt x="7" y="3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9" y="0"/>
                      <a:pt x="22" y="0"/>
                      <a:pt x="25" y="1"/>
                    </a:cubicBezTo>
                    <a:cubicBezTo>
                      <a:pt x="27" y="2"/>
                      <a:pt x="30" y="4"/>
                      <a:pt x="31" y="7"/>
                    </a:cubicBezTo>
                    <a:cubicBezTo>
                      <a:pt x="33" y="9"/>
                      <a:pt x="33" y="11"/>
                      <a:pt x="34" y="15"/>
                    </a:cubicBezTo>
                    <a:cubicBezTo>
                      <a:pt x="34" y="19"/>
                      <a:pt x="33" y="22"/>
                      <a:pt x="32" y="24"/>
                    </a:cubicBezTo>
                    <a:cubicBezTo>
                      <a:pt x="30" y="27"/>
                      <a:pt x="28" y="28"/>
                      <a:pt x="25" y="29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5" y="22"/>
                      <a:pt x="26" y="21"/>
                      <a:pt x="27" y="20"/>
                    </a:cubicBezTo>
                    <a:cubicBezTo>
                      <a:pt x="28" y="19"/>
                      <a:pt x="28" y="17"/>
                      <a:pt x="28" y="15"/>
                    </a:cubicBezTo>
                    <a:cubicBezTo>
                      <a:pt x="28" y="12"/>
                      <a:pt x="27" y="10"/>
                      <a:pt x="25" y="8"/>
                    </a:cubicBezTo>
                    <a:cubicBezTo>
                      <a:pt x="23" y="7"/>
                      <a:pt x="20" y="6"/>
                      <a:pt x="16" y="7"/>
                    </a:cubicBezTo>
                    <a:cubicBezTo>
                      <a:pt x="12" y="7"/>
                      <a:pt x="10" y="8"/>
                      <a:pt x="8" y="10"/>
                    </a:cubicBezTo>
                    <a:cubicBezTo>
                      <a:pt x="6" y="12"/>
                      <a:pt x="5" y="14"/>
                      <a:pt x="5" y="17"/>
                    </a:cubicBezTo>
                    <a:cubicBezTo>
                      <a:pt x="6" y="18"/>
                      <a:pt x="6" y="20"/>
                      <a:pt x="7" y="21"/>
                    </a:cubicBezTo>
                    <a:cubicBezTo>
                      <a:pt x="7" y="23"/>
                      <a:pt x="8" y="24"/>
                      <a:pt x="9" y="25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 bwMode="auto">
              <a:xfrm>
                <a:off x="1838326" y="2457451"/>
                <a:ext cx="55563" cy="46038"/>
              </a:xfrm>
              <a:custGeom>
                <a:avLst/>
                <a:gdLst>
                  <a:gd name="T0" fmla="*/ 31 w 36"/>
                  <a:gd name="T1" fmla="*/ 0 h 30"/>
                  <a:gd name="T2" fmla="*/ 32 w 36"/>
                  <a:gd name="T3" fmla="*/ 7 h 30"/>
                  <a:gd name="T4" fmla="*/ 15 w 36"/>
                  <a:gd name="T5" fmla="*/ 10 h 30"/>
                  <a:gd name="T6" fmla="*/ 10 w 36"/>
                  <a:gd name="T7" fmla="*/ 11 h 30"/>
                  <a:gd name="T8" fmla="*/ 7 w 36"/>
                  <a:gd name="T9" fmla="*/ 14 h 30"/>
                  <a:gd name="T10" fmla="*/ 6 w 36"/>
                  <a:gd name="T11" fmla="*/ 18 h 30"/>
                  <a:gd name="T12" fmla="*/ 8 w 36"/>
                  <a:gd name="T13" fmla="*/ 22 h 30"/>
                  <a:gd name="T14" fmla="*/ 11 w 36"/>
                  <a:gd name="T15" fmla="*/ 24 h 30"/>
                  <a:gd name="T16" fmla="*/ 17 w 36"/>
                  <a:gd name="T17" fmla="*/ 23 h 30"/>
                  <a:gd name="T18" fmla="*/ 35 w 36"/>
                  <a:gd name="T19" fmla="*/ 20 h 30"/>
                  <a:gd name="T20" fmla="*/ 36 w 36"/>
                  <a:gd name="T21" fmla="*/ 26 h 30"/>
                  <a:gd name="T22" fmla="*/ 19 w 36"/>
                  <a:gd name="T23" fmla="*/ 29 h 30"/>
                  <a:gd name="T24" fmla="*/ 11 w 36"/>
                  <a:gd name="T25" fmla="*/ 30 h 30"/>
                  <a:gd name="T26" fmla="*/ 6 w 36"/>
                  <a:gd name="T27" fmla="*/ 29 h 30"/>
                  <a:gd name="T28" fmla="*/ 3 w 36"/>
                  <a:gd name="T29" fmla="*/ 26 h 30"/>
                  <a:gd name="T30" fmla="*/ 1 w 36"/>
                  <a:gd name="T31" fmla="*/ 20 h 30"/>
                  <a:gd name="T32" fmla="*/ 1 w 36"/>
                  <a:gd name="T33" fmla="*/ 12 h 30"/>
                  <a:gd name="T34" fmla="*/ 3 w 36"/>
                  <a:gd name="T35" fmla="*/ 8 h 30"/>
                  <a:gd name="T36" fmla="*/ 6 w 36"/>
                  <a:gd name="T37" fmla="*/ 6 h 30"/>
                  <a:gd name="T38" fmla="*/ 14 w 36"/>
                  <a:gd name="T39" fmla="*/ 3 h 30"/>
                  <a:gd name="T40" fmla="*/ 31 w 36"/>
                  <a:gd name="T4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" h="30">
                    <a:moveTo>
                      <a:pt x="31" y="0"/>
                    </a:moveTo>
                    <a:cubicBezTo>
                      <a:pt x="32" y="7"/>
                      <a:pt x="32" y="7"/>
                      <a:pt x="32" y="7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2" y="11"/>
                      <a:pt x="10" y="11"/>
                      <a:pt x="10" y="11"/>
                    </a:cubicBezTo>
                    <a:cubicBezTo>
                      <a:pt x="8" y="12"/>
                      <a:pt x="7" y="13"/>
                      <a:pt x="7" y="14"/>
                    </a:cubicBezTo>
                    <a:cubicBezTo>
                      <a:pt x="6" y="15"/>
                      <a:pt x="6" y="17"/>
                      <a:pt x="6" y="18"/>
                    </a:cubicBezTo>
                    <a:cubicBezTo>
                      <a:pt x="7" y="20"/>
                      <a:pt x="7" y="22"/>
                      <a:pt x="8" y="22"/>
                    </a:cubicBezTo>
                    <a:cubicBezTo>
                      <a:pt x="9" y="23"/>
                      <a:pt x="10" y="24"/>
                      <a:pt x="11" y="24"/>
                    </a:cubicBezTo>
                    <a:cubicBezTo>
                      <a:pt x="12" y="24"/>
                      <a:pt x="14" y="23"/>
                      <a:pt x="17" y="23"/>
                    </a:cubicBezTo>
                    <a:cubicBezTo>
                      <a:pt x="35" y="20"/>
                      <a:pt x="35" y="20"/>
                      <a:pt x="35" y="20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5" y="30"/>
                      <a:pt x="12" y="30"/>
                      <a:pt x="11" y="30"/>
                    </a:cubicBezTo>
                    <a:cubicBezTo>
                      <a:pt x="9" y="30"/>
                      <a:pt x="7" y="30"/>
                      <a:pt x="6" y="29"/>
                    </a:cubicBezTo>
                    <a:cubicBezTo>
                      <a:pt x="5" y="28"/>
                      <a:pt x="4" y="27"/>
                      <a:pt x="3" y="26"/>
                    </a:cubicBezTo>
                    <a:cubicBezTo>
                      <a:pt x="2" y="24"/>
                      <a:pt x="1" y="22"/>
                      <a:pt x="1" y="20"/>
                    </a:cubicBezTo>
                    <a:cubicBezTo>
                      <a:pt x="0" y="16"/>
                      <a:pt x="0" y="14"/>
                      <a:pt x="1" y="12"/>
                    </a:cubicBezTo>
                    <a:cubicBezTo>
                      <a:pt x="1" y="11"/>
                      <a:pt x="2" y="9"/>
                      <a:pt x="3" y="8"/>
                    </a:cubicBezTo>
                    <a:cubicBezTo>
                      <a:pt x="4" y="7"/>
                      <a:pt x="5" y="6"/>
                      <a:pt x="6" y="6"/>
                    </a:cubicBezTo>
                    <a:cubicBezTo>
                      <a:pt x="8" y="5"/>
                      <a:pt x="10" y="4"/>
                      <a:pt x="14" y="3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 bwMode="auto">
              <a:xfrm>
                <a:off x="1847851" y="2506663"/>
                <a:ext cx="50800" cy="23813"/>
              </a:xfrm>
              <a:custGeom>
                <a:avLst/>
                <a:gdLst>
                  <a:gd name="T0" fmla="*/ 0 w 32"/>
                  <a:gd name="T1" fmla="*/ 8 h 15"/>
                  <a:gd name="T2" fmla="*/ 31 w 32"/>
                  <a:gd name="T3" fmla="*/ 0 h 15"/>
                  <a:gd name="T4" fmla="*/ 32 w 32"/>
                  <a:gd name="T5" fmla="*/ 7 h 15"/>
                  <a:gd name="T6" fmla="*/ 1 w 32"/>
                  <a:gd name="T7" fmla="*/ 15 h 15"/>
                  <a:gd name="T8" fmla="*/ 0 w 32"/>
                  <a:gd name="T9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5">
                    <a:moveTo>
                      <a:pt x="0" y="8"/>
                    </a:moveTo>
                    <a:lnTo>
                      <a:pt x="31" y="0"/>
                    </a:lnTo>
                    <a:lnTo>
                      <a:pt x="32" y="7"/>
                    </a:lnTo>
                    <a:lnTo>
                      <a:pt x="1" y="15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 bwMode="auto">
              <a:xfrm>
                <a:off x="1851026" y="2527301"/>
                <a:ext cx="50800" cy="47625"/>
              </a:xfrm>
              <a:custGeom>
                <a:avLst/>
                <a:gdLst>
                  <a:gd name="T0" fmla="*/ 0 w 32"/>
                  <a:gd name="T1" fmla="*/ 8 h 30"/>
                  <a:gd name="T2" fmla="*/ 30 w 32"/>
                  <a:gd name="T3" fmla="*/ 0 h 30"/>
                  <a:gd name="T4" fmla="*/ 32 w 32"/>
                  <a:gd name="T5" fmla="*/ 5 h 30"/>
                  <a:gd name="T6" fmla="*/ 7 w 32"/>
                  <a:gd name="T7" fmla="*/ 13 h 30"/>
                  <a:gd name="T8" fmla="*/ 12 w 32"/>
                  <a:gd name="T9" fmla="*/ 29 h 30"/>
                  <a:gd name="T10" fmla="*/ 7 w 32"/>
                  <a:gd name="T11" fmla="*/ 30 h 30"/>
                  <a:gd name="T12" fmla="*/ 0 w 32"/>
                  <a:gd name="T13" fmla="*/ 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0">
                    <a:moveTo>
                      <a:pt x="0" y="8"/>
                    </a:moveTo>
                    <a:lnTo>
                      <a:pt x="30" y="0"/>
                    </a:lnTo>
                    <a:lnTo>
                      <a:pt x="32" y="5"/>
                    </a:lnTo>
                    <a:lnTo>
                      <a:pt x="7" y="13"/>
                    </a:lnTo>
                    <a:lnTo>
                      <a:pt x="12" y="29"/>
                    </a:lnTo>
                    <a:lnTo>
                      <a:pt x="7" y="30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 bwMode="auto">
              <a:xfrm>
                <a:off x="1865313" y="2566988"/>
                <a:ext cx="50800" cy="25400"/>
              </a:xfrm>
              <a:custGeom>
                <a:avLst/>
                <a:gdLst>
                  <a:gd name="T0" fmla="*/ 0 w 32"/>
                  <a:gd name="T1" fmla="*/ 11 h 16"/>
                  <a:gd name="T2" fmla="*/ 30 w 32"/>
                  <a:gd name="T3" fmla="*/ 0 h 16"/>
                  <a:gd name="T4" fmla="*/ 32 w 32"/>
                  <a:gd name="T5" fmla="*/ 6 h 16"/>
                  <a:gd name="T6" fmla="*/ 2 w 32"/>
                  <a:gd name="T7" fmla="*/ 16 h 16"/>
                  <a:gd name="T8" fmla="*/ 0 w 32"/>
                  <a:gd name="T9" fmla="*/ 1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6">
                    <a:moveTo>
                      <a:pt x="0" y="11"/>
                    </a:moveTo>
                    <a:lnTo>
                      <a:pt x="30" y="0"/>
                    </a:lnTo>
                    <a:lnTo>
                      <a:pt x="32" y="6"/>
                    </a:lnTo>
                    <a:lnTo>
                      <a:pt x="2" y="16"/>
                    </a:ln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 bwMode="auto">
              <a:xfrm>
                <a:off x="1873251" y="2586038"/>
                <a:ext cx="63500" cy="55563"/>
              </a:xfrm>
              <a:custGeom>
                <a:avLst/>
                <a:gdLst>
                  <a:gd name="T0" fmla="*/ 0 w 40"/>
                  <a:gd name="T1" fmla="*/ 12 h 35"/>
                  <a:gd name="T2" fmla="*/ 29 w 40"/>
                  <a:gd name="T3" fmla="*/ 0 h 35"/>
                  <a:gd name="T4" fmla="*/ 32 w 40"/>
                  <a:gd name="T5" fmla="*/ 5 h 35"/>
                  <a:gd name="T6" fmla="*/ 17 w 40"/>
                  <a:gd name="T7" fmla="*/ 26 h 35"/>
                  <a:gd name="T8" fmla="*/ 37 w 40"/>
                  <a:gd name="T9" fmla="*/ 17 h 35"/>
                  <a:gd name="T10" fmla="*/ 40 w 40"/>
                  <a:gd name="T11" fmla="*/ 23 h 35"/>
                  <a:gd name="T12" fmla="*/ 11 w 40"/>
                  <a:gd name="T13" fmla="*/ 35 h 35"/>
                  <a:gd name="T14" fmla="*/ 8 w 40"/>
                  <a:gd name="T15" fmla="*/ 30 h 35"/>
                  <a:gd name="T16" fmla="*/ 21 w 40"/>
                  <a:gd name="T17" fmla="*/ 9 h 35"/>
                  <a:gd name="T18" fmla="*/ 3 w 40"/>
                  <a:gd name="T19" fmla="*/ 18 h 35"/>
                  <a:gd name="T20" fmla="*/ 0 w 40"/>
                  <a:gd name="T2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35">
                    <a:moveTo>
                      <a:pt x="0" y="12"/>
                    </a:moveTo>
                    <a:lnTo>
                      <a:pt x="29" y="0"/>
                    </a:lnTo>
                    <a:lnTo>
                      <a:pt x="32" y="5"/>
                    </a:lnTo>
                    <a:lnTo>
                      <a:pt x="17" y="26"/>
                    </a:lnTo>
                    <a:lnTo>
                      <a:pt x="37" y="17"/>
                    </a:lnTo>
                    <a:lnTo>
                      <a:pt x="40" y="23"/>
                    </a:lnTo>
                    <a:lnTo>
                      <a:pt x="11" y="35"/>
                    </a:lnTo>
                    <a:lnTo>
                      <a:pt x="8" y="30"/>
                    </a:lnTo>
                    <a:lnTo>
                      <a:pt x="21" y="9"/>
                    </a:lnTo>
                    <a:lnTo>
                      <a:pt x="3" y="18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 bwMode="auto">
              <a:xfrm>
                <a:off x="1914526" y="2654301"/>
                <a:ext cx="60325" cy="55563"/>
              </a:xfrm>
              <a:custGeom>
                <a:avLst/>
                <a:gdLst>
                  <a:gd name="T0" fmla="*/ 25 w 39"/>
                  <a:gd name="T1" fmla="*/ 0 h 36"/>
                  <a:gd name="T2" fmla="*/ 28 w 39"/>
                  <a:gd name="T3" fmla="*/ 6 h 36"/>
                  <a:gd name="T4" fmla="*/ 13 w 39"/>
                  <a:gd name="T5" fmla="*/ 15 h 36"/>
                  <a:gd name="T6" fmla="*/ 9 w 39"/>
                  <a:gd name="T7" fmla="*/ 18 h 36"/>
                  <a:gd name="T8" fmla="*/ 7 w 39"/>
                  <a:gd name="T9" fmla="*/ 22 h 36"/>
                  <a:gd name="T10" fmla="*/ 8 w 39"/>
                  <a:gd name="T11" fmla="*/ 26 h 36"/>
                  <a:gd name="T12" fmla="*/ 11 w 39"/>
                  <a:gd name="T13" fmla="*/ 29 h 36"/>
                  <a:gd name="T14" fmla="*/ 15 w 39"/>
                  <a:gd name="T15" fmla="*/ 29 h 36"/>
                  <a:gd name="T16" fmla="*/ 20 w 39"/>
                  <a:gd name="T17" fmla="*/ 26 h 36"/>
                  <a:gd name="T18" fmla="*/ 35 w 39"/>
                  <a:gd name="T19" fmla="*/ 17 h 36"/>
                  <a:gd name="T20" fmla="*/ 39 w 39"/>
                  <a:gd name="T21" fmla="*/ 23 h 36"/>
                  <a:gd name="T22" fmla="*/ 24 w 39"/>
                  <a:gd name="T23" fmla="*/ 32 h 36"/>
                  <a:gd name="T24" fmla="*/ 16 w 39"/>
                  <a:gd name="T25" fmla="*/ 35 h 36"/>
                  <a:gd name="T26" fmla="*/ 12 w 39"/>
                  <a:gd name="T27" fmla="*/ 36 h 36"/>
                  <a:gd name="T28" fmla="*/ 8 w 39"/>
                  <a:gd name="T29" fmla="*/ 34 h 36"/>
                  <a:gd name="T30" fmla="*/ 3 w 39"/>
                  <a:gd name="T31" fmla="*/ 29 h 36"/>
                  <a:gd name="T32" fmla="*/ 1 w 39"/>
                  <a:gd name="T33" fmla="*/ 23 h 36"/>
                  <a:gd name="T34" fmla="*/ 1 w 39"/>
                  <a:gd name="T35" fmla="*/ 18 h 36"/>
                  <a:gd name="T36" fmla="*/ 3 w 39"/>
                  <a:gd name="T37" fmla="*/ 14 h 36"/>
                  <a:gd name="T38" fmla="*/ 10 w 39"/>
                  <a:gd name="T39" fmla="*/ 9 h 36"/>
                  <a:gd name="T40" fmla="*/ 25 w 39"/>
                  <a:gd name="T4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9" h="36">
                    <a:moveTo>
                      <a:pt x="25" y="0"/>
                    </a:moveTo>
                    <a:cubicBezTo>
                      <a:pt x="28" y="6"/>
                      <a:pt x="28" y="6"/>
                      <a:pt x="28" y="6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1" y="17"/>
                      <a:pt x="9" y="18"/>
                      <a:pt x="9" y="18"/>
                    </a:cubicBezTo>
                    <a:cubicBezTo>
                      <a:pt x="8" y="19"/>
                      <a:pt x="7" y="20"/>
                      <a:pt x="7" y="22"/>
                    </a:cubicBezTo>
                    <a:cubicBezTo>
                      <a:pt x="7" y="23"/>
                      <a:pt x="7" y="24"/>
                      <a:pt x="8" y="26"/>
                    </a:cubicBezTo>
                    <a:cubicBezTo>
                      <a:pt x="9" y="28"/>
                      <a:pt x="10" y="29"/>
                      <a:pt x="11" y="29"/>
                    </a:cubicBezTo>
                    <a:cubicBezTo>
                      <a:pt x="12" y="29"/>
                      <a:pt x="14" y="29"/>
                      <a:pt x="15" y="29"/>
                    </a:cubicBezTo>
                    <a:cubicBezTo>
                      <a:pt x="16" y="29"/>
                      <a:pt x="17" y="28"/>
                      <a:pt x="20" y="26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0" y="34"/>
                      <a:pt x="18" y="35"/>
                      <a:pt x="16" y="35"/>
                    </a:cubicBezTo>
                    <a:cubicBezTo>
                      <a:pt x="15" y="36"/>
                      <a:pt x="13" y="36"/>
                      <a:pt x="12" y="36"/>
                    </a:cubicBezTo>
                    <a:cubicBezTo>
                      <a:pt x="10" y="36"/>
                      <a:pt x="9" y="35"/>
                      <a:pt x="8" y="34"/>
                    </a:cubicBezTo>
                    <a:cubicBezTo>
                      <a:pt x="6" y="33"/>
                      <a:pt x="5" y="31"/>
                      <a:pt x="3" y="29"/>
                    </a:cubicBezTo>
                    <a:cubicBezTo>
                      <a:pt x="2" y="27"/>
                      <a:pt x="1" y="24"/>
                      <a:pt x="1" y="23"/>
                    </a:cubicBezTo>
                    <a:cubicBezTo>
                      <a:pt x="0" y="21"/>
                      <a:pt x="0" y="19"/>
                      <a:pt x="1" y="18"/>
                    </a:cubicBezTo>
                    <a:cubicBezTo>
                      <a:pt x="1" y="16"/>
                      <a:pt x="2" y="15"/>
                      <a:pt x="3" y="14"/>
                    </a:cubicBezTo>
                    <a:cubicBezTo>
                      <a:pt x="4" y="13"/>
                      <a:pt x="7" y="11"/>
                      <a:pt x="10" y="9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 bwMode="auto">
              <a:xfrm>
                <a:off x="1938338" y="2695576"/>
                <a:ext cx="63500" cy="63500"/>
              </a:xfrm>
              <a:custGeom>
                <a:avLst/>
                <a:gdLst>
                  <a:gd name="T0" fmla="*/ 0 w 40"/>
                  <a:gd name="T1" fmla="*/ 20 h 40"/>
                  <a:gd name="T2" fmla="*/ 26 w 40"/>
                  <a:gd name="T3" fmla="*/ 0 h 40"/>
                  <a:gd name="T4" fmla="*/ 30 w 40"/>
                  <a:gd name="T5" fmla="*/ 6 h 40"/>
                  <a:gd name="T6" fmla="*/ 20 w 40"/>
                  <a:gd name="T7" fmla="*/ 29 h 40"/>
                  <a:gd name="T8" fmla="*/ 37 w 40"/>
                  <a:gd name="T9" fmla="*/ 16 h 40"/>
                  <a:gd name="T10" fmla="*/ 40 w 40"/>
                  <a:gd name="T11" fmla="*/ 21 h 40"/>
                  <a:gd name="T12" fmla="*/ 15 w 40"/>
                  <a:gd name="T13" fmla="*/ 40 h 40"/>
                  <a:gd name="T14" fmla="*/ 11 w 40"/>
                  <a:gd name="T15" fmla="*/ 35 h 40"/>
                  <a:gd name="T16" fmla="*/ 20 w 40"/>
                  <a:gd name="T17" fmla="*/ 12 h 40"/>
                  <a:gd name="T18" fmla="*/ 4 w 40"/>
                  <a:gd name="T19" fmla="*/ 25 h 40"/>
                  <a:gd name="T20" fmla="*/ 0 w 40"/>
                  <a:gd name="T21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0">
                    <a:moveTo>
                      <a:pt x="0" y="20"/>
                    </a:moveTo>
                    <a:lnTo>
                      <a:pt x="26" y="0"/>
                    </a:lnTo>
                    <a:lnTo>
                      <a:pt x="30" y="6"/>
                    </a:lnTo>
                    <a:lnTo>
                      <a:pt x="20" y="29"/>
                    </a:lnTo>
                    <a:lnTo>
                      <a:pt x="37" y="16"/>
                    </a:lnTo>
                    <a:lnTo>
                      <a:pt x="40" y="21"/>
                    </a:lnTo>
                    <a:lnTo>
                      <a:pt x="15" y="40"/>
                    </a:lnTo>
                    <a:lnTo>
                      <a:pt x="11" y="35"/>
                    </a:lnTo>
                    <a:lnTo>
                      <a:pt x="20" y="12"/>
                    </a:lnTo>
                    <a:lnTo>
                      <a:pt x="4" y="25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 bwMode="auto">
              <a:xfrm>
                <a:off x="1970088" y="2736851"/>
                <a:ext cx="46038" cy="39688"/>
              </a:xfrm>
              <a:custGeom>
                <a:avLst/>
                <a:gdLst>
                  <a:gd name="T0" fmla="*/ 0 w 29"/>
                  <a:gd name="T1" fmla="*/ 20 h 25"/>
                  <a:gd name="T2" fmla="*/ 24 w 29"/>
                  <a:gd name="T3" fmla="*/ 0 h 25"/>
                  <a:gd name="T4" fmla="*/ 29 w 29"/>
                  <a:gd name="T5" fmla="*/ 5 h 25"/>
                  <a:gd name="T6" fmla="*/ 4 w 29"/>
                  <a:gd name="T7" fmla="*/ 25 h 25"/>
                  <a:gd name="T8" fmla="*/ 0 w 29"/>
                  <a:gd name="T9" fmla="*/ 2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5">
                    <a:moveTo>
                      <a:pt x="0" y="20"/>
                    </a:moveTo>
                    <a:lnTo>
                      <a:pt x="24" y="0"/>
                    </a:lnTo>
                    <a:lnTo>
                      <a:pt x="29" y="5"/>
                    </a:lnTo>
                    <a:lnTo>
                      <a:pt x="4" y="25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 bwMode="auto">
              <a:xfrm>
                <a:off x="1993901" y="2746376"/>
                <a:ext cx="55563" cy="55563"/>
              </a:xfrm>
              <a:custGeom>
                <a:avLst/>
                <a:gdLst>
                  <a:gd name="T0" fmla="*/ 0 w 35"/>
                  <a:gd name="T1" fmla="*/ 31 h 35"/>
                  <a:gd name="T2" fmla="*/ 15 w 35"/>
                  <a:gd name="T3" fmla="*/ 0 h 35"/>
                  <a:gd name="T4" fmla="*/ 20 w 35"/>
                  <a:gd name="T5" fmla="*/ 5 h 35"/>
                  <a:gd name="T6" fmla="*/ 8 w 35"/>
                  <a:gd name="T7" fmla="*/ 28 h 35"/>
                  <a:gd name="T8" fmla="*/ 30 w 35"/>
                  <a:gd name="T9" fmla="*/ 17 h 35"/>
                  <a:gd name="T10" fmla="*/ 35 w 35"/>
                  <a:gd name="T11" fmla="*/ 22 h 35"/>
                  <a:gd name="T12" fmla="*/ 4 w 35"/>
                  <a:gd name="T13" fmla="*/ 35 h 35"/>
                  <a:gd name="T14" fmla="*/ 0 w 35"/>
                  <a:gd name="T15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35">
                    <a:moveTo>
                      <a:pt x="0" y="31"/>
                    </a:moveTo>
                    <a:lnTo>
                      <a:pt x="15" y="0"/>
                    </a:lnTo>
                    <a:lnTo>
                      <a:pt x="20" y="5"/>
                    </a:lnTo>
                    <a:lnTo>
                      <a:pt x="8" y="28"/>
                    </a:lnTo>
                    <a:lnTo>
                      <a:pt x="30" y="17"/>
                    </a:lnTo>
                    <a:lnTo>
                      <a:pt x="35" y="22"/>
                    </a:lnTo>
                    <a:lnTo>
                      <a:pt x="4" y="35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 bwMode="auto">
              <a:xfrm>
                <a:off x="2017713" y="2784476"/>
                <a:ext cx="63500" cy="63500"/>
              </a:xfrm>
              <a:custGeom>
                <a:avLst/>
                <a:gdLst>
                  <a:gd name="T0" fmla="*/ 0 w 40"/>
                  <a:gd name="T1" fmla="*/ 23 h 40"/>
                  <a:gd name="T2" fmla="*/ 21 w 40"/>
                  <a:gd name="T3" fmla="*/ 0 h 40"/>
                  <a:gd name="T4" fmla="*/ 40 w 40"/>
                  <a:gd name="T5" fmla="*/ 15 h 40"/>
                  <a:gd name="T6" fmla="*/ 36 w 40"/>
                  <a:gd name="T7" fmla="*/ 19 h 40"/>
                  <a:gd name="T8" fmla="*/ 23 w 40"/>
                  <a:gd name="T9" fmla="*/ 8 h 40"/>
                  <a:gd name="T10" fmla="*/ 18 w 40"/>
                  <a:gd name="T11" fmla="*/ 13 h 40"/>
                  <a:gd name="T12" fmla="*/ 30 w 40"/>
                  <a:gd name="T13" fmla="*/ 24 h 40"/>
                  <a:gd name="T14" fmla="*/ 26 w 40"/>
                  <a:gd name="T15" fmla="*/ 28 h 40"/>
                  <a:gd name="T16" fmla="*/ 15 w 40"/>
                  <a:gd name="T17" fmla="*/ 17 h 40"/>
                  <a:gd name="T18" fmla="*/ 9 w 40"/>
                  <a:gd name="T19" fmla="*/ 23 h 40"/>
                  <a:gd name="T20" fmla="*/ 22 w 40"/>
                  <a:gd name="T21" fmla="*/ 36 h 40"/>
                  <a:gd name="T22" fmla="*/ 18 w 40"/>
                  <a:gd name="T23" fmla="*/ 40 h 40"/>
                  <a:gd name="T24" fmla="*/ 0 w 40"/>
                  <a:gd name="T25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40">
                    <a:moveTo>
                      <a:pt x="0" y="23"/>
                    </a:moveTo>
                    <a:lnTo>
                      <a:pt x="21" y="0"/>
                    </a:lnTo>
                    <a:lnTo>
                      <a:pt x="40" y="15"/>
                    </a:lnTo>
                    <a:lnTo>
                      <a:pt x="36" y="19"/>
                    </a:lnTo>
                    <a:lnTo>
                      <a:pt x="23" y="8"/>
                    </a:lnTo>
                    <a:lnTo>
                      <a:pt x="18" y="13"/>
                    </a:lnTo>
                    <a:lnTo>
                      <a:pt x="30" y="24"/>
                    </a:lnTo>
                    <a:lnTo>
                      <a:pt x="26" y="28"/>
                    </a:lnTo>
                    <a:lnTo>
                      <a:pt x="15" y="17"/>
                    </a:lnTo>
                    <a:lnTo>
                      <a:pt x="9" y="23"/>
                    </a:lnTo>
                    <a:lnTo>
                      <a:pt x="22" y="36"/>
                    </a:lnTo>
                    <a:lnTo>
                      <a:pt x="18" y="40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8" name="任意多边形: 形状 37"/>
              <p:cNvSpPr>
                <a:spLocks noEditPoints="1"/>
              </p:cNvSpPr>
              <p:nvPr/>
            </p:nvSpPr>
            <p:spPr bwMode="auto">
              <a:xfrm>
                <a:off x="2055813" y="2813051"/>
                <a:ext cx="57150" cy="68263"/>
              </a:xfrm>
              <a:custGeom>
                <a:avLst/>
                <a:gdLst>
                  <a:gd name="T0" fmla="*/ 0 w 37"/>
                  <a:gd name="T1" fmla="*/ 27 h 44"/>
                  <a:gd name="T2" fmla="*/ 20 w 37"/>
                  <a:gd name="T3" fmla="*/ 0 h 44"/>
                  <a:gd name="T4" fmla="*/ 31 w 37"/>
                  <a:gd name="T5" fmla="*/ 9 h 44"/>
                  <a:gd name="T6" fmla="*/ 36 w 37"/>
                  <a:gd name="T7" fmla="*/ 14 h 44"/>
                  <a:gd name="T8" fmla="*/ 37 w 37"/>
                  <a:gd name="T9" fmla="*/ 19 h 44"/>
                  <a:gd name="T10" fmla="*/ 35 w 37"/>
                  <a:gd name="T11" fmla="*/ 24 h 44"/>
                  <a:gd name="T12" fmla="*/ 30 w 37"/>
                  <a:gd name="T13" fmla="*/ 28 h 44"/>
                  <a:gd name="T14" fmla="*/ 23 w 37"/>
                  <a:gd name="T15" fmla="*/ 26 h 44"/>
                  <a:gd name="T16" fmla="*/ 24 w 37"/>
                  <a:gd name="T17" fmla="*/ 30 h 44"/>
                  <a:gd name="T18" fmla="*/ 24 w 37"/>
                  <a:gd name="T19" fmla="*/ 37 h 44"/>
                  <a:gd name="T20" fmla="*/ 23 w 37"/>
                  <a:gd name="T21" fmla="*/ 44 h 44"/>
                  <a:gd name="T22" fmla="*/ 17 w 37"/>
                  <a:gd name="T23" fmla="*/ 40 h 44"/>
                  <a:gd name="T24" fmla="*/ 17 w 37"/>
                  <a:gd name="T25" fmla="*/ 31 h 44"/>
                  <a:gd name="T26" fmla="*/ 17 w 37"/>
                  <a:gd name="T27" fmla="*/ 25 h 44"/>
                  <a:gd name="T28" fmla="*/ 17 w 37"/>
                  <a:gd name="T29" fmla="*/ 23 h 44"/>
                  <a:gd name="T30" fmla="*/ 14 w 37"/>
                  <a:gd name="T31" fmla="*/ 20 h 44"/>
                  <a:gd name="T32" fmla="*/ 13 w 37"/>
                  <a:gd name="T33" fmla="*/ 20 h 44"/>
                  <a:gd name="T34" fmla="*/ 5 w 37"/>
                  <a:gd name="T35" fmla="*/ 31 h 44"/>
                  <a:gd name="T36" fmla="*/ 0 w 37"/>
                  <a:gd name="T37" fmla="*/ 27 h 44"/>
                  <a:gd name="T38" fmla="*/ 16 w 37"/>
                  <a:gd name="T39" fmla="*/ 15 h 44"/>
                  <a:gd name="T40" fmla="*/ 20 w 37"/>
                  <a:gd name="T41" fmla="*/ 18 h 44"/>
                  <a:gd name="T42" fmla="*/ 25 w 37"/>
                  <a:gd name="T43" fmla="*/ 22 h 44"/>
                  <a:gd name="T44" fmla="*/ 28 w 37"/>
                  <a:gd name="T45" fmla="*/ 22 h 44"/>
                  <a:gd name="T46" fmla="*/ 30 w 37"/>
                  <a:gd name="T47" fmla="*/ 20 h 44"/>
                  <a:gd name="T48" fmla="*/ 31 w 37"/>
                  <a:gd name="T49" fmla="*/ 18 h 44"/>
                  <a:gd name="T50" fmla="*/ 29 w 37"/>
                  <a:gd name="T51" fmla="*/ 15 h 44"/>
                  <a:gd name="T52" fmla="*/ 26 w 37"/>
                  <a:gd name="T53" fmla="*/ 12 h 44"/>
                  <a:gd name="T54" fmla="*/ 21 w 37"/>
                  <a:gd name="T55" fmla="*/ 9 h 44"/>
                  <a:gd name="T56" fmla="*/ 16 w 37"/>
                  <a:gd name="T57" fmla="*/ 15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7" h="44">
                    <a:moveTo>
                      <a:pt x="0" y="27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3" y="11"/>
                      <a:pt x="35" y="13"/>
                      <a:pt x="36" y="14"/>
                    </a:cubicBezTo>
                    <a:cubicBezTo>
                      <a:pt x="37" y="16"/>
                      <a:pt x="37" y="17"/>
                      <a:pt x="37" y="19"/>
                    </a:cubicBezTo>
                    <a:cubicBezTo>
                      <a:pt x="37" y="21"/>
                      <a:pt x="36" y="23"/>
                      <a:pt x="35" y="24"/>
                    </a:cubicBezTo>
                    <a:cubicBezTo>
                      <a:pt x="34" y="26"/>
                      <a:pt x="32" y="27"/>
                      <a:pt x="30" y="28"/>
                    </a:cubicBezTo>
                    <a:cubicBezTo>
                      <a:pt x="28" y="28"/>
                      <a:pt x="25" y="27"/>
                      <a:pt x="23" y="26"/>
                    </a:cubicBezTo>
                    <a:cubicBezTo>
                      <a:pt x="23" y="28"/>
                      <a:pt x="24" y="29"/>
                      <a:pt x="24" y="30"/>
                    </a:cubicBezTo>
                    <a:cubicBezTo>
                      <a:pt x="24" y="32"/>
                      <a:pt x="24" y="34"/>
                      <a:pt x="24" y="37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28"/>
                      <a:pt x="18" y="26"/>
                      <a:pt x="17" y="25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6" y="22"/>
                      <a:pt x="15" y="21"/>
                      <a:pt x="14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5" y="31"/>
                      <a:pt x="5" y="31"/>
                      <a:pt x="5" y="31"/>
                    </a:cubicBezTo>
                    <a:lnTo>
                      <a:pt x="0" y="27"/>
                    </a:lnTo>
                    <a:close/>
                    <a:moveTo>
                      <a:pt x="16" y="15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3" y="20"/>
                      <a:pt x="24" y="22"/>
                      <a:pt x="25" y="22"/>
                    </a:cubicBezTo>
                    <a:cubicBezTo>
                      <a:pt x="26" y="22"/>
                      <a:pt x="27" y="22"/>
                      <a:pt x="28" y="22"/>
                    </a:cubicBezTo>
                    <a:cubicBezTo>
                      <a:pt x="28" y="22"/>
                      <a:pt x="29" y="21"/>
                      <a:pt x="30" y="20"/>
                    </a:cubicBezTo>
                    <a:cubicBezTo>
                      <a:pt x="30" y="19"/>
                      <a:pt x="31" y="18"/>
                      <a:pt x="31" y="18"/>
                    </a:cubicBezTo>
                    <a:cubicBezTo>
                      <a:pt x="30" y="17"/>
                      <a:pt x="30" y="16"/>
                      <a:pt x="29" y="15"/>
                    </a:cubicBezTo>
                    <a:cubicBezTo>
                      <a:pt x="29" y="15"/>
                      <a:pt x="28" y="14"/>
                      <a:pt x="26" y="12"/>
                    </a:cubicBezTo>
                    <a:cubicBezTo>
                      <a:pt x="21" y="9"/>
                      <a:pt x="21" y="9"/>
                      <a:pt x="21" y="9"/>
                    </a:cubicBezTo>
                    <a:lnTo>
                      <a:pt x="1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 bwMode="auto">
              <a:xfrm>
                <a:off x="2101851" y="2849563"/>
                <a:ext cx="49213" cy="52388"/>
              </a:xfrm>
              <a:custGeom>
                <a:avLst/>
                <a:gdLst>
                  <a:gd name="T0" fmla="*/ 2 w 32"/>
                  <a:gd name="T1" fmla="*/ 14 h 34"/>
                  <a:gd name="T2" fmla="*/ 8 w 32"/>
                  <a:gd name="T3" fmla="*/ 17 h 34"/>
                  <a:gd name="T4" fmla="*/ 7 w 32"/>
                  <a:gd name="T5" fmla="*/ 23 h 34"/>
                  <a:gd name="T6" fmla="*/ 10 w 32"/>
                  <a:gd name="T7" fmla="*/ 27 h 34"/>
                  <a:gd name="T8" fmla="*/ 15 w 32"/>
                  <a:gd name="T9" fmla="*/ 28 h 34"/>
                  <a:gd name="T10" fmla="*/ 18 w 32"/>
                  <a:gd name="T11" fmla="*/ 26 h 34"/>
                  <a:gd name="T12" fmla="*/ 19 w 32"/>
                  <a:gd name="T13" fmla="*/ 24 h 34"/>
                  <a:gd name="T14" fmla="*/ 17 w 32"/>
                  <a:gd name="T15" fmla="*/ 22 h 34"/>
                  <a:gd name="T16" fmla="*/ 14 w 32"/>
                  <a:gd name="T17" fmla="*/ 18 h 34"/>
                  <a:gd name="T18" fmla="*/ 9 w 32"/>
                  <a:gd name="T19" fmla="*/ 11 h 34"/>
                  <a:gd name="T20" fmla="*/ 10 w 32"/>
                  <a:gd name="T21" fmla="*/ 4 h 34"/>
                  <a:gd name="T22" fmla="*/ 14 w 32"/>
                  <a:gd name="T23" fmla="*/ 0 h 34"/>
                  <a:gd name="T24" fmla="*/ 19 w 32"/>
                  <a:gd name="T25" fmla="*/ 0 h 34"/>
                  <a:gd name="T26" fmla="*/ 25 w 32"/>
                  <a:gd name="T27" fmla="*/ 2 h 34"/>
                  <a:gd name="T28" fmla="*/ 32 w 32"/>
                  <a:gd name="T29" fmla="*/ 10 h 34"/>
                  <a:gd name="T30" fmla="*/ 30 w 32"/>
                  <a:gd name="T31" fmla="*/ 18 h 34"/>
                  <a:gd name="T32" fmla="*/ 25 w 32"/>
                  <a:gd name="T33" fmla="*/ 14 h 34"/>
                  <a:gd name="T34" fmla="*/ 25 w 32"/>
                  <a:gd name="T35" fmla="*/ 10 h 34"/>
                  <a:gd name="T36" fmla="*/ 22 w 32"/>
                  <a:gd name="T37" fmla="*/ 7 h 34"/>
                  <a:gd name="T38" fmla="*/ 18 w 32"/>
                  <a:gd name="T39" fmla="*/ 6 h 34"/>
                  <a:gd name="T40" fmla="*/ 16 w 32"/>
                  <a:gd name="T41" fmla="*/ 7 h 34"/>
                  <a:gd name="T42" fmla="*/ 15 w 32"/>
                  <a:gd name="T43" fmla="*/ 9 h 34"/>
                  <a:gd name="T44" fmla="*/ 19 w 32"/>
                  <a:gd name="T45" fmla="*/ 14 h 34"/>
                  <a:gd name="T46" fmla="*/ 24 w 32"/>
                  <a:gd name="T47" fmla="*/ 20 h 34"/>
                  <a:gd name="T48" fmla="*/ 25 w 32"/>
                  <a:gd name="T49" fmla="*/ 25 h 34"/>
                  <a:gd name="T50" fmla="*/ 24 w 32"/>
                  <a:gd name="T51" fmla="*/ 30 h 34"/>
                  <a:gd name="T52" fmla="*/ 19 w 32"/>
                  <a:gd name="T53" fmla="*/ 33 h 34"/>
                  <a:gd name="T54" fmla="*/ 14 w 32"/>
                  <a:gd name="T55" fmla="*/ 34 h 34"/>
                  <a:gd name="T56" fmla="*/ 7 w 32"/>
                  <a:gd name="T57" fmla="*/ 31 h 34"/>
                  <a:gd name="T58" fmla="*/ 1 w 32"/>
                  <a:gd name="T59" fmla="*/ 24 h 34"/>
                  <a:gd name="T60" fmla="*/ 2 w 32"/>
                  <a:gd name="T61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4">
                    <a:moveTo>
                      <a:pt x="2" y="14"/>
                    </a:moveTo>
                    <a:cubicBezTo>
                      <a:pt x="8" y="17"/>
                      <a:pt x="8" y="17"/>
                      <a:pt x="8" y="17"/>
                    </a:cubicBezTo>
                    <a:cubicBezTo>
                      <a:pt x="7" y="19"/>
                      <a:pt x="6" y="21"/>
                      <a:pt x="7" y="23"/>
                    </a:cubicBezTo>
                    <a:cubicBezTo>
                      <a:pt x="7" y="24"/>
                      <a:pt x="8" y="25"/>
                      <a:pt x="10" y="27"/>
                    </a:cubicBezTo>
                    <a:cubicBezTo>
                      <a:pt x="12" y="28"/>
                      <a:pt x="14" y="28"/>
                      <a:pt x="15" y="28"/>
                    </a:cubicBezTo>
                    <a:cubicBezTo>
                      <a:pt x="16" y="28"/>
                      <a:pt x="17" y="27"/>
                      <a:pt x="18" y="26"/>
                    </a:cubicBezTo>
                    <a:cubicBezTo>
                      <a:pt x="18" y="26"/>
                      <a:pt x="19" y="25"/>
                      <a:pt x="19" y="24"/>
                    </a:cubicBezTo>
                    <a:cubicBezTo>
                      <a:pt x="18" y="23"/>
                      <a:pt x="18" y="23"/>
                      <a:pt x="17" y="22"/>
                    </a:cubicBezTo>
                    <a:cubicBezTo>
                      <a:pt x="17" y="21"/>
                      <a:pt x="16" y="20"/>
                      <a:pt x="14" y="18"/>
                    </a:cubicBezTo>
                    <a:cubicBezTo>
                      <a:pt x="11" y="15"/>
                      <a:pt x="10" y="13"/>
                      <a:pt x="9" y="11"/>
                    </a:cubicBezTo>
                    <a:cubicBezTo>
                      <a:pt x="8" y="8"/>
                      <a:pt x="9" y="6"/>
                      <a:pt x="10" y="4"/>
                    </a:cubicBezTo>
                    <a:cubicBezTo>
                      <a:pt x="11" y="2"/>
                      <a:pt x="12" y="1"/>
                      <a:pt x="14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1" y="0"/>
                      <a:pt x="23" y="1"/>
                      <a:pt x="25" y="2"/>
                    </a:cubicBezTo>
                    <a:cubicBezTo>
                      <a:pt x="29" y="5"/>
                      <a:pt x="31" y="7"/>
                      <a:pt x="32" y="10"/>
                    </a:cubicBezTo>
                    <a:cubicBezTo>
                      <a:pt x="32" y="12"/>
                      <a:pt x="32" y="15"/>
                      <a:pt x="30" y="18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3"/>
                      <a:pt x="25" y="11"/>
                      <a:pt x="25" y="10"/>
                    </a:cubicBezTo>
                    <a:cubicBezTo>
                      <a:pt x="25" y="9"/>
                      <a:pt x="24" y="8"/>
                      <a:pt x="22" y="7"/>
                    </a:cubicBezTo>
                    <a:cubicBezTo>
                      <a:pt x="20" y="6"/>
                      <a:pt x="19" y="5"/>
                      <a:pt x="18" y="6"/>
                    </a:cubicBezTo>
                    <a:cubicBezTo>
                      <a:pt x="17" y="6"/>
                      <a:pt x="16" y="6"/>
                      <a:pt x="16" y="7"/>
                    </a:cubicBezTo>
                    <a:cubicBezTo>
                      <a:pt x="15" y="7"/>
                      <a:pt x="15" y="8"/>
                      <a:pt x="15" y="9"/>
                    </a:cubicBezTo>
                    <a:cubicBezTo>
                      <a:pt x="16" y="10"/>
                      <a:pt x="17" y="12"/>
                      <a:pt x="19" y="14"/>
                    </a:cubicBezTo>
                    <a:cubicBezTo>
                      <a:pt x="22" y="16"/>
                      <a:pt x="23" y="18"/>
                      <a:pt x="24" y="20"/>
                    </a:cubicBezTo>
                    <a:cubicBezTo>
                      <a:pt x="25" y="21"/>
                      <a:pt x="25" y="23"/>
                      <a:pt x="25" y="25"/>
                    </a:cubicBezTo>
                    <a:cubicBezTo>
                      <a:pt x="25" y="26"/>
                      <a:pt x="25" y="28"/>
                      <a:pt x="24" y="30"/>
                    </a:cubicBezTo>
                    <a:cubicBezTo>
                      <a:pt x="23" y="31"/>
                      <a:pt x="21" y="33"/>
                      <a:pt x="19" y="33"/>
                    </a:cubicBezTo>
                    <a:cubicBezTo>
                      <a:pt x="18" y="34"/>
                      <a:pt x="16" y="34"/>
                      <a:pt x="14" y="34"/>
                    </a:cubicBezTo>
                    <a:cubicBezTo>
                      <a:pt x="12" y="34"/>
                      <a:pt x="9" y="33"/>
                      <a:pt x="7" y="31"/>
                    </a:cubicBezTo>
                    <a:cubicBezTo>
                      <a:pt x="4" y="29"/>
                      <a:pt x="1" y="26"/>
                      <a:pt x="1" y="24"/>
                    </a:cubicBezTo>
                    <a:cubicBezTo>
                      <a:pt x="0" y="21"/>
                      <a:pt x="0" y="18"/>
                      <a:pt x="2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 bwMode="auto">
              <a:xfrm>
                <a:off x="2138363" y="2867026"/>
                <a:ext cx="34925" cy="49213"/>
              </a:xfrm>
              <a:custGeom>
                <a:avLst/>
                <a:gdLst>
                  <a:gd name="T0" fmla="*/ 0 w 22"/>
                  <a:gd name="T1" fmla="*/ 28 h 31"/>
                  <a:gd name="T2" fmla="*/ 16 w 22"/>
                  <a:gd name="T3" fmla="*/ 0 h 31"/>
                  <a:gd name="T4" fmla="*/ 22 w 22"/>
                  <a:gd name="T5" fmla="*/ 4 h 31"/>
                  <a:gd name="T6" fmla="*/ 6 w 22"/>
                  <a:gd name="T7" fmla="*/ 31 h 31"/>
                  <a:gd name="T8" fmla="*/ 0 w 22"/>
                  <a:gd name="T9" fmla="*/ 28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0" y="28"/>
                    </a:moveTo>
                    <a:lnTo>
                      <a:pt x="16" y="0"/>
                    </a:lnTo>
                    <a:lnTo>
                      <a:pt x="22" y="4"/>
                    </a:lnTo>
                    <a:lnTo>
                      <a:pt x="6" y="31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 bwMode="auto">
              <a:xfrm>
                <a:off x="2168526" y="2874963"/>
                <a:ext cx="44450" cy="57150"/>
              </a:xfrm>
              <a:custGeom>
                <a:avLst/>
                <a:gdLst>
                  <a:gd name="T0" fmla="*/ 0 w 28"/>
                  <a:gd name="T1" fmla="*/ 33 h 36"/>
                  <a:gd name="T2" fmla="*/ 11 w 28"/>
                  <a:gd name="T3" fmla="*/ 10 h 36"/>
                  <a:gd name="T4" fmla="*/ 3 w 28"/>
                  <a:gd name="T5" fmla="*/ 5 h 36"/>
                  <a:gd name="T6" fmla="*/ 6 w 28"/>
                  <a:gd name="T7" fmla="*/ 0 h 36"/>
                  <a:gd name="T8" fmla="*/ 28 w 28"/>
                  <a:gd name="T9" fmla="*/ 12 h 36"/>
                  <a:gd name="T10" fmla="*/ 26 w 28"/>
                  <a:gd name="T11" fmla="*/ 17 h 36"/>
                  <a:gd name="T12" fmla="*/ 17 w 28"/>
                  <a:gd name="T13" fmla="*/ 13 h 36"/>
                  <a:gd name="T14" fmla="*/ 6 w 28"/>
                  <a:gd name="T15" fmla="*/ 36 h 36"/>
                  <a:gd name="T16" fmla="*/ 0 w 28"/>
                  <a:gd name="T17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6">
                    <a:moveTo>
                      <a:pt x="0" y="33"/>
                    </a:moveTo>
                    <a:lnTo>
                      <a:pt x="11" y="10"/>
                    </a:lnTo>
                    <a:lnTo>
                      <a:pt x="3" y="5"/>
                    </a:lnTo>
                    <a:lnTo>
                      <a:pt x="6" y="0"/>
                    </a:lnTo>
                    <a:lnTo>
                      <a:pt x="28" y="12"/>
                    </a:lnTo>
                    <a:lnTo>
                      <a:pt x="26" y="17"/>
                    </a:lnTo>
                    <a:lnTo>
                      <a:pt x="17" y="13"/>
                    </a:lnTo>
                    <a:lnTo>
                      <a:pt x="6" y="36"/>
                    </a:ln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 bwMode="auto">
              <a:xfrm>
                <a:off x="2211388" y="2894013"/>
                <a:ext cx="46038" cy="57150"/>
              </a:xfrm>
              <a:custGeom>
                <a:avLst/>
                <a:gdLst>
                  <a:gd name="T0" fmla="*/ 0 w 29"/>
                  <a:gd name="T1" fmla="*/ 34 h 36"/>
                  <a:gd name="T2" fmla="*/ 5 w 29"/>
                  <a:gd name="T3" fmla="*/ 21 h 36"/>
                  <a:gd name="T4" fmla="*/ 1 w 29"/>
                  <a:gd name="T5" fmla="*/ 0 h 36"/>
                  <a:gd name="T6" fmla="*/ 8 w 29"/>
                  <a:gd name="T7" fmla="*/ 3 h 36"/>
                  <a:gd name="T8" fmla="*/ 11 w 29"/>
                  <a:gd name="T9" fmla="*/ 17 h 36"/>
                  <a:gd name="T10" fmla="*/ 22 w 29"/>
                  <a:gd name="T11" fmla="*/ 8 h 36"/>
                  <a:gd name="T12" fmla="*/ 29 w 29"/>
                  <a:gd name="T13" fmla="*/ 10 h 36"/>
                  <a:gd name="T14" fmla="*/ 11 w 29"/>
                  <a:gd name="T15" fmla="*/ 24 h 36"/>
                  <a:gd name="T16" fmla="*/ 6 w 29"/>
                  <a:gd name="T17" fmla="*/ 36 h 36"/>
                  <a:gd name="T18" fmla="*/ 0 w 29"/>
                  <a:gd name="T19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36">
                    <a:moveTo>
                      <a:pt x="0" y="34"/>
                    </a:moveTo>
                    <a:lnTo>
                      <a:pt x="5" y="21"/>
                    </a:lnTo>
                    <a:lnTo>
                      <a:pt x="1" y="0"/>
                    </a:lnTo>
                    <a:lnTo>
                      <a:pt x="8" y="3"/>
                    </a:lnTo>
                    <a:lnTo>
                      <a:pt x="11" y="17"/>
                    </a:lnTo>
                    <a:lnTo>
                      <a:pt x="22" y="8"/>
                    </a:lnTo>
                    <a:lnTo>
                      <a:pt x="29" y="10"/>
                    </a:lnTo>
                    <a:lnTo>
                      <a:pt x="11" y="24"/>
                    </a:lnTo>
                    <a:lnTo>
                      <a:pt x="6" y="36"/>
                    </a:lnTo>
                    <a:lnTo>
                      <a:pt x="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3" name="任意多边形: 形状 42"/>
              <p:cNvSpPr>
                <a:spLocks noEditPoints="1"/>
              </p:cNvSpPr>
              <p:nvPr/>
            </p:nvSpPr>
            <p:spPr bwMode="auto">
              <a:xfrm>
                <a:off x="2278063" y="2924176"/>
                <a:ext cx="50800" cy="53975"/>
              </a:xfrm>
              <a:custGeom>
                <a:avLst/>
                <a:gdLst>
                  <a:gd name="T0" fmla="*/ 1 w 33"/>
                  <a:gd name="T1" fmla="*/ 14 h 35"/>
                  <a:gd name="T2" fmla="*/ 4 w 33"/>
                  <a:gd name="T3" fmla="*/ 6 h 35"/>
                  <a:gd name="T4" fmla="*/ 9 w 33"/>
                  <a:gd name="T5" fmla="*/ 2 h 35"/>
                  <a:gd name="T6" fmla="*/ 13 w 33"/>
                  <a:gd name="T7" fmla="*/ 0 h 35"/>
                  <a:gd name="T8" fmla="*/ 21 w 33"/>
                  <a:gd name="T9" fmla="*/ 1 h 35"/>
                  <a:gd name="T10" fmla="*/ 31 w 33"/>
                  <a:gd name="T11" fmla="*/ 8 h 35"/>
                  <a:gd name="T12" fmla="*/ 32 w 33"/>
                  <a:gd name="T13" fmla="*/ 21 h 35"/>
                  <a:gd name="T14" fmla="*/ 25 w 33"/>
                  <a:gd name="T15" fmla="*/ 32 h 35"/>
                  <a:gd name="T16" fmla="*/ 12 w 33"/>
                  <a:gd name="T17" fmla="*/ 34 h 35"/>
                  <a:gd name="T18" fmla="*/ 2 w 33"/>
                  <a:gd name="T19" fmla="*/ 27 h 35"/>
                  <a:gd name="T20" fmla="*/ 1 w 33"/>
                  <a:gd name="T21" fmla="*/ 14 h 35"/>
                  <a:gd name="T22" fmla="*/ 8 w 33"/>
                  <a:gd name="T23" fmla="*/ 15 h 35"/>
                  <a:gd name="T24" fmla="*/ 8 w 33"/>
                  <a:gd name="T25" fmla="*/ 24 h 35"/>
                  <a:gd name="T26" fmla="*/ 14 w 33"/>
                  <a:gd name="T27" fmla="*/ 28 h 35"/>
                  <a:gd name="T28" fmla="*/ 21 w 33"/>
                  <a:gd name="T29" fmla="*/ 27 h 35"/>
                  <a:gd name="T30" fmla="*/ 25 w 33"/>
                  <a:gd name="T31" fmla="*/ 19 h 35"/>
                  <a:gd name="T32" fmla="*/ 25 w 33"/>
                  <a:gd name="T33" fmla="*/ 11 h 35"/>
                  <a:gd name="T34" fmla="*/ 19 w 33"/>
                  <a:gd name="T35" fmla="*/ 6 h 35"/>
                  <a:gd name="T36" fmla="*/ 12 w 33"/>
                  <a:gd name="T37" fmla="*/ 7 h 35"/>
                  <a:gd name="T38" fmla="*/ 8 w 33"/>
                  <a:gd name="T39" fmla="*/ 1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5">
                    <a:moveTo>
                      <a:pt x="1" y="14"/>
                    </a:moveTo>
                    <a:cubicBezTo>
                      <a:pt x="2" y="10"/>
                      <a:pt x="3" y="8"/>
                      <a:pt x="4" y="6"/>
                    </a:cubicBezTo>
                    <a:cubicBezTo>
                      <a:pt x="6" y="4"/>
                      <a:pt x="7" y="3"/>
                      <a:pt x="9" y="2"/>
                    </a:cubicBezTo>
                    <a:cubicBezTo>
                      <a:pt x="10" y="1"/>
                      <a:pt x="12" y="1"/>
                      <a:pt x="13" y="0"/>
                    </a:cubicBezTo>
                    <a:cubicBezTo>
                      <a:pt x="16" y="0"/>
                      <a:pt x="18" y="0"/>
                      <a:pt x="21" y="1"/>
                    </a:cubicBezTo>
                    <a:cubicBezTo>
                      <a:pt x="25" y="2"/>
                      <a:pt x="29" y="4"/>
                      <a:pt x="31" y="8"/>
                    </a:cubicBezTo>
                    <a:cubicBezTo>
                      <a:pt x="33" y="12"/>
                      <a:pt x="33" y="16"/>
                      <a:pt x="32" y="21"/>
                    </a:cubicBezTo>
                    <a:cubicBezTo>
                      <a:pt x="31" y="26"/>
                      <a:pt x="28" y="30"/>
                      <a:pt x="25" y="32"/>
                    </a:cubicBezTo>
                    <a:cubicBezTo>
                      <a:pt x="21" y="34"/>
                      <a:pt x="17" y="35"/>
                      <a:pt x="12" y="34"/>
                    </a:cubicBezTo>
                    <a:cubicBezTo>
                      <a:pt x="8" y="33"/>
                      <a:pt x="4" y="30"/>
                      <a:pt x="2" y="27"/>
                    </a:cubicBezTo>
                    <a:cubicBezTo>
                      <a:pt x="0" y="23"/>
                      <a:pt x="0" y="19"/>
                      <a:pt x="1" y="14"/>
                    </a:cubicBezTo>
                    <a:close/>
                    <a:moveTo>
                      <a:pt x="8" y="15"/>
                    </a:moveTo>
                    <a:cubicBezTo>
                      <a:pt x="7" y="19"/>
                      <a:pt x="7" y="22"/>
                      <a:pt x="8" y="24"/>
                    </a:cubicBezTo>
                    <a:cubicBezTo>
                      <a:pt x="9" y="26"/>
                      <a:pt x="11" y="28"/>
                      <a:pt x="14" y="28"/>
                    </a:cubicBezTo>
                    <a:cubicBezTo>
                      <a:pt x="16" y="29"/>
                      <a:pt x="19" y="28"/>
                      <a:pt x="21" y="27"/>
                    </a:cubicBezTo>
                    <a:cubicBezTo>
                      <a:pt x="23" y="26"/>
                      <a:pt x="24" y="23"/>
                      <a:pt x="25" y="19"/>
                    </a:cubicBezTo>
                    <a:cubicBezTo>
                      <a:pt x="26" y="16"/>
                      <a:pt x="26" y="13"/>
                      <a:pt x="25" y="11"/>
                    </a:cubicBezTo>
                    <a:cubicBezTo>
                      <a:pt x="24" y="8"/>
                      <a:pt x="22" y="7"/>
                      <a:pt x="19" y="6"/>
                    </a:cubicBezTo>
                    <a:cubicBezTo>
                      <a:pt x="17" y="6"/>
                      <a:pt x="14" y="6"/>
                      <a:pt x="12" y="7"/>
                    </a:cubicBezTo>
                    <a:cubicBezTo>
                      <a:pt x="10" y="9"/>
                      <a:pt x="9" y="11"/>
                      <a:pt x="8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 bwMode="auto">
              <a:xfrm>
                <a:off x="2330451" y="2933701"/>
                <a:ext cx="42863" cy="50800"/>
              </a:xfrm>
              <a:custGeom>
                <a:avLst/>
                <a:gdLst>
                  <a:gd name="T0" fmla="*/ 0 w 27"/>
                  <a:gd name="T1" fmla="*/ 31 h 32"/>
                  <a:gd name="T2" fmla="*/ 5 w 27"/>
                  <a:gd name="T3" fmla="*/ 0 h 32"/>
                  <a:gd name="T4" fmla="*/ 27 w 27"/>
                  <a:gd name="T5" fmla="*/ 3 h 32"/>
                  <a:gd name="T6" fmla="*/ 26 w 27"/>
                  <a:gd name="T7" fmla="*/ 9 h 32"/>
                  <a:gd name="T8" fmla="*/ 11 w 27"/>
                  <a:gd name="T9" fmla="*/ 6 h 32"/>
                  <a:gd name="T10" fmla="*/ 10 w 27"/>
                  <a:gd name="T11" fmla="*/ 14 h 32"/>
                  <a:gd name="T12" fmla="*/ 23 w 27"/>
                  <a:gd name="T13" fmla="*/ 16 h 32"/>
                  <a:gd name="T14" fmla="*/ 22 w 27"/>
                  <a:gd name="T15" fmla="*/ 21 h 32"/>
                  <a:gd name="T16" fmla="*/ 9 w 27"/>
                  <a:gd name="T17" fmla="*/ 18 h 32"/>
                  <a:gd name="T18" fmla="*/ 6 w 27"/>
                  <a:gd name="T19" fmla="*/ 32 h 32"/>
                  <a:gd name="T20" fmla="*/ 0 w 27"/>
                  <a:gd name="T21" fmla="*/ 3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32">
                    <a:moveTo>
                      <a:pt x="0" y="31"/>
                    </a:moveTo>
                    <a:lnTo>
                      <a:pt x="5" y="0"/>
                    </a:lnTo>
                    <a:lnTo>
                      <a:pt x="27" y="3"/>
                    </a:lnTo>
                    <a:lnTo>
                      <a:pt x="26" y="9"/>
                    </a:lnTo>
                    <a:lnTo>
                      <a:pt x="11" y="6"/>
                    </a:lnTo>
                    <a:lnTo>
                      <a:pt x="10" y="14"/>
                    </a:lnTo>
                    <a:lnTo>
                      <a:pt x="23" y="16"/>
                    </a:lnTo>
                    <a:lnTo>
                      <a:pt x="22" y="21"/>
                    </a:lnTo>
                    <a:lnTo>
                      <a:pt x="9" y="18"/>
                    </a:lnTo>
                    <a:lnTo>
                      <a:pt x="6" y="32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 bwMode="auto">
              <a:xfrm>
                <a:off x="2397126" y="2941638"/>
                <a:ext cx="39688" cy="52388"/>
              </a:xfrm>
              <a:custGeom>
                <a:avLst/>
                <a:gdLst>
                  <a:gd name="T0" fmla="*/ 0 w 25"/>
                  <a:gd name="T1" fmla="*/ 32 h 33"/>
                  <a:gd name="T2" fmla="*/ 2 w 25"/>
                  <a:gd name="T3" fmla="*/ 0 h 33"/>
                  <a:gd name="T4" fmla="*/ 25 w 25"/>
                  <a:gd name="T5" fmla="*/ 1 h 33"/>
                  <a:gd name="T6" fmla="*/ 25 w 25"/>
                  <a:gd name="T7" fmla="*/ 7 h 33"/>
                  <a:gd name="T8" fmla="*/ 8 w 25"/>
                  <a:gd name="T9" fmla="*/ 6 h 33"/>
                  <a:gd name="T10" fmla="*/ 8 w 25"/>
                  <a:gd name="T11" fmla="*/ 12 h 33"/>
                  <a:gd name="T12" fmla="*/ 23 w 25"/>
                  <a:gd name="T13" fmla="*/ 13 h 33"/>
                  <a:gd name="T14" fmla="*/ 23 w 25"/>
                  <a:gd name="T15" fmla="*/ 19 h 33"/>
                  <a:gd name="T16" fmla="*/ 8 w 25"/>
                  <a:gd name="T17" fmla="*/ 18 h 33"/>
                  <a:gd name="T18" fmla="*/ 7 w 25"/>
                  <a:gd name="T19" fmla="*/ 27 h 33"/>
                  <a:gd name="T20" fmla="*/ 25 w 25"/>
                  <a:gd name="T21" fmla="*/ 28 h 33"/>
                  <a:gd name="T22" fmla="*/ 24 w 25"/>
                  <a:gd name="T23" fmla="*/ 33 h 33"/>
                  <a:gd name="T24" fmla="*/ 0 w 25"/>
                  <a:gd name="T25" fmla="*/ 3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" h="33">
                    <a:moveTo>
                      <a:pt x="0" y="32"/>
                    </a:moveTo>
                    <a:lnTo>
                      <a:pt x="2" y="0"/>
                    </a:lnTo>
                    <a:lnTo>
                      <a:pt x="25" y="1"/>
                    </a:lnTo>
                    <a:lnTo>
                      <a:pt x="25" y="7"/>
                    </a:lnTo>
                    <a:lnTo>
                      <a:pt x="8" y="6"/>
                    </a:lnTo>
                    <a:lnTo>
                      <a:pt x="8" y="12"/>
                    </a:lnTo>
                    <a:lnTo>
                      <a:pt x="23" y="13"/>
                    </a:lnTo>
                    <a:lnTo>
                      <a:pt x="23" y="19"/>
                    </a:lnTo>
                    <a:lnTo>
                      <a:pt x="8" y="18"/>
                    </a:lnTo>
                    <a:lnTo>
                      <a:pt x="7" y="27"/>
                    </a:lnTo>
                    <a:lnTo>
                      <a:pt x="25" y="28"/>
                    </a:lnTo>
                    <a:lnTo>
                      <a:pt x="24" y="33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 bwMode="auto">
              <a:xfrm>
                <a:off x="2444751" y="2943226"/>
                <a:ext cx="36513" cy="50800"/>
              </a:xfrm>
              <a:custGeom>
                <a:avLst/>
                <a:gdLst>
                  <a:gd name="T0" fmla="*/ 0 w 23"/>
                  <a:gd name="T1" fmla="*/ 32 h 32"/>
                  <a:gd name="T2" fmla="*/ 0 w 23"/>
                  <a:gd name="T3" fmla="*/ 1 h 32"/>
                  <a:gd name="T4" fmla="*/ 6 w 23"/>
                  <a:gd name="T5" fmla="*/ 0 h 32"/>
                  <a:gd name="T6" fmla="*/ 7 w 23"/>
                  <a:gd name="T7" fmla="*/ 26 h 32"/>
                  <a:gd name="T8" fmla="*/ 22 w 23"/>
                  <a:gd name="T9" fmla="*/ 26 h 32"/>
                  <a:gd name="T10" fmla="*/ 23 w 23"/>
                  <a:gd name="T11" fmla="*/ 32 h 32"/>
                  <a:gd name="T12" fmla="*/ 0 w 23"/>
                  <a:gd name="T1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2">
                    <a:moveTo>
                      <a:pt x="0" y="32"/>
                    </a:moveTo>
                    <a:lnTo>
                      <a:pt x="0" y="1"/>
                    </a:lnTo>
                    <a:lnTo>
                      <a:pt x="6" y="0"/>
                    </a:lnTo>
                    <a:lnTo>
                      <a:pt x="7" y="26"/>
                    </a:lnTo>
                    <a:lnTo>
                      <a:pt x="22" y="26"/>
                    </a:lnTo>
                    <a:lnTo>
                      <a:pt x="23" y="32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 bwMode="auto">
              <a:xfrm>
                <a:off x="2482851" y="2938463"/>
                <a:ext cx="44450" cy="53975"/>
              </a:xfrm>
              <a:custGeom>
                <a:avLst/>
                <a:gdLst>
                  <a:gd name="T0" fmla="*/ 4 w 28"/>
                  <a:gd name="T1" fmla="*/ 34 h 34"/>
                  <a:gd name="T2" fmla="*/ 0 w 28"/>
                  <a:gd name="T3" fmla="*/ 2 h 34"/>
                  <a:gd name="T4" fmla="*/ 25 w 28"/>
                  <a:gd name="T5" fmla="*/ 0 h 34"/>
                  <a:gd name="T6" fmla="*/ 25 w 28"/>
                  <a:gd name="T7" fmla="*/ 6 h 34"/>
                  <a:gd name="T8" fmla="*/ 8 w 28"/>
                  <a:gd name="T9" fmla="*/ 7 h 34"/>
                  <a:gd name="T10" fmla="*/ 8 w 28"/>
                  <a:gd name="T11" fmla="*/ 14 h 34"/>
                  <a:gd name="T12" fmla="*/ 25 w 28"/>
                  <a:gd name="T13" fmla="*/ 13 h 34"/>
                  <a:gd name="T14" fmla="*/ 25 w 28"/>
                  <a:gd name="T15" fmla="*/ 17 h 34"/>
                  <a:gd name="T16" fmla="*/ 9 w 28"/>
                  <a:gd name="T17" fmla="*/ 19 h 34"/>
                  <a:gd name="T18" fmla="*/ 10 w 28"/>
                  <a:gd name="T19" fmla="*/ 28 h 34"/>
                  <a:gd name="T20" fmla="*/ 27 w 28"/>
                  <a:gd name="T21" fmla="*/ 26 h 34"/>
                  <a:gd name="T22" fmla="*/ 28 w 28"/>
                  <a:gd name="T23" fmla="*/ 32 h 34"/>
                  <a:gd name="T24" fmla="*/ 4 w 28"/>
                  <a:gd name="T2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34">
                    <a:moveTo>
                      <a:pt x="4" y="34"/>
                    </a:moveTo>
                    <a:lnTo>
                      <a:pt x="0" y="2"/>
                    </a:lnTo>
                    <a:lnTo>
                      <a:pt x="25" y="0"/>
                    </a:lnTo>
                    <a:lnTo>
                      <a:pt x="25" y="6"/>
                    </a:lnTo>
                    <a:lnTo>
                      <a:pt x="8" y="7"/>
                    </a:lnTo>
                    <a:lnTo>
                      <a:pt x="8" y="14"/>
                    </a:lnTo>
                    <a:lnTo>
                      <a:pt x="25" y="13"/>
                    </a:lnTo>
                    <a:lnTo>
                      <a:pt x="25" y="17"/>
                    </a:lnTo>
                    <a:lnTo>
                      <a:pt x="9" y="19"/>
                    </a:lnTo>
                    <a:lnTo>
                      <a:pt x="10" y="28"/>
                    </a:lnTo>
                    <a:lnTo>
                      <a:pt x="27" y="26"/>
                    </a:lnTo>
                    <a:lnTo>
                      <a:pt x="28" y="32"/>
                    </a:lnTo>
                    <a:lnTo>
                      <a:pt x="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 bwMode="auto">
              <a:xfrm>
                <a:off x="2527301" y="2932113"/>
                <a:ext cx="47625" cy="53975"/>
              </a:xfrm>
              <a:custGeom>
                <a:avLst/>
                <a:gdLst>
                  <a:gd name="T0" fmla="*/ 24 w 31"/>
                  <a:gd name="T1" fmla="*/ 20 h 35"/>
                  <a:gd name="T2" fmla="*/ 31 w 31"/>
                  <a:gd name="T3" fmla="*/ 21 h 35"/>
                  <a:gd name="T4" fmla="*/ 27 w 31"/>
                  <a:gd name="T5" fmla="*/ 30 h 35"/>
                  <a:gd name="T6" fmla="*/ 19 w 31"/>
                  <a:gd name="T7" fmla="*/ 34 h 35"/>
                  <a:gd name="T8" fmla="*/ 8 w 31"/>
                  <a:gd name="T9" fmla="*/ 31 h 35"/>
                  <a:gd name="T10" fmla="*/ 1 w 31"/>
                  <a:gd name="T11" fmla="*/ 20 h 35"/>
                  <a:gd name="T12" fmla="*/ 3 w 31"/>
                  <a:gd name="T13" fmla="*/ 7 h 35"/>
                  <a:gd name="T14" fmla="*/ 13 w 31"/>
                  <a:gd name="T15" fmla="*/ 0 h 35"/>
                  <a:gd name="T16" fmla="*/ 24 w 31"/>
                  <a:gd name="T17" fmla="*/ 2 h 35"/>
                  <a:gd name="T18" fmla="*/ 28 w 31"/>
                  <a:gd name="T19" fmla="*/ 8 h 35"/>
                  <a:gd name="T20" fmla="*/ 22 w 31"/>
                  <a:gd name="T21" fmla="*/ 10 h 35"/>
                  <a:gd name="T22" fmla="*/ 19 w 31"/>
                  <a:gd name="T23" fmla="*/ 7 h 35"/>
                  <a:gd name="T24" fmla="*/ 14 w 31"/>
                  <a:gd name="T25" fmla="*/ 6 h 35"/>
                  <a:gd name="T26" fmla="*/ 9 w 31"/>
                  <a:gd name="T27" fmla="*/ 10 h 35"/>
                  <a:gd name="T28" fmla="*/ 8 w 31"/>
                  <a:gd name="T29" fmla="*/ 18 h 35"/>
                  <a:gd name="T30" fmla="*/ 12 w 31"/>
                  <a:gd name="T31" fmla="*/ 27 h 35"/>
                  <a:gd name="T32" fmla="*/ 18 w 31"/>
                  <a:gd name="T33" fmla="*/ 28 h 35"/>
                  <a:gd name="T34" fmla="*/ 22 w 31"/>
                  <a:gd name="T35" fmla="*/ 26 h 35"/>
                  <a:gd name="T36" fmla="*/ 24 w 31"/>
                  <a:gd name="T37" fmla="*/ 2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1" h="35">
                    <a:moveTo>
                      <a:pt x="24" y="20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5"/>
                      <a:pt x="29" y="28"/>
                      <a:pt x="27" y="30"/>
                    </a:cubicBezTo>
                    <a:cubicBezTo>
                      <a:pt x="25" y="32"/>
                      <a:pt x="23" y="33"/>
                      <a:pt x="19" y="34"/>
                    </a:cubicBezTo>
                    <a:cubicBezTo>
                      <a:pt x="15" y="35"/>
                      <a:pt x="11" y="34"/>
                      <a:pt x="8" y="31"/>
                    </a:cubicBezTo>
                    <a:cubicBezTo>
                      <a:pt x="5" y="29"/>
                      <a:pt x="2" y="25"/>
                      <a:pt x="1" y="20"/>
                    </a:cubicBezTo>
                    <a:cubicBezTo>
                      <a:pt x="0" y="15"/>
                      <a:pt x="1" y="10"/>
                      <a:pt x="3" y="7"/>
                    </a:cubicBezTo>
                    <a:cubicBezTo>
                      <a:pt x="6" y="3"/>
                      <a:pt x="9" y="1"/>
                      <a:pt x="13" y="0"/>
                    </a:cubicBezTo>
                    <a:cubicBezTo>
                      <a:pt x="17" y="0"/>
                      <a:pt x="21" y="0"/>
                      <a:pt x="24" y="2"/>
                    </a:cubicBezTo>
                    <a:cubicBezTo>
                      <a:pt x="26" y="3"/>
                      <a:pt x="27" y="5"/>
                      <a:pt x="28" y="8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1" y="9"/>
                      <a:pt x="20" y="7"/>
                      <a:pt x="19" y="7"/>
                    </a:cubicBezTo>
                    <a:cubicBezTo>
                      <a:pt x="17" y="6"/>
                      <a:pt x="16" y="6"/>
                      <a:pt x="14" y="6"/>
                    </a:cubicBezTo>
                    <a:cubicBezTo>
                      <a:pt x="12" y="6"/>
                      <a:pt x="10" y="8"/>
                      <a:pt x="9" y="10"/>
                    </a:cubicBezTo>
                    <a:cubicBezTo>
                      <a:pt x="8" y="12"/>
                      <a:pt x="7" y="15"/>
                      <a:pt x="8" y="18"/>
                    </a:cubicBezTo>
                    <a:cubicBezTo>
                      <a:pt x="9" y="23"/>
                      <a:pt x="10" y="25"/>
                      <a:pt x="12" y="27"/>
                    </a:cubicBezTo>
                    <a:cubicBezTo>
                      <a:pt x="14" y="28"/>
                      <a:pt x="16" y="29"/>
                      <a:pt x="18" y="28"/>
                    </a:cubicBezTo>
                    <a:cubicBezTo>
                      <a:pt x="20" y="28"/>
                      <a:pt x="21" y="27"/>
                      <a:pt x="22" y="26"/>
                    </a:cubicBezTo>
                    <a:cubicBezTo>
                      <a:pt x="23" y="25"/>
                      <a:pt x="24" y="23"/>
                      <a:pt x="2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 bwMode="auto">
              <a:xfrm>
                <a:off x="2571751" y="2919413"/>
                <a:ext cx="39688" cy="55563"/>
              </a:xfrm>
              <a:custGeom>
                <a:avLst/>
                <a:gdLst>
                  <a:gd name="T0" fmla="*/ 17 w 25"/>
                  <a:gd name="T1" fmla="*/ 35 h 35"/>
                  <a:gd name="T2" fmla="*/ 10 w 25"/>
                  <a:gd name="T3" fmla="*/ 9 h 35"/>
                  <a:gd name="T4" fmla="*/ 0 w 25"/>
                  <a:gd name="T5" fmla="*/ 12 h 35"/>
                  <a:gd name="T6" fmla="*/ 0 w 25"/>
                  <a:gd name="T7" fmla="*/ 6 h 35"/>
                  <a:gd name="T8" fmla="*/ 24 w 25"/>
                  <a:gd name="T9" fmla="*/ 0 h 35"/>
                  <a:gd name="T10" fmla="*/ 25 w 25"/>
                  <a:gd name="T11" fmla="*/ 5 h 35"/>
                  <a:gd name="T12" fmla="*/ 16 w 25"/>
                  <a:gd name="T13" fmla="*/ 7 h 35"/>
                  <a:gd name="T14" fmla="*/ 23 w 25"/>
                  <a:gd name="T15" fmla="*/ 33 h 35"/>
                  <a:gd name="T16" fmla="*/ 17 w 25"/>
                  <a:gd name="T17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35">
                    <a:moveTo>
                      <a:pt x="17" y="35"/>
                    </a:moveTo>
                    <a:lnTo>
                      <a:pt x="10" y="9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24" y="0"/>
                    </a:lnTo>
                    <a:lnTo>
                      <a:pt x="25" y="5"/>
                    </a:lnTo>
                    <a:lnTo>
                      <a:pt x="16" y="7"/>
                    </a:lnTo>
                    <a:lnTo>
                      <a:pt x="23" y="33"/>
                    </a:lnTo>
                    <a:lnTo>
                      <a:pt x="17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0" name="任意多边形: 形状 49"/>
              <p:cNvSpPr>
                <a:spLocks noEditPoints="1"/>
              </p:cNvSpPr>
              <p:nvPr/>
            </p:nvSpPr>
            <p:spPr bwMode="auto">
              <a:xfrm>
                <a:off x="2613026" y="2908301"/>
                <a:ext cx="58738" cy="57150"/>
              </a:xfrm>
              <a:custGeom>
                <a:avLst/>
                <a:gdLst>
                  <a:gd name="T0" fmla="*/ 11 w 39"/>
                  <a:gd name="T1" fmla="*/ 37 h 37"/>
                  <a:gd name="T2" fmla="*/ 0 w 39"/>
                  <a:gd name="T3" fmla="*/ 6 h 37"/>
                  <a:gd name="T4" fmla="*/ 13 w 39"/>
                  <a:gd name="T5" fmla="*/ 1 h 37"/>
                  <a:gd name="T6" fmla="*/ 21 w 39"/>
                  <a:gd name="T7" fmla="*/ 0 h 37"/>
                  <a:gd name="T8" fmla="*/ 25 w 39"/>
                  <a:gd name="T9" fmla="*/ 2 h 37"/>
                  <a:gd name="T10" fmla="*/ 29 w 39"/>
                  <a:gd name="T11" fmla="*/ 6 h 37"/>
                  <a:gd name="T12" fmla="*/ 28 w 39"/>
                  <a:gd name="T13" fmla="*/ 12 h 37"/>
                  <a:gd name="T14" fmla="*/ 23 w 39"/>
                  <a:gd name="T15" fmla="*/ 17 h 37"/>
                  <a:gd name="T16" fmla="*/ 28 w 39"/>
                  <a:gd name="T17" fmla="*/ 19 h 37"/>
                  <a:gd name="T18" fmla="*/ 33 w 39"/>
                  <a:gd name="T19" fmla="*/ 23 h 37"/>
                  <a:gd name="T20" fmla="*/ 39 w 39"/>
                  <a:gd name="T21" fmla="*/ 27 h 37"/>
                  <a:gd name="T22" fmla="*/ 31 w 39"/>
                  <a:gd name="T23" fmla="*/ 30 h 37"/>
                  <a:gd name="T24" fmla="*/ 24 w 39"/>
                  <a:gd name="T25" fmla="*/ 25 h 37"/>
                  <a:gd name="T26" fmla="*/ 20 w 39"/>
                  <a:gd name="T27" fmla="*/ 21 h 37"/>
                  <a:gd name="T28" fmla="*/ 17 w 39"/>
                  <a:gd name="T29" fmla="*/ 21 h 37"/>
                  <a:gd name="T30" fmla="*/ 14 w 39"/>
                  <a:gd name="T31" fmla="*/ 22 h 37"/>
                  <a:gd name="T32" fmla="*/ 13 w 39"/>
                  <a:gd name="T33" fmla="*/ 22 h 37"/>
                  <a:gd name="T34" fmla="*/ 17 w 39"/>
                  <a:gd name="T35" fmla="*/ 35 h 37"/>
                  <a:gd name="T36" fmla="*/ 11 w 39"/>
                  <a:gd name="T37" fmla="*/ 37 h 37"/>
                  <a:gd name="T38" fmla="*/ 11 w 39"/>
                  <a:gd name="T39" fmla="*/ 17 h 37"/>
                  <a:gd name="T40" fmla="*/ 16 w 39"/>
                  <a:gd name="T41" fmla="*/ 15 h 37"/>
                  <a:gd name="T42" fmla="*/ 21 w 39"/>
                  <a:gd name="T43" fmla="*/ 13 h 37"/>
                  <a:gd name="T44" fmla="*/ 22 w 39"/>
                  <a:gd name="T45" fmla="*/ 11 h 37"/>
                  <a:gd name="T46" fmla="*/ 22 w 39"/>
                  <a:gd name="T47" fmla="*/ 9 h 37"/>
                  <a:gd name="T48" fmla="*/ 20 w 39"/>
                  <a:gd name="T49" fmla="*/ 6 h 37"/>
                  <a:gd name="T50" fmla="*/ 18 w 39"/>
                  <a:gd name="T51" fmla="*/ 6 h 37"/>
                  <a:gd name="T52" fmla="*/ 13 w 39"/>
                  <a:gd name="T53" fmla="*/ 7 h 37"/>
                  <a:gd name="T54" fmla="*/ 8 w 39"/>
                  <a:gd name="T55" fmla="*/ 9 h 37"/>
                  <a:gd name="T56" fmla="*/ 11 w 39"/>
                  <a:gd name="T57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9" h="37">
                    <a:moveTo>
                      <a:pt x="11" y="37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7" y="0"/>
                      <a:pt x="19" y="0"/>
                      <a:pt x="21" y="0"/>
                    </a:cubicBezTo>
                    <a:cubicBezTo>
                      <a:pt x="23" y="0"/>
                      <a:pt x="24" y="0"/>
                      <a:pt x="25" y="2"/>
                    </a:cubicBezTo>
                    <a:cubicBezTo>
                      <a:pt x="27" y="3"/>
                      <a:pt x="28" y="4"/>
                      <a:pt x="29" y="6"/>
                    </a:cubicBezTo>
                    <a:cubicBezTo>
                      <a:pt x="29" y="8"/>
                      <a:pt x="29" y="10"/>
                      <a:pt x="28" y="12"/>
                    </a:cubicBezTo>
                    <a:cubicBezTo>
                      <a:pt x="28" y="14"/>
                      <a:pt x="26" y="16"/>
                      <a:pt x="23" y="17"/>
                    </a:cubicBezTo>
                    <a:cubicBezTo>
                      <a:pt x="25" y="18"/>
                      <a:pt x="26" y="18"/>
                      <a:pt x="28" y="19"/>
                    </a:cubicBezTo>
                    <a:cubicBezTo>
                      <a:pt x="29" y="19"/>
                      <a:pt x="31" y="21"/>
                      <a:pt x="33" y="23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3"/>
                      <a:pt x="20" y="22"/>
                      <a:pt x="20" y="21"/>
                    </a:cubicBezTo>
                    <a:cubicBezTo>
                      <a:pt x="19" y="21"/>
                      <a:pt x="18" y="21"/>
                      <a:pt x="17" y="21"/>
                    </a:cubicBezTo>
                    <a:cubicBezTo>
                      <a:pt x="16" y="21"/>
                      <a:pt x="15" y="21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7" y="35"/>
                      <a:pt x="17" y="35"/>
                      <a:pt x="17" y="35"/>
                    </a:cubicBezTo>
                    <a:lnTo>
                      <a:pt x="11" y="37"/>
                    </a:lnTo>
                    <a:close/>
                    <a:moveTo>
                      <a:pt x="11" y="17"/>
                    </a:moveTo>
                    <a:cubicBezTo>
                      <a:pt x="16" y="15"/>
                      <a:pt x="16" y="15"/>
                      <a:pt x="16" y="15"/>
                    </a:cubicBezTo>
                    <a:cubicBezTo>
                      <a:pt x="19" y="14"/>
                      <a:pt x="20" y="14"/>
                      <a:pt x="21" y="13"/>
                    </a:cubicBezTo>
                    <a:cubicBezTo>
                      <a:pt x="22" y="13"/>
                      <a:pt x="22" y="12"/>
                      <a:pt x="22" y="11"/>
                    </a:cubicBezTo>
                    <a:cubicBezTo>
                      <a:pt x="23" y="10"/>
                      <a:pt x="23" y="10"/>
                      <a:pt x="22" y="9"/>
                    </a:cubicBezTo>
                    <a:cubicBezTo>
                      <a:pt x="22" y="8"/>
                      <a:pt x="21" y="7"/>
                      <a:pt x="20" y="6"/>
                    </a:cubicBezTo>
                    <a:cubicBezTo>
                      <a:pt x="20" y="6"/>
                      <a:pt x="19" y="6"/>
                      <a:pt x="18" y="6"/>
                    </a:cubicBezTo>
                    <a:cubicBezTo>
                      <a:pt x="17" y="6"/>
                      <a:pt x="16" y="7"/>
                      <a:pt x="13" y="7"/>
                    </a:cubicBezTo>
                    <a:cubicBezTo>
                      <a:pt x="8" y="9"/>
                      <a:pt x="8" y="9"/>
                      <a:pt x="8" y="9"/>
                    </a:cubicBezTo>
                    <a:lnTo>
                      <a:pt x="11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1" name="任意多边形: 形状 50"/>
              <p:cNvSpPr>
                <a:spLocks noEditPoints="1"/>
              </p:cNvSpPr>
              <p:nvPr/>
            </p:nvSpPr>
            <p:spPr bwMode="auto">
              <a:xfrm>
                <a:off x="2663826" y="2889251"/>
                <a:ext cx="50800" cy="55563"/>
              </a:xfrm>
              <a:custGeom>
                <a:avLst/>
                <a:gdLst>
                  <a:gd name="T0" fmla="*/ 2 w 33"/>
                  <a:gd name="T1" fmla="*/ 25 h 36"/>
                  <a:gd name="T2" fmla="*/ 0 w 33"/>
                  <a:gd name="T3" fmla="*/ 16 h 36"/>
                  <a:gd name="T4" fmla="*/ 1 w 33"/>
                  <a:gd name="T5" fmla="*/ 11 h 36"/>
                  <a:gd name="T6" fmla="*/ 3 w 33"/>
                  <a:gd name="T7" fmla="*/ 6 h 36"/>
                  <a:gd name="T8" fmla="*/ 9 w 33"/>
                  <a:gd name="T9" fmla="*/ 2 h 36"/>
                  <a:gd name="T10" fmla="*/ 22 w 33"/>
                  <a:gd name="T11" fmla="*/ 2 h 36"/>
                  <a:gd name="T12" fmla="*/ 31 w 33"/>
                  <a:gd name="T13" fmla="*/ 11 h 36"/>
                  <a:gd name="T14" fmla="*/ 32 w 33"/>
                  <a:gd name="T15" fmla="*/ 24 h 36"/>
                  <a:gd name="T16" fmla="*/ 23 w 33"/>
                  <a:gd name="T17" fmla="*/ 33 h 36"/>
                  <a:gd name="T18" fmla="*/ 11 w 33"/>
                  <a:gd name="T19" fmla="*/ 34 h 36"/>
                  <a:gd name="T20" fmla="*/ 2 w 33"/>
                  <a:gd name="T21" fmla="*/ 25 h 36"/>
                  <a:gd name="T22" fmla="*/ 8 w 33"/>
                  <a:gd name="T23" fmla="*/ 22 h 36"/>
                  <a:gd name="T24" fmla="*/ 14 w 33"/>
                  <a:gd name="T25" fmla="*/ 28 h 36"/>
                  <a:gd name="T26" fmla="*/ 21 w 33"/>
                  <a:gd name="T27" fmla="*/ 28 h 36"/>
                  <a:gd name="T28" fmla="*/ 26 w 33"/>
                  <a:gd name="T29" fmla="*/ 23 h 36"/>
                  <a:gd name="T30" fmla="*/ 24 w 33"/>
                  <a:gd name="T31" fmla="*/ 14 h 36"/>
                  <a:gd name="T32" fmla="*/ 19 w 33"/>
                  <a:gd name="T33" fmla="*/ 7 h 36"/>
                  <a:gd name="T34" fmla="*/ 12 w 33"/>
                  <a:gd name="T35" fmla="*/ 7 h 36"/>
                  <a:gd name="T36" fmla="*/ 7 w 33"/>
                  <a:gd name="T37" fmla="*/ 13 h 36"/>
                  <a:gd name="T38" fmla="*/ 8 w 33"/>
                  <a:gd name="T3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6">
                    <a:moveTo>
                      <a:pt x="2" y="25"/>
                    </a:moveTo>
                    <a:cubicBezTo>
                      <a:pt x="0" y="21"/>
                      <a:pt x="0" y="19"/>
                      <a:pt x="0" y="16"/>
                    </a:cubicBezTo>
                    <a:cubicBezTo>
                      <a:pt x="0" y="14"/>
                      <a:pt x="0" y="13"/>
                      <a:pt x="1" y="11"/>
                    </a:cubicBezTo>
                    <a:cubicBezTo>
                      <a:pt x="1" y="9"/>
                      <a:pt x="2" y="8"/>
                      <a:pt x="3" y="6"/>
                    </a:cubicBezTo>
                    <a:cubicBezTo>
                      <a:pt x="5" y="5"/>
                      <a:pt x="7" y="3"/>
                      <a:pt x="9" y="2"/>
                    </a:cubicBezTo>
                    <a:cubicBezTo>
                      <a:pt x="14" y="0"/>
                      <a:pt x="18" y="0"/>
                      <a:pt x="22" y="2"/>
                    </a:cubicBezTo>
                    <a:cubicBezTo>
                      <a:pt x="26" y="3"/>
                      <a:pt x="29" y="6"/>
                      <a:pt x="31" y="11"/>
                    </a:cubicBezTo>
                    <a:cubicBezTo>
                      <a:pt x="33" y="16"/>
                      <a:pt x="33" y="21"/>
                      <a:pt x="32" y="24"/>
                    </a:cubicBezTo>
                    <a:cubicBezTo>
                      <a:pt x="31" y="28"/>
                      <a:pt x="28" y="31"/>
                      <a:pt x="23" y="33"/>
                    </a:cubicBezTo>
                    <a:cubicBezTo>
                      <a:pt x="19" y="35"/>
                      <a:pt x="15" y="36"/>
                      <a:pt x="11" y="34"/>
                    </a:cubicBezTo>
                    <a:cubicBezTo>
                      <a:pt x="7" y="32"/>
                      <a:pt x="4" y="29"/>
                      <a:pt x="2" y="25"/>
                    </a:cubicBezTo>
                    <a:close/>
                    <a:moveTo>
                      <a:pt x="8" y="22"/>
                    </a:moveTo>
                    <a:cubicBezTo>
                      <a:pt x="9" y="25"/>
                      <a:pt x="11" y="27"/>
                      <a:pt x="14" y="28"/>
                    </a:cubicBezTo>
                    <a:cubicBezTo>
                      <a:pt x="16" y="29"/>
                      <a:pt x="18" y="29"/>
                      <a:pt x="21" y="28"/>
                    </a:cubicBezTo>
                    <a:cubicBezTo>
                      <a:pt x="23" y="27"/>
                      <a:pt x="25" y="25"/>
                      <a:pt x="26" y="23"/>
                    </a:cubicBezTo>
                    <a:cubicBezTo>
                      <a:pt x="26" y="20"/>
                      <a:pt x="26" y="17"/>
                      <a:pt x="24" y="14"/>
                    </a:cubicBezTo>
                    <a:cubicBezTo>
                      <a:pt x="23" y="11"/>
                      <a:pt x="21" y="8"/>
                      <a:pt x="19" y="7"/>
                    </a:cubicBezTo>
                    <a:cubicBezTo>
                      <a:pt x="16" y="6"/>
                      <a:pt x="14" y="6"/>
                      <a:pt x="12" y="7"/>
                    </a:cubicBezTo>
                    <a:cubicBezTo>
                      <a:pt x="9" y="9"/>
                      <a:pt x="7" y="10"/>
                      <a:pt x="7" y="13"/>
                    </a:cubicBezTo>
                    <a:cubicBezTo>
                      <a:pt x="6" y="15"/>
                      <a:pt x="6" y="18"/>
                      <a:pt x="8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 bwMode="auto">
              <a:xfrm>
                <a:off x="2705101" y="2860676"/>
                <a:ext cx="58738" cy="65088"/>
              </a:xfrm>
              <a:custGeom>
                <a:avLst/>
                <a:gdLst>
                  <a:gd name="T0" fmla="*/ 15 w 37"/>
                  <a:gd name="T1" fmla="*/ 41 h 41"/>
                  <a:gd name="T2" fmla="*/ 0 w 37"/>
                  <a:gd name="T3" fmla="*/ 13 h 41"/>
                  <a:gd name="T4" fmla="*/ 5 w 37"/>
                  <a:gd name="T5" fmla="*/ 10 h 41"/>
                  <a:gd name="T6" fmla="*/ 27 w 37"/>
                  <a:gd name="T7" fmla="*/ 22 h 41"/>
                  <a:gd name="T8" fmla="*/ 16 w 37"/>
                  <a:gd name="T9" fmla="*/ 3 h 41"/>
                  <a:gd name="T10" fmla="*/ 21 w 37"/>
                  <a:gd name="T11" fmla="*/ 0 h 41"/>
                  <a:gd name="T12" fmla="*/ 37 w 37"/>
                  <a:gd name="T13" fmla="*/ 28 h 41"/>
                  <a:gd name="T14" fmla="*/ 32 w 37"/>
                  <a:gd name="T15" fmla="*/ 31 h 41"/>
                  <a:gd name="T16" fmla="*/ 10 w 37"/>
                  <a:gd name="T17" fmla="*/ 20 h 41"/>
                  <a:gd name="T18" fmla="*/ 20 w 37"/>
                  <a:gd name="T19" fmla="*/ 38 h 41"/>
                  <a:gd name="T20" fmla="*/ 15 w 37"/>
                  <a:gd name="T2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41">
                    <a:moveTo>
                      <a:pt x="15" y="41"/>
                    </a:moveTo>
                    <a:lnTo>
                      <a:pt x="0" y="13"/>
                    </a:lnTo>
                    <a:lnTo>
                      <a:pt x="5" y="10"/>
                    </a:lnTo>
                    <a:lnTo>
                      <a:pt x="27" y="22"/>
                    </a:lnTo>
                    <a:lnTo>
                      <a:pt x="16" y="3"/>
                    </a:lnTo>
                    <a:lnTo>
                      <a:pt x="21" y="0"/>
                    </a:lnTo>
                    <a:lnTo>
                      <a:pt x="37" y="28"/>
                    </a:lnTo>
                    <a:lnTo>
                      <a:pt x="32" y="31"/>
                    </a:lnTo>
                    <a:lnTo>
                      <a:pt x="10" y="20"/>
                    </a:lnTo>
                    <a:lnTo>
                      <a:pt x="20" y="38"/>
                    </a:lnTo>
                    <a:lnTo>
                      <a:pt x="15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 bwMode="auto">
              <a:xfrm>
                <a:off x="2744788" y="2852738"/>
                <a:ext cx="36513" cy="47625"/>
              </a:xfrm>
              <a:custGeom>
                <a:avLst/>
                <a:gdLst>
                  <a:gd name="T0" fmla="*/ 17 w 23"/>
                  <a:gd name="T1" fmla="*/ 30 h 30"/>
                  <a:gd name="T2" fmla="*/ 0 w 23"/>
                  <a:gd name="T3" fmla="*/ 2 h 30"/>
                  <a:gd name="T4" fmla="*/ 6 w 23"/>
                  <a:gd name="T5" fmla="*/ 0 h 30"/>
                  <a:gd name="T6" fmla="*/ 23 w 23"/>
                  <a:gd name="T7" fmla="*/ 27 h 30"/>
                  <a:gd name="T8" fmla="*/ 17 w 23"/>
                  <a:gd name="T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0">
                    <a:moveTo>
                      <a:pt x="17" y="30"/>
                    </a:moveTo>
                    <a:lnTo>
                      <a:pt x="0" y="2"/>
                    </a:lnTo>
                    <a:lnTo>
                      <a:pt x="6" y="0"/>
                    </a:lnTo>
                    <a:lnTo>
                      <a:pt x="23" y="27"/>
                    </a:lnTo>
                    <a:lnTo>
                      <a:pt x="17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 bwMode="auto">
              <a:xfrm>
                <a:off x="2765426" y="2830513"/>
                <a:ext cx="50800" cy="52388"/>
              </a:xfrm>
              <a:custGeom>
                <a:avLst/>
                <a:gdLst>
                  <a:gd name="T0" fmla="*/ 25 w 33"/>
                  <a:gd name="T1" fmla="*/ 16 h 34"/>
                  <a:gd name="T2" fmla="*/ 32 w 33"/>
                  <a:gd name="T3" fmla="*/ 14 h 34"/>
                  <a:gd name="T4" fmla="*/ 32 w 33"/>
                  <a:gd name="T5" fmla="*/ 23 h 34"/>
                  <a:gd name="T6" fmla="*/ 27 w 33"/>
                  <a:gd name="T7" fmla="*/ 31 h 34"/>
                  <a:gd name="T8" fmla="*/ 15 w 33"/>
                  <a:gd name="T9" fmla="*/ 33 h 34"/>
                  <a:gd name="T10" fmla="*/ 5 w 33"/>
                  <a:gd name="T11" fmla="*/ 26 h 34"/>
                  <a:gd name="T12" fmla="*/ 1 w 33"/>
                  <a:gd name="T13" fmla="*/ 13 h 34"/>
                  <a:gd name="T14" fmla="*/ 7 w 33"/>
                  <a:gd name="T15" fmla="*/ 3 h 34"/>
                  <a:gd name="T16" fmla="*/ 17 w 33"/>
                  <a:gd name="T17" fmla="*/ 0 h 34"/>
                  <a:gd name="T18" fmla="*/ 23 w 33"/>
                  <a:gd name="T19" fmla="*/ 3 h 34"/>
                  <a:gd name="T20" fmla="*/ 19 w 33"/>
                  <a:gd name="T21" fmla="*/ 8 h 34"/>
                  <a:gd name="T22" fmla="*/ 15 w 33"/>
                  <a:gd name="T23" fmla="*/ 6 h 34"/>
                  <a:gd name="T24" fmla="*/ 10 w 33"/>
                  <a:gd name="T25" fmla="*/ 8 h 34"/>
                  <a:gd name="T26" fmla="*/ 7 w 33"/>
                  <a:gd name="T27" fmla="*/ 13 h 34"/>
                  <a:gd name="T28" fmla="*/ 10 w 33"/>
                  <a:gd name="T29" fmla="*/ 21 h 34"/>
                  <a:gd name="T30" fmla="*/ 17 w 33"/>
                  <a:gd name="T31" fmla="*/ 27 h 34"/>
                  <a:gd name="T32" fmla="*/ 23 w 33"/>
                  <a:gd name="T33" fmla="*/ 26 h 34"/>
                  <a:gd name="T34" fmla="*/ 26 w 33"/>
                  <a:gd name="T35" fmla="*/ 22 h 34"/>
                  <a:gd name="T36" fmla="*/ 25 w 33"/>
                  <a:gd name="T37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3" h="34">
                    <a:moveTo>
                      <a:pt x="25" y="16"/>
                    </a:moveTo>
                    <a:cubicBezTo>
                      <a:pt x="32" y="14"/>
                      <a:pt x="32" y="14"/>
                      <a:pt x="32" y="14"/>
                    </a:cubicBezTo>
                    <a:cubicBezTo>
                      <a:pt x="33" y="18"/>
                      <a:pt x="33" y="21"/>
                      <a:pt x="32" y="23"/>
                    </a:cubicBezTo>
                    <a:cubicBezTo>
                      <a:pt x="31" y="26"/>
                      <a:pt x="30" y="29"/>
                      <a:pt x="27" y="31"/>
                    </a:cubicBezTo>
                    <a:cubicBezTo>
                      <a:pt x="23" y="33"/>
                      <a:pt x="19" y="34"/>
                      <a:pt x="15" y="33"/>
                    </a:cubicBezTo>
                    <a:cubicBezTo>
                      <a:pt x="11" y="33"/>
                      <a:pt x="8" y="30"/>
                      <a:pt x="5" y="26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9"/>
                      <a:pt x="3" y="6"/>
                      <a:pt x="7" y="3"/>
                    </a:cubicBezTo>
                    <a:cubicBezTo>
                      <a:pt x="10" y="0"/>
                      <a:pt x="14" y="0"/>
                      <a:pt x="17" y="0"/>
                    </a:cubicBezTo>
                    <a:cubicBezTo>
                      <a:pt x="19" y="0"/>
                      <a:pt x="21" y="1"/>
                      <a:pt x="23" y="3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6"/>
                      <a:pt x="15" y="6"/>
                    </a:cubicBezTo>
                    <a:cubicBezTo>
                      <a:pt x="13" y="6"/>
                      <a:pt x="12" y="7"/>
                      <a:pt x="10" y="8"/>
                    </a:cubicBezTo>
                    <a:cubicBezTo>
                      <a:pt x="8" y="9"/>
                      <a:pt x="7" y="11"/>
                      <a:pt x="7" y="13"/>
                    </a:cubicBezTo>
                    <a:cubicBezTo>
                      <a:pt x="7" y="16"/>
                      <a:pt x="8" y="18"/>
                      <a:pt x="10" y="21"/>
                    </a:cubicBezTo>
                    <a:cubicBezTo>
                      <a:pt x="12" y="25"/>
                      <a:pt x="15" y="27"/>
                      <a:pt x="17" y="27"/>
                    </a:cubicBezTo>
                    <a:cubicBezTo>
                      <a:pt x="19" y="28"/>
                      <a:pt x="21" y="27"/>
                      <a:pt x="23" y="26"/>
                    </a:cubicBezTo>
                    <a:cubicBezTo>
                      <a:pt x="25" y="25"/>
                      <a:pt x="26" y="24"/>
                      <a:pt x="26" y="22"/>
                    </a:cubicBezTo>
                    <a:cubicBezTo>
                      <a:pt x="26" y="20"/>
                      <a:pt x="26" y="18"/>
                      <a:pt x="2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 bwMode="auto">
              <a:xfrm>
                <a:off x="2813051" y="2779713"/>
                <a:ext cx="53975" cy="53975"/>
              </a:xfrm>
              <a:custGeom>
                <a:avLst/>
                <a:gdLst>
                  <a:gd name="T0" fmla="*/ 30 w 34"/>
                  <a:gd name="T1" fmla="*/ 34 h 34"/>
                  <a:gd name="T2" fmla="*/ 11 w 34"/>
                  <a:gd name="T3" fmla="*/ 14 h 34"/>
                  <a:gd name="T4" fmla="*/ 4 w 34"/>
                  <a:gd name="T5" fmla="*/ 21 h 34"/>
                  <a:gd name="T6" fmla="*/ 0 w 34"/>
                  <a:gd name="T7" fmla="*/ 17 h 34"/>
                  <a:gd name="T8" fmla="*/ 20 w 34"/>
                  <a:gd name="T9" fmla="*/ 0 h 34"/>
                  <a:gd name="T10" fmla="*/ 23 w 34"/>
                  <a:gd name="T11" fmla="*/ 4 h 34"/>
                  <a:gd name="T12" fmla="*/ 16 w 34"/>
                  <a:gd name="T13" fmla="*/ 11 h 34"/>
                  <a:gd name="T14" fmla="*/ 34 w 34"/>
                  <a:gd name="T15" fmla="*/ 30 h 34"/>
                  <a:gd name="T16" fmla="*/ 30 w 34"/>
                  <a:gd name="T1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0" y="34"/>
                    </a:moveTo>
                    <a:lnTo>
                      <a:pt x="11" y="14"/>
                    </a:lnTo>
                    <a:lnTo>
                      <a:pt x="4" y="21"/>
                    </a:lnTo>
                    <a:lnTo>
                      <a:pt x="0" y="17"/>
                    </a:lnTo>
                    <a:lnTo>
                      <a:pt x="20" y="0"/>
                    </a:lnTo>
                    <a:lnTo>
                      <a:pt x="23" y="4"/>
                    </a:lnTo>
                    <a:lnTo>
                      <a:pt x="16" y="11"/>
                    </a:lnTo>
                    <a:lnTo>
                      <a:pt x="34" y="30"/>
                    </a:lnTo>
                    <a:lnTo>
                      <a:pt x="3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 bwMode="auto">
              <a:xfrm>
                <a:off x="2846388" y="2749551"/>
                <a:ext cx="61913" cy="61913"/>
              </a:xfrm>
              <a:custGeom>
                <a:avLst/>
                <a:gdLst>
                  <a:gd name="T0" fmla="*/ 23 w 39"/>
                  <a:gd name="T1" fmla="*/ 39 h 39"/>
                  <a:gd name="T2" fmla="*/ 0 w 39"/>
                  <a:gd name="T3" fmla="*/ 17 h 39"/>
                  <a:gd name="T4" fmla="*/ 16 w 39"/>
                  <a:gd name="T5" fmla="*/ 0 h 39"/>
                  <a:gd name="T6" fmla="*/ 20 w 39"/>
                  <a:gd name="T7" fmla="*/ 3 h 39"/>
                  <a:gd name="T8" fmla="*/ 9 w 39"/>
                  <a:gd name="T9" fmla="*/ 16 h 39"/>
                  <a:gd name="T10" fmla="*/ 13 w 39"/>
                  <a:gd name="T11" fmla="*/ 21 h 39"/>
                  <a:gd name="T12" fmla="*/ 24 w 39"/>
                  <a:gd name="T13" fmla="*/ 9 h 39"/>
                  <a:gd name="T14" fmla="*/ 28 w 39"/>
                  <a:gd name="T15" fmla="*/ 13 h 39"/>
                  <a:gd name="T16" fmla="*/ 17 w 39"/>
                  <a:gd name="T17" fmla="*/ 25 h 39"/>
                  <a:gd name="T18" fmla="*/ 24 w 39"/>
                  <a:gd name="T19" fmla="*/ 31 h 39"/>
                  <a:gd name="T20" fmla="*/ 36 w 39"/>
                  <a:gd name="T21" fmla="*/ 18 h 39"/>
                  <a:gd name="T22" fmla="*/ 39 w 39"/>
                  <a:gd name="T23" fmla="*/ 22 h 39"/>
                  <a:gd name="T24" fmla="*/ 23 w 39"/>
                  <a:gd name="T25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39">
                    <a:moveTo>
                      <a:pt x="23" y="39"/>
                    </a:moveTo>
                    <a:lnTo>
                      <a:pt x="0" y="17"/>
                    </a:lnTo>
                    <a:lnTo>
                      <a:pt x="16" y="0"/>
                    </a:lnTo>
                    <a:lnTo>
                      <a:pt x="20" y="3"/>
                    </a:lnTo>
                    <a:lnTo>
                      <a:pt x="9" y="16"/>
                    </a:lnTo>
                    <a:lnTo>
                      <a:pt x="13" y="21"/>
                    </a:lnTo>
                    <a:lnTo>
                      <a:pt x="24" y="9"/>
                    </a:lnTo>
                    <a:lnTo>
                      <a:pt x="28" y="13"/>
                    </a:lnTo>
                    <a:lnTo>
                      <a:pt x="17" y="25"/>
                    </a:lnTo>
                    <a:lnTo>
                      <a:pt x="24" y="31"/>
                    </a:lnTo>
                    <a:lnTo>
                      <a:pt x="36" y="18"/>
                    </a:lnTo>
                    <a:lnTo>
                      <a:pt x="39" y="22"/>
                    </a:lnTo>
                    <a:lnTo>
                      <a:pt x="23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 bwMode="auto">
              <a:xfrm>
                <a:off x="2882901" y="2717801"/>
                <a:ext cx="52388" cy="52388"/>
              </a:xfrm>
              <a:custGeom>
                <a:avLst/>
                <a:gdLst>
                  <a:gd name="T0" fmla="*/ 25 w 34"/>
                  <a:gd name="T1" fmla="*/ 14 h 34"/>
                  <a:gd name="T2" fmla="*/ 30 w 34"/>
                  <a:gd name="T3" fmla="*/ 10 h 34"/>
                  <a:gd name="T4" fmla="*/ 34 w 34"/>
                  <a:gd name="T5" fmla="*/ 19 h 34"/>
                  <a:gd name="T6" fmla="*/ 30 w 34"/>
                  <a:gd name="T7" fmla="*/ 28 h 34"/>
                  <a:gd name="T8" fmla="*/ 20 w 34"/>
                  <a:gd name="T9" fmla="*/ 33 h 34"/>
                  <a:gd name="T10" fmla="*/ 8 w 34"/>
                  <a:gd name="T11" fmla="*/ 29 h 34"/>
                  <a:gd name="T12" fmla="*/ 0 w 34"/>
                  <a:gd name="T13" fmla="*/ 18 h 34"/>
                  <a:gd name="T14" fmla="*/ 4 w 34"/>
                  <a:gd name="T15" fmla="*/ 6 h 34"/>
                  <a:gd name="T16" fmla="*/ 13 w 34"/>
                  <a:gd name="T17" fmla="*/ 1 h 34"/>
                  <a:gd name="T18" fmla="*/ 19 w 34"/>
                  <a:gd name="T19" fmla="*/ 2 h 34"/>
                  <a:gd name="T20" fmla="*/ 17 w 34"/>
                  <a:gd name="T21" fmla="*/ 8 h 34"/>
                  <a:gd name="T22" fmla="*/ 12 w 34"/>
                  <a:gd name="T23" fmla="*/ 7 h 34"/>
                  <a:gd name="T24" fmla="*/ 8 w 34"/>
                  <a:gd name="T25" fmla="*/ 10 h 34"/>
                  <a:gd name="T26" fmla="*/ 6 w 34"/>
                  <a:gd name="T27" fmla="*/ 16 h 34"/>
                  <a:gd name="T28" fmla="*/ 12 w 34"/>
                  <a:gd name="T29" fmla="*/ 23 h 34"/>
                  <a:gd name="T30" fmla="*/ 20 w 34"/>
                  <a:gd name="T31" fmla="*/ 27 h 34"/>
                  <a:gd name="T32" fmla="*/ 26 w 34"/>
                  <a:gd name="T33" fmla="*/ 24 h 34"/>
                  <a:gd name="T34" fmla="*/ 27 w 34"/>
                  <a:gd name="T35" fmla="*/ 19 h 34"/>
                  <a:gd name="T36" fmla="*/ 25 w 34"/>
                  <a:gd name="T37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34">
                    <a:moveTo>
                      <a:pt x="25" y="14"/>
                    </a:moveTo>
                    <a:cubicBezTo>
                      <a:pt x="30" y="10"/>
                      <a:pt x="30" y="10"/>
                      <a:pt x="30" y="10"/>
                    </a:cubicBezTo>
                    <a:cubicBezTo>
                      <a:pt x="33" y="13"/>
                      <a:pt x="34" y="16"/>
                      <a:pt x="34" y="19"/>
                    </a:cubicBezTo>
                    <a:cubicBezTo>
                      <a:pt x="33" y="22"/>
                      <a:pt x="32" y="25"/>
                      <a:pt x="30" y="28"/>
                    </a:cubicBezTo>
                    <a:cubicBezTo>
                      <a:pt x="27" y="31"/>
                      <a:pt x="24" y="33"/>
                      <a:pt x="20" y="33"/>
                    </a:cubicBezTo>
                    <a:cubicBezTo>
                      <a:pt x="16" y="34"/>
                      <a:pt x="12" y="32"/>
                      <a:pt x="8" y="29"/>
                    </a:cubicBezTo>
                    <a:cubicBezTo>
                      <a:pt x="3" y="25"/>
                      <a:pt x="1" y="22"/>
                      <a:pt x="0" y="18"/>
                    </a:cubicBezTo>
                    <a:cubicBezTo>
                      <a:pt x="0" y="14"/>
                      <a:pt x="1" y="10"/>
                      <a:pt x="4" y="6"/>
                    </a:cubicBezTo>
                    <a:cubicBezTo>
                      <a:pt x="6" y="3"/>
                      <a:pt x="9" y="1"/>
                      <a:pt x="13" y="1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5" y="7"/>
                      <a:pt x="13" y="7"/>
                      <a:pt x="12" y="7"/>
                    </a:cubicBezTo>
                    <a:cubicBezTo>
                      <a:pt x="10" y="8"/>
                      <a:pt x="9" y="8"/>
                      <a:pt x="8" y="10"/>
                    </a:cubicBezTo>
                    <a:cubicBezTo>
                      <a:pt x="6" y="12"/>
                      <a:pt x="6" y="14"/>
                      <a:pt x="6" y="16"/>
                    </a:cubicBezTo>
                    <a:cubicBezTo>
                      <a:pt x="7" y="18"/>
                      <a:pt x="9" y="21"/>
                      <a:pt x="12" y="23"/>
                    </a:cubicBezTo>
                    <a:cubicBezTo>
                      <a:pt x="15" y="26"/>
                      <a:pt x="18" y="27"/>
                      <a:pt x="20" y="27"/>
                    </a:cubicBezTo>
                    <a:cubicBezTo>
                      <a:pt x="22" y="27"/>
                      <a:pt x="24" y="26"/>
                      <a:pt x="26" y="24"/>
                    </a:cubicBezTo>
                    <a:cubicBezTo>
                      <a:pt x="27" y="23"/>
                      <a:pt x="27" y="21"/>
                      <a:pt x="27" y="19"/>
                    </a:cubicBezTo>
                    <a:cubicBezTo>
                      <a:pt x="27" y="18"/>
                      <a:pt x="26" y="16"/>
                      <a:pt x="2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 bwMode="auto">
              <a:xfrm>
                <a:off x="2905126" y="2673351"/>
                <a:ext cx="63500" cy="63500"/>
              </a:xfrm>
              <a:custGeom>
                <a:avLst/>
                <a:gdLst>
                  <a:gd name="T0" fmla="*/ 27 w 40"/>
                  <a:gd name="T1" fmla="*/ 40 h 40"/>
                  <a:gd name="T2" fmla="*/ 0 w 40"/>
                  <a:gd name="T3" fmla="*/ 21 h 40"/>
                  <a:gd name="T4" fmla="*/ 3 w 40"/>
                  <a:gd name="T5" fmla="*/ 16 h 40"/>
                  <a:gd name="T6" fmla="*/ 14 w 40"/>
                  <a:gd name="T7" fmla="*/ 23 h 40"/>
                  <a:gd name="T8" fmla="*/ 21 w 40"/>
                  <a:gd name="T9" fmla="*/ 13 h 40"/>
                  <a:gd name="T10" fmla="*/ 10 w 40"/>
                  <a:gd name="T11" fmla="*/ 6 h 40"/>
                  <a:gd name="T12" fmla="*/ 14 w 40"/>
                  <a:gd name="T13" fmla="*/ 0 h 40"/>
                  <a:gd name="T14" fmla="*/ 40 w 40"/>
                  <a:gd name="T15" fmla="*/ 18 h 40"/>
                  <a:gd name="T16" fmla="*/ 37 w 40"/>
                  <a:gd name="T17" fmla="*/ 23 h 40"/>
                  <a:gd name="T18" fmla="*/ 26 w 40"/>
                  <a:gd name="T19" fmla="*/ 15 h 40"/>
                  <a:gd name="T20" fmla="*/ 18 w 40"/>
                  <a:gd name="T21" fmla="*/ 26 h 40"/>
                  <a:gd name="T22" fmla="*/ 30 w 40"/>
                  <a:gd name="T23" fmla="*/ 34 h 40"/>
                  <a:gd name="T24" fmla="*/ 27 w 40"/>
                  <a:gd name="T25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40">
                    <a:moveTo>
                      <a:pt x="27" y="40"/>
                    </a:moveTo>
                    <a:lnTo>
                      <a:pt x="0" y="21"/>
                    </a:lnTo>
                    <a:lnTo>
                      <a:pt x="3" y="16"/>
                    </a:lnTo>
                    <a:lnTo>
                      <a:pt x="14" y="23"/>
                    </a:lnTo>
                    <a:lnTo>
                      <a:pt x="21" y="13"/>
                    </a:lnTo>
                    <a:lnTo>
                      <a:pt x="10" y="6"/>
                    </a:lnTo>
                    <a:lnTo>
                      <a:pt x="14" y="0"/>
                    </a:lnTo>
                    <a:lnTo>
                      <a:pt x="40" y="18"/>
                    </a:lnTo>
                    <a:lnTo>
                      <a:pt x="37" y="23"/>
                    </a:lnTo>
                    <a:lnTo>
                      <a:pt x="26" y="15"/>
                    </a:lnTo>
                    <a:lnTo>
                      <a:pt x="18" y="26"/>
                    </a:lnTo>
                    <a:lnTo>
                      <a:pt x="30" y="34"/>
                    </a:lnTo>
                    <a:lnTo>
                      <a:pt x="27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 bwMode="auto">
              <a:xfrm>
                <a:off x="2930526" y="2633663"/>
                <a:ext cx="65088" cy="58738"/>
              </a:xfrm>
              <a:custGeom>
                <a:avLst/>
                <a:gdLst>
                  <a:gd name="T0" fmla="*/ 28 w 41"/>
                  <a:gd name="T1" fmla="*/ 37 h 37"/>
                  <a:gd name="T2" fmla="*/ 0 w 41"/>
                  <a:gd name="T3" fmla="*/ 21 h 37"/>
                  <a:gd name="T4" fmla="*/ 4 w 41"/>
                  <a:gd name="T5" fmla="*/ 16 h 37"/>
                  <a:gd name="T6" fmla="*/ 28 w 41"/>
                  <a:gd name="T7" fmla="*/ 15 h 37"/>
                  <a:gd name="T8" fmla="*/ 10 w 41"/>
                  <a:gd name="T9" fmla="*/ 4 h 37"/>
                  <a:gd name="T10" fmla="*/ 13 w 41"/>
                  <a:gd name="T11" fmla="*/ 0 h 37"/>
                  <a:gd name="T12" fmla="*/ 41 w 41"/>
                  <a:gd name="T13" fmla="*/ 15 h 37"/>
                  <a:gd name="T14" fmla="*/ 38 w 41"/>
                  <a:gd name="T15" fmla="*/ 20 h 37"/>
                  <a:gd name="T16" fmla="*/ 13 w 41"/>
                  <a:gd name="T17" fmla="*/ 22 h 37"/>
                  <a:gd name="T18" fmla="*/ 31 w 41"/>
                  <a:gd name="T19" fmla="*/ 32 h 37"/>
                  <a:gd name="T20" fmla="*/ 28 w 41"/>
                  <a:gd name="T2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" h="37">
                    <a:moveTo>
                      <a:pt x="28" y="37"/>
                    </a:moveTo>
                    <a:lnTo>
                      <a:pt x="0" y="21"/>
                    </a:lnTo>
                    <a:lnTo>
                      <a:pt x="4" y="16"/>
                    </a:lnTo>
                    <a:lnTo>
                      <a:pt x="28" y="15"/>
                    </a:lnTo>
                    <a:lnTo>
                      <a:pt x="10" y="4"/>
                    </a:lnTo>
                    <a:lnTo>
                      <a:pt x="13" y="0"/>
                    </a:lnTo>
                    <a:lnTo>
                      <a:pt x="41" y="15"/>
                    </a:lnTo>
                    <a:lnTo>
                      <a:pt x="38" y="20"/>
                    </a:lnTo>
                    <a:lnTo>
                      <a:pt x="13" y="22"/>
                    </a:lnTo>
                    <a:lnTo>
                      <a:pt x="31" y="32"/>
                    </a:lnTo>
                    <a:lnTo>
                      <a:pt x="28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0" name="任意多边形: 形状 59"/>
              <p:cNvSpPr>
                <a:spLocks noEditPoints="1"/>
              </p:cNvSpPr>
              <p:nvPr/>
            </p:nvSpPr>
            <p:spPr bwMode="auto">
              <a:xfrm>
                <a:off x="2959101" y="2589213"/>
                <a:ext cx="53975" cy="52388"/>
              </a:xfrm>
              <a:custGeom>
                <a:avLst/>
                <a:gdLst>
                  <a:gd name="T0" fmla="*/ 11 w 35"/>
                  <a:gd name="T1" fmla="*/ 31 h 34"/>
                  <a:gd name="T2" fmla="*/ 4 w 35"/>
                  <a:gd name="T3" fmla="*/ 27 h 34"/>
                  <a:gd name="T4" fmla="*/ 1 w 35"/>
                  <a:gd name="T5" fmla="*/ 22 h 34"/>
                  <a:gd name="T6" fmla="*/ 0 w 35"/>
                  <a:gd name="T7" fmla="*/ 17 h 34"/>
                  <a:gd name="T8" fmla="*/ 2 w 35"/>
                  <a:gd name="T9" fmla="*/ 10 h 34"/>
                  <a:gd name="T10" fmla="*/ 10 w 35"/>
                  <a:gd name="T11" fmla="*/ 1 h 34"/>
                  <a:gd name="T12" fmla="*/ 24 w 35"/>
                  <a:gd name="T13" fmla="*/ 2 h 34"/>
                  <a:gd name="T14" fmla="*/ 33 w 35"/>
                  <a:gd name="T15" fmla="*/ 11 h 34"/>
                  <a:gd name="T16" fmla="*/ 33 w 35"/>
                  <a:gd name="T17" fmla="*/ 24 h 34"/>
                  <a:gd name="T18" fmla="*/ 24 w 35"/>
                  <a:gd name="T19" fmla="*/ 32 h 34"/>
                  <a:gd name="T20" fmla="*/ 11 w 35"/>
                  <a:gd name="T21" fmla="*/ 31 h 34"/>
                  <a:gd name="T22" fmla="*/ 13 w 35"/>
                  <a:gd name="T23" fmla="*/ 25 h 34"/>
                  <a:gd name="T24" fmla="*/ 22 w 35"/>
                  <a:gd name="T25" fmla="*/ 26 h 34"/>
                  <a:gd name="T26" fmla="*/ 28 w 35"/>
                  <a:gd name="T27" fmla="*/ 21 h 34"/>
                  <a:gd name="T28" fmla="*/ 28 w 35"/>
                  <a:gd name="T29" fmla="*/ 14 h 34"/>
                  <a:gd name="T30" fmla="*/ 21 w 35"/>
                  <a:gd name="T31" fmla="*/ 8 h 34"/>
                  <a:gd name="T32" fmla="*/ 12 w 35"/>
                  <a:gd name="T33" fmla="*/ 7 h 34"/>
                  <a:gd name="T34" fmla="*/ 7 w 35"/>
                  <a:gd name="T35" fmla="*/ 12 h 34"/>
                  <a:gd name="T36" fmla="*/ 7 w 35"/>
                  <a:gd name="T37" fmla="*/ 19 h 34"/>
                  <a:gd name="T38" fmla="*/ 13 w 35"/>
                  <a:gd name="T39" fmla="*/ 2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34">
                    <a:moveTo>
                      <a:pt x="11" y="31"/>
                    </a:moveTo>
                    <a:cubicBezTo>
                      <a:pt x="8" y="30"/>
                      <a:pt x="5" y="28"/>
                      <a:pt x="4" y="27"/>
                    </a:cubicBezTo>
                    <a:cubicBezTo>
                      <a:pt x="3" y="25"/>
                      <a:pt x="2" y="24"/>
                      <a:pt x="1" y="22"/>
                    </a:cubicBezTo>
                    <a:cubicBezTo>
                      <a:pt x="0" y="20"/>
                      <a:pt x="0" y="19"/>
                      <a:pt x="0" y="17"/>
                    </a:cubicBezTo>
                    <a:cubicBezTo>
                      <a:pt x="0" y="15"/>
                      <a:pt x="1" y="12"/>
                      <a:pt x="2" y="10"/>
                    </a:cubicBezTo>
                    <a:cubicBezTo>
                      <a:pt x="4" y="5"/>
                      <a:pt x="7" y="3"/>
                      <a:pt x="10" y="1"/>
                    </a:cubicBezTo>
                    <a:cubicBezTo>
                      <a:pt x="14" y="0"/>
                      <a:pt x="19" y="0"/>
                      <a:pt x="24" y="2"/>
                    </a:cubicBezTo>
                    <a:cubicBezTo>
                      <a:pt x="29" y="4"/>
                      <a:pt x="32" y="7"/>
                      <a:pt x="33" y="11"/>
                    </a:cubicBezTo>
                    <a:cubicBezTo>
                      <a:pt x="35" y="15"/>
                      <a:pt x="35" y="19"/>
                      <a:pt x="33" y="24"/>
                    </a:cubicBezTo>
                    <a:cubicBezTo>
                      <a:pt x="31" y="28"/>
                      <a:pt x="28" y="31"/>
                      <a:pt x="24" y="32"/>
                    </a:cubicBezTo>
                    <a:cubicBezTo>
                      <a:pt x="20" y="34"/>
                      <a:pt x="16" y="34"/>
                      <a:pt x="11" y="31"/>
                    </a:cubicBezTo>
                    <a:close/>
                    <a:moveTo>
                      <a:pt x="13" y="25"/>
                    </a:moveTo>
                    <a:cubicBezTo>
                      <a:pt x="17" y="27"/>
                      <a:pt x="20" y="27"/>
                      <a:pt x="22" y="26"/>
                    </a:cubicBezTo>
                    <a:cubicBezTo>
                      <a:pt x="25" y="25"/>
                      <a:pt x="26" y="24"/>
                      <a:pt x="28" y="21"/>
                    </a:cubicBezTo>
                    <a:cubicBezTo>
                      <a:pt x="29" y="19"/>
                      <a:pt x="29" y="17"/>
                      <a:pt x="28" y="14"/>
                    </a:cubicBezTo>
                    <a:cubicBezTo>
                      <a:pt x="27" y="12"/>
                      <a:pt x="24" y="10"/>
                      <a:pt x="21" y="8"/>
                    </a:cubicBezTo>
                    <a:cubicBezTo>
                      <a:pt x="17" y="7"/>
                      <a:pt x="14" y="7"/>
                      <a:pt x="12" y="7"/>
                    </a:cubicBezTo>
                    <a:cubicBezTo>
                      <a:pt x="10" y="8"/>
                      <a:pt x="8" y="10"/>
                      <a:pt x="7" y="12"/>
                    </a:cubicBezTo>
                    <a:cubicBezTo>
                      <a:pt x="6" y="15"/>
                      <a:pt x="6" y="17"/>
                      <a:pt x="7" y="19"/>
                    </a:cubicBezTo>
                    <a:cubicBezTo>
                      <a:pt x="8" y="22"/>
                      <a:pt x="10" y="24"/>
                      <a:pt x="13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 bwMode="auto">
              <a:xfrm>
                <a:off x="2974976" y="2559051"/>
                <a:ext cx="58738" cy="34925"/>
              </a:xfrm>
              <a:custGeom>
                <a:avLst/>
                <a:gdLst>
                  <a:gd name="T0" fmla="*/ 30 w 37"/>
                  <a:gd name="T1" fmla="*/ 22 h 22"/>
                  <a:gd name="T2" fmla="*/ 0 w 37"/>
                  <a:gd name="T3" fmla="*/ 13 h 22"/>
                  <a:gd name="T4" fmla="*/ 2 w 37"/>
                  <a:gd name="T5" fmla="*/ 6 h 22"/>
                  <a:gd name="T6" fmla="*/ 27 w 37"/>
                  <a:gd name="T7" fmla="*/ 15 h 22"/>
                  <a:gd name="T8" fmla="*/ 32 w 37"/>
                  <a:gd name="T9" fmla="*/ 0 h 22"/>
                  <a:gd name="T10" fmla="*/ 37 w 37"/>
                  <a:gd name="T11" fmla="*/ 2 h 22"/>
                  <a:gd name="T12" fmla="*/ 30 w 37"/>
                  <a:gd name="T13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22">
                    <a:moveTo>
                      <a:pt x="30" y="22"/>
                    </a:moveTo>
                    <a:lnTo>
                      <a:pt x="0" y="13"/>
                    </a:lnTo>
                    <a:lnTo>
                      <a:pt x="2" y="6"/>
                    </a:lnTo>
                    <a:lnTo>
                      <a:pt x="27" y="15"/>
                    </a:lnTo>
                    <a:lnTo>
                      <a:pt x="32" y="0"/>
                    </a:lnTo>
                    <a:lnTo>
                      <a:pt x="37" y="2"/>
                    </a:lnTo>
                    <a:lnTo>
                      <a:pt x="3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2" name="任意多边形: 形状 61"/>
              <p:cNvSpPr>
                <a:spLocks noEditPoints="1"/>
              </p:cNvSpPr>
              <p:nvPr/>
            </p:nvSpPr>
            <p:spPr bwMode="auto">
              <a:xfrm>
                <a:off x="2990851" y="2500313"/>
                <a:ext cx="53975" cy="50800"/>
              </a:xfrm>
              <a:custGeom>
                <a:avLst/>
                <a:gdLst>
                  <a:gd name="T0" fmla="*/ 14 w 35"/>
                  <a:gd name="T1" fmla="*/ 32 h 33"/>
                  <a:gd name="T2" fmla="*/ 6 w 35"/>
                  <a:gd name="T3" fmla="*/ 28 h 33"/>
                  <a:gd name="T4" fmla="*/ 2 w 35"/>
                  <a:gd name="T5" fmla="*/ 24 h 33"/>
                  <a:gd name="T6" fmla="*/ 1 w 35"/>
                  <a:gd name="T7" fmla="*/ 19 h 33"/>
                  <a:gd name="T8" fmla="*/ 1 w 35"/>
                  <a:gd name="T9" fmla="*/ 12 h 33"/>
                  <a:gd name="T10" fmla="*/ 8 w 35"/>
                  <a:gd name="T11" fmla="*/ 2 h 33"/>
                  <a:gd name="T12" fmla="*/ 22 w 35"/>
                  <a:gd name="T13" fmla="*/ 1 h 33"/>
                  <a:gd name="T14" fmla="*/ 33 w 35"/>
                  <a:gd name="T15" fmla="*/ 8 h 33"/>
                  <a:gd name="T16" fmla="*/ 34 w 35"/>
                  <a:gd name="T17" fmla="*/ 21 h 33"/>
                  <a:gd name="T18" fmla="*/ 27 w 35"/>
                  <a:gd name="T19" fmla="*/ 31 h 33"/>
                  <a:gd name="T20" fmla="*/ 14 w 35"/>
                  <a:gd name="T21" fmla="*/ 32 h 33"/>
                  <a:gd name="T22" fmla="*/ 15 w 35"/>
                  <a:gd name="T23" fmla="*/ 25 h 33"/>
                  <a:gd name="T24" fmla="*/ 24 w 35"/>
                  <a:gd name="T25" fmla="*/ 25 h 33"/>
                  <a:gd name="T26" fmla="*/ 29 w 35"/>
                  <a:gd name="T27" fmla="*/ 19 h 33"/>
                  <a:gd name="T28" fmla="*/ 27 w 35"/>
                  <a:gd name="T29" fmla="*/ 12 h 33"/>
                  <a:gd name="T30" fmla="*/ 20 w 35"/>
                  <a:gd name="T31" fmla="*/ 8 h 33"/>
                  <a:gd name="T32" fmla="*/ 11 w 35"/>
                  <a:gd name="T33" fmla="*/ 8 h 33"/>
                  <a:gd name="T34" fmla="*/ 7 w 35"/>
                  <a:gd name="T35" fmla="*/ 13 h 33"/>
                  <a:gd name="T36" fmla="*/ 8 w 35"/>
                  <a:gd name="T37" fmla="*/ 21 h 33"/>
                  <a:gd name="T38" fmla="*/ 15 w 35"/>
                  <a:gd name="T39" fmla="*/ 2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33">
                    <a:moveTo>
                      <a:pt x="14" y="32"/>
                    </a:moveTo>
                    <a:cubicBezTo>
                      <a:pt x="11" y="31"/>
                      <a:pt x="8" y="30"/>
                      <a:pt x="6" y="28"/>
                    </a:cubicBezTo>
                    <a:cubicBezTo>
                      <a:pt x="5" y="27"/>
                      <a:pt x="3" y="26"/>
                      <a:pt x="2" y="24"/>
                    </a:cubicBezTo>
                    <a:cubicBezTo>
                      <a:pt x="1" y="23"/>
                      <a:pt x="1" y="21"/>
                      <a:pt x="1" y="19"/>
                    </a:cubicBezTo>
                    <a:cubicBezTo>
                      <a:pt x="0" y="17"/>
                      <a:pt x="0" y="15"/>
                      <a:pt x="1" y="12"/>
                    </a:cubicBezTo>
                    <a:cubicBezTo>
                      <a:pt x="2" y="7"/>
                      <a:pt x="5" y="4"/>
                      <a:pt x="8" y="2"/>
                    </a:cubicBezTo>
                    <a:cubicBezTo>
                      <a:pt x="12" y="0"/>
                      <a:pt x="17" y="0"/>
                      <a:pt x="22" y="1"/>
                    </a:cubicBezTo>
                    <a:cubicBezTo>
                      <a:pt x="27" y="2"/>
                      <a:pt x="30" y="5"/>
                      <a:pt x="33" y="8"/>
                    </a:cubicBezTo>
                    <a:cubicBezTo>
                      <a:pt x="35" y="12"/>
                      <a:pt x="35" y="16"/>
                      <a:pt x="34" y="21"/>
                    </a:cubicBezTo>
                    <a:cubicBezTo>
                      <a:pt x="33" y="25"/>
                      <a:pt x="30" y="29"/>
                      <a:pt x="27" y="31"/>
                    </a:cubicBezTo>
                    <a:cubicBezTo>
                      <a:pt x="23" y="33"/>
                      <a:pt x="19" y="33"/>
                      <a:pt x="14" y="32"/>
                    </a:cubicBezTo>
                    <a:close/>
                    <a:moveTo>
                      <a:pt x="15" y="25"/>
                    </a:moveTo>
                    <a:cubicBezTo>
                      <a:pt x="19" y="26"/>
                      <a:pt x="22" y="26"/>
                      <a:pt x="24" y="25"/>
                    </a:cubicBezTo>
                    <a:cubicBezTo>
                      <a:pt x="26" y="24"/>
                      <a:pt x="28" y="22"/>
                      <a:pt x="29" y="19"/>
                    </a:cubicBezTo>
                    <a:cubicBezTo>
                      <a:pt x="29" y="17"/>
                      <a:pt x="29" y="14"/>
                      <a:pt x="27" y="12"/>
                    </a:cubicBezTo>
                    <a:cubicBezTo>
                      <a:pt x="26" y="10"/>
                      <a:pt x="23" y="8"/>
                      <a:pt x="20" y="8"/>
                    </a:cubicBezTo>
                    <a:cubicBezTo>
                      <a:pt x="16" y="7"/>
                      <a:pt x="13" y="7"/>
                      <a:pt x="11" y="8"/>
                    </a:cubicBezTo>
                    <a:cubicBezTo>
                      <a:pt x="9" y="9"/>
                      <a:pt x="7" y="11"/>
                      <a:pt x="7" y="13"/>
                    </a:cubicBezTo>
                    <a:cubicBezTo>
                      <a:pt x="6" y="16"/>
                      <a:pt x="6" y="18"/>
                      <a:pt x="8" y="21"/>
                    </a:cubicBezTo>
                    <a:cubicBezTo>
                      <a:pt x="9" y="23"/>
                      <a:pt x="12" y="24"/>
                      <a:pt x="15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 bwMode="auto">
              <a:xfrm>
                <a:off x="3003551" y="2449513"/>
                <a:ext cx="50800" cy="47625"/>
              </a:xfrm>
              <a:custGeom>
                <a:avLst/>
                <a:gdLst>
                  <a:gd name="T0" fmla="*/ 21 w 34"/>
                  <a:gd name="T1" fmla="*/ 15 h 31"/>
                  <a:gd name="T2" fmla="*/ 16 w 34"/>
                  <a:gd name="T3" fmla="*/ 14 h 31"/>
                  <a:gd name="T4" fmla="*/ 18 w 34"/>
                  <a:gd name="T5" fmla="*/ 0 h 31"/>
                  <a:gd name="T6" fmla="*/ 31 w 34"/>
                  <a:gd name="T7" fmla="*/ 2 h 31"/>
                  <a:gd name="T8" fmla="*/ 34 w 34"/>
                  <a:gd name="T9" fmla="*/ 9 h 31"/>
                  <a:gd name="T10" fmla="*/ 34 w 34"/>
                  <a:gd name="T11" fmla="*/ 17 h 31"/>
                  <a:gd name="T12" fmla="*/ 30 w 34"/>
                  <a:gd name="T13" fmla="*/ 26 h 31"/>
                  <a:gd name="T14" fmla="*/ 23 w 34"/>
                  <a:gd name="T15" fmla="*/ 30 h 31"/>
                  <a:gd name="T16" fmla="*/ 14 w 34"/>
                  <a:gd name="T17" fmla="*/ 31 h 31"/>
                  <a:gd name="T18" fmla="*/ 6 w 34"/>
                  <a:gd name="T19" fmla="*/ 27 h 31"/>
                  <a:gd name="T20" fmla="*/ 1 w 34"/>
                  <a:gd name="T21" fmla="*/ 20 h 31"/>
                  <a:gd name="T22" fmla="*/ 0 w 34"/>
                  <a:gd name="T23" fmla="*/ 12 h 31"/>
                  <a:gd name="T24" fmla="*/ 4 w 34"/>
                  <a:gd name="T25" fmla="*/ 3 h 31"/>
                  <a:gd name="T26" fmla="*/ 12 w 34"/>
                  <a:gd name="T27" fmla="*/ 0 h 31"/>
                  <a:gd name="T28" fmla="*/ 12 w 34"/>
                  <a:gd name="T29" fmla="*/ 6 h 31"/>
                  <a:gd name="T30" fmla="*/ 8 w 34"/>
                  <a:gd name="T31" fmla="*/ 8 h 31"/>
                  <a:gd name="T32" fmla="*/ 6 w 34"/>
                  <a:gd name="T33" fmla="*/ 13 h 31"/>
                  <a:gd name="T34" fmla="*/ 7 w 34"/>
                  <a:gd name="T35" fmla="*/ 20 h 31"/>
                  <a:gd name="T36" fmla="*/ 15 w 34"/>
                  <a:gd name="T37" fmla="*/ 24 h 31"/>
                  <a:gd name="T38" fmla="*/ 24 w 34"/>
                  <a:gd name="T39" fmla="*/ 23 h 31"/>
                  <a:gd name="T40" fmla="*/ 28 w 34"/>
                  <a:gd name="T41" fmla="*/ 17 h 31"/>
                  <a:gd name="T42" fmla="*/ 28 w 34"/>
                  <a:gd name="T43" fmla="*/ 12 h 31"/>
                  <a:gd name="T44" fmla="*/ 27 w 34"/>
                  <a:gd name="T45" fmla="*/ 8 h 31"/>
                  <a:gd name="T46" fmla="*/ 23 w 34"/>
                  <a:gd name="T47" fmla="*/ 8 h 31"/>
                  <a:gd name="T48" fmla="*/ 21 w 34"/>
                  <a:gd name="T49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" h="31">
                    <a:moveTo>
                      <a:pt x="21" y="15"/>
                    </a:moveTo>
                    <a:cubicBezTo>
                      <a:pt x="16" y="14"/>
                      <a:pt x="16" y="14"/>
                      <a:pt x="16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2" y="4"/>
                      <a:pt x="33" y="6"/>
                      <a:pt x="34" y="9"/>
                    </a:cubicBezTo>
                    <a:cubicBezTo>
                      <a:pt x="34" y="12"/>
                      <a:pt x="34" y="14"/>
                      <a:pt x="34" y="17"/>
                    </a:cubicBezTo>
                    <a:cubicBezTo>
                      <a:pt x="33" y="20"/>
                      <a:pt x="32" y="23"/>
                      <a:pt x="30" y="26"/>
                    </a:cubicBezTo>
                    <a:cubicBezTo>
                      <a:pt x="28" y="28"/>
                      <a:pt x="26" y="29"/>
                      <a:pt x="23" y="30"/>
                    </a:cubicBezTo>
                    <a:cubicBezTo>
                      <a:pt x="20" y="31"/>
                      <a:pt x="17" y="31"/>
                      <a:pt x="14" y="31"/>
                    </a:cubicBezTo>
                    <a:cubicBezTo>
                      <a:pt x="11" y="30"/>
                      <a:pt x="8" y="29"/>
                      <a:pt x="6" y="27"/>
                    </a:cubicBezTo>
                    <a:cubicBezTo>
                      <a:pt x="3" y="25"/>
                      <a:pt x="1" y="23"/>
                      <a:pt x="1" y="20"/>
                    </a:cubicBezTo>
                    <a:cubicBezTo>
                      <a:pt x="0" y="18"/>
                      <a:pt x="0" y="15"/>
                      <a:pt x="0" y="12"/>
                    </a:cubicBezTo>
                    <a:cubicBezTo>
                      <a:pt x="1" y="8"/>
                      <a:pt x="2" y="5"/>
                      <a:pt x="4" y="3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0" y="7"/>
                      <a:pt x="9" y="7"/>
                      <a:pt x="8" y="8"/>
                    </a:cubicBezTo>
                    <a:cubicBezTo>
                      <a:pt x="7" y="9"/>
                      <a:pt x="6" y="11"/>
                      <a:pt x="6" y="13"/>
                    </a:cubicBezTo>
                    <a:cubicBezTo>
                      <a:pt x="5" y="16"/>
                      <a:pt x="6" y="18"/>
                      <a:pt x="7" y="20"/>
                    </a:cubicBezTo>
                    <a:cubicBezTo>
                      <a:pt x="9" y="22"/>
                      <a:pt x="11" y="23"/>
                      <a:pt x="15" y="24"/>
                    </a:cubicBezTo>
                    <a:cubicBezTo>
                      <a:pt x="19" y="25"/>
                      <a:pt x="22" y="24"/>
                      <a:pt x="24" y="23"/>
                    </a:cubicBezTo>
                    <a:cubicBezTo>
                      <a:pt x="26" y="21"/>
                      <a:pt x="28" y="19"/>
                      <a:pt x="28" y="17"/>
                    </a:cubicBezTo>
                    <a:cubicBezTo>
                      <a:pt x="28" y="15"/>
                      <a:pt x="28" y="14"/>
                      <a:pt x="28" y="12"/>
                    </a:cubicBezTo>
                    <a:cubicBezTo>
                      <a:pt x="28" y="11"/>
                      <a:pt x="27" y="10"/>
                      <a:pt x="27" y="8"/>
                    </a:cubicBezTo>
                    <a:cubicBezTo>
                      <a:pt x="23" y="8"/>
                      <a:pt x="23" y="8"/>
                      <a:pt x="23" y="8"/>
                    </a:cubicBezTo>
                    <a:lnTo>
                      <a:pt x="21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 bwMode="auto">
              <a:xfrm>
                <a:off x="3006726" y="2398713"/>
                <a:ext cx="52388" cy="46038"/>
              </a:xfrm>
              <a:custGeom>
                <a:avLst/>
                <a:gdLst>
                  <a:gd name="T0" fmla="*/ 33 w 33"/>
                  <a:gd name="T1" fmla="*/ 20 h 29"/>
                  <a:gd name="T2" fmla="*/ 20 w 33"/>
                  <a:gd name="T3" fmla="*/ 19 h 29"/>
                  <a:gd name="T4" fmla="*/ 0 w 33"/>
                  <a:gd name="T5" fmla="*/ 29 h 29"/>
                  <a:gd name="T6" fmla="*/ 1 w 33"/>
                  <a:gd name="T7" fmla="*/ 22 h 29"/>
                  <a:gd name="T8" fmla="*/ 14 w 33"/>
                  <a:gd name="T9" fmla="*/ 16 h 29"/>
                  <a:gd name="T10" fmla="*/ 2 w 33"/>
                  <a:gd name="T11" fmla="*/ 7 h 29"/>
                  <a:gd name="T12" fmla="*/ 3 w 33"/>
                  <a:gd name="T13" fmla="*/ 0 h 29"/>
                  <a:gd name="T14" fmla="*/ 21 w 33"/>
                  <a:gd name="T15" fmla="*/ 13 h 29"/>
                  <a:gd name="T16" fmla="*/ 33 w 33"/>
                  <a:gd name="T17" fmla="*/ 14 h 29"/>
                  <a:gd name="T18" fmla="*/ 33 w 33"/>
                  <a:gd name="T19" fmla="*/ 2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" h="29">
                    <a:moveTo>
                      <a:pt x="33" y="20"/>
                    </a:moveTo>
                    <a:lnTo>
                      <a:pt x="20" y="19"/>
                    </a:lnTo>
                    <a:lnTo>
                      <a:pt x="0" y="29"/>
                    </a:lnTo>
                    <a:lnTo>
                      <a:pt x="1" y="22"/>
                    </a:lnTo>
                    <a:lnTo>
                      <a:pt x="14" y="16"/>
                    </a:lnTo>
                    <a:lnTo>
                      <a:pt x="2" y="7"/>
                    </a:lnTo>
                    <a:lnTo>
                      <a:pt x="3" y="0"/>
                    </a:lnTo>
                    <a:lnTo>
                      <a:pt x="21" y="13"/>
                    </a:lnTo>
                    <a:lnTo>
                      <a:pt x="33" y="14"/>
                    </a:lnTo>
                    <a:lnTo>
                      <a:pt x="3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 bwMode="auto">
              <a:xfrm>
                <a:off x="2117726" y="2646363"/>
                <a:ext cx="279400" cy="77788"/>
              </a:xfrm>
              <a:custGeom>
                <a:avLst/>
                <a:gdLst>
                  <a:gd name="T0" fmla="*/ 0 w 182"/>
                  <a:gd name="T1" fmla="*/ 0 h 50"/>
                  <a:gd name="T2" fmla="*/ 12 w 182"/>
                  <a:gd name="T3" fmla="*/ 18 h 50"/>
                  <a:gd name="T4" fmla="*/ 182 w 182"/>
                  <a:gd name="T5" fmla="*/ 0 h 50"/>
                  <a:gd name="T6" fmla="*/ 0 w 182"/>
                  <a:gd name="T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2" h="50">
                    <a:moveTo>
                      <a:pt x="0" y="0"/>
                    </a:moveTo>
                    <a:cubicBezTo>
                      <a:pt x="3" y="7"/>
                      <a:pt x="7" y="13"/>
                      <a:pt x="12" y="18"/>
                    </a:cubicBezTo>
                    <a:cubicBezTo>
                      <a:pt x="45" y="50"/>
                      <a:pt x="110" y="41"/>
                      <a:pt x="18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 bwMode="auto">
              <a:xfrm>
                <a:off x="2079626" y="2005013"/>
                <a:ext cx="246063" cy="363538"/>
              </a:xfrm>
              <a:custGeom>
                <a:avLst/>
                <a:gdLst>
                  <a:gd name="T0" fmla="*/ 143 w 160"/>
                  <a:gd name="T1" fmla="*/ 49 h 235"/>
                  <a:gd name="T2" fmla="*/ 160 w 160"/>
                  <a:gd name="T3" fmla="*/ 41 h 235"/>
                  <a:gd name="T4" fmla="*/ 36 w 160"/>
                  <a:gd name="T5" fmla="*/ 59 h 235"/>
                  <a:gd name="T6" fmla="*/ 79 w 160"/>
                  <a:gd name="T7" fmla="*/ 234 h 235"/>
                  <a:gd name="T8" fmla="*/ 93 w 160"/>
                  <a:gd name="T9" fmla="*/ 215 h 235"/>
                  <a:gd name="T10" fmla="*/ 50 w 160"/>
                  <a:gd name="T11" fmla="*/ 49 h 235"/>
                  <a:gd name="T12" fmla="*/ 143 w 160"/>
                  <a:gd name="T13" fmla="*/ 49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235">
                    <a:moveTo>
                      <a:pt x="143" y="49"/>
                    </a:moveTo>
                    <a:cubicBezTo>
                      <a:pt x="160" y="41"/>
                      <a:pt x="160" y="41"/>
                      <a:pt x="160" y="41"/>
                    </a:cubicBezTo>
                    <a:cubicBezTo>
                      <a:pt x="160" y="41"/>
                      <a:pt x="69" y="0"/>
                      <a:pt x="36" y="59"/>
                    </a:cubicBezTo>
                    <a:cubicBezTo>
                      <a:pt x="0" y="122"/>
                      <a:pt x="79" y="235"/>
                      <a:pt x="79" y="234"/>
                    </a:cubicBezTo>
                    <a:cubicBezTo>
                      <a:pt x="93" y="215"/>
                      <a:pt x="93" y="215"/>
                      <a:pt x="93" y="215"/>
                    </a:cubicBezTo>
                    <a:cubicBezTo>
                      <a:pt x="93" y="215"/>
                      <a:pt x="7" y="100"/>
                      <a:pt x="50" y="49"/>
                    </a:cubicBezTo>
                    <a:cubicBezTo>
                      <a:pt x="80" y="21"/>
                      <a:pt x="143" y="49"/>
                      <a:pt x="143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7" name="椭圆 66"/>
              <p:cNvSpPr>
                <a:spLocks noChangeArrowheads="1"/>
              </p:cNvSpPr>
              <p:nvPr/>
            </p:nvSpPr>
            <p:spPr bwMode="auto">
              <a:xfrm>
                <a:off x="2343151" y="2082801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 bwMode="auto">
              <a:xfrm>
                <a:off x="2220913" y="2003426"/>
                <a:ext cx="555625" cy="334963"/>
              </a:xfrm>
              <a:custGeom>
                <a:avLst/>
                <a:gdLst>
                  <a:gd name="T0" fmla="*/ 329 w 362"/>
                  <a:gd name="T1" fmla="*/ 46 h 218"/>
                  <a:gd name="T2" fmla="*/ 56 w 362"/>
                  <a:gd name="T3" fmla="*/ 152 h 218"/>
                  <a:gd name="T4" fmla="*/ 0 w 362"/>
                  <a:gd name="T5" fmla="*/ 218 h 218"/>
                  <a:gd name="T6" fmla="*/ 61 w 362"/>
                  <a:gd name="T7" fmla="*/ 218 h 218"/>
                  <a:gd name="T8" fmla="*/ 86 w 362"/>
                  <a:gd name="T9" fmla="*/ 190 h 218"/>
                  <a:gd name="T10" fmla="*/ 153 w 362"/>
                  <a:gd name="T11" fmla="*/ 171 h 218"/>
                  <a:gd name="T12" fmla="*/ 143 w 362"/>
                  <a:gd name="T13" fmla="*/ 218 h 218"/>
                  <a:gd name="T14" fmla="*/ 309 w 362"/>
                  <a:gd name="T15" fmla="*/ 218 h 218"/>
                  <a:gd name="T16" fmla="*/ 329 w 362"/>
                  <a:gd name="T17" fmla="*/ 46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2" h="218">
                    <a:moveTo>
                      <a:pt x="329" y="46"/>
                    </a:moveTo>
                    <a:cubicBezTo>
                      <a:pt x="282" y="0"/>
                      <a:pt x="159" y="47"/>
                      <a:pt x="56" y="152"/>
                    </a:cubicBezTo>
                    <a:cubicBezTo>
                      <a:pt x="35" y="173"/>
                      <a:pt x="16" y="196"/>
                      <a:pt x="0" y="218"/>
                    </a:cubicBezTo>
                    <a:cubicBezTo>
                      <a:pt x="61" y="218"/>
                      <a:pt x="61" y="218"/>
                      <a:pt x="61" y="218"/>
                    </a:cubicBezTo>
                    <a:cubicBezTo>
                      <a:pt x="66" y="210"/>
                      <a:pt x="75" y="200"/>
                      <a:pt x="86" y="190"/>
                    </a:cubicBezTo>
                    <a:cubicBezTo>
                      <a:pt x="112" y="167"/>
                      <a:pt x="142" y="159"/>
                      <a:pt x="153" y="171"/>
                    </a:cubicBezTo>
                    <a:cubicBezTo>
                      <a:pt x="162" y="181"/>
                      <a:pt x="156" y="200"/>
                      <a:pt x="143" y="218"/>
                    </a:cubicBezTo>
                    <a:cubicBezTo>
                      <a:pt x="309" y="218"/>
                      <a:pt x="309" y="218"/>
                      <a:pt x="309" y="218"/>
                    </a:cubicBezTo>
                    <a:cubicBezTo>
                      <a:pt x="351" y="145"/>
                      <a:pt x="362" y="78"/>
                      <a:pt x="3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 bwMode="auto">
              <a:xfrm>
                <a:off x="2419351" y="2546351"/>
                <a:ext cx="100013" cy="41275"/>
              </a:xfrm>
              <a:custGeom>
                <a:avLst/>
                <a:gdLst>
                  <a:gd name="T0" fmla="*/ 0 w 65"/>
                  <a:gd name="T1" fmla="*/ 0 h 27"/>
                  <a:gd name="T2" fmla="*/ 31 w 65"/>
                  <a:gd name="T3" fmla="*/ 27 h 27"/>
                  <a:gd name="T4" fmla="*/ 65 w 65"/>
                  <a:gd name="T5" fmla="*/ 0 h 27"/>
                  <a:gd name="T6" fmla="*/ 0 w 65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27">
                    <a:moveTo>
                      <a:pt x="0" y="0"/>
                    </a:moveTo>
                    <a:cubicBezTo>
                      <a:pt x="14" y="12"/>
                      <a:pt x="25" y="22"/>
                      <a:pt x="31" y="27"/>
                    </a:cubicBezTo>
                    <a:cubicBezTo>
                      <a:pt x="43" y="19"/>
                      <a:pt x="54" y="10"/>
                      <a:pt x="6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 bwMode="auto">
              <a:xfrm>
                <a:off x="2122488" y="2546351"/>
                <a:ext cx="306388" cy="55563"/>
              </a:xfrm>
              <a:custGeom>
                <a:avLst/>
                <a:gdLst>
                  <a:gd name="T0" fmla="*/ 151 w 200"/>
                  <a:gd name="T1" fmla="*/ 0 h 36"/>
                  <a:gd name="T2" fmla="*/ 122 w 200"/>
                  <a:gd name="T3" fmla="*/ 0 h 36"/>
                  <a:gd name="T4" fmla="*/ 110 w 200"/>
                  <a:gd name="T5" fmla="*/ 8 h 36"/>
                  <a:gd name="T6" fmla="*/ 101 w 200"/>
                  <a:gd name="T7" fmla="*/ 0 h 36"/>
                  <a:gd name="T8" fmla="*/ 2 w 200"/>
                  <a:gd name="T9" fmla="*/ 0 h 36"/>
                  <a:gd name="T10" fmla="*/ 1 w 200"/>
                  <a:gd name="T11" fmla="*/ 36 h 36"/>
                  <a:gd name="T12" fmla="*/ 200 w 200"/>
                  <a:gd name="T13" fmla="*/ 36 h 36"/>
                  <a:gd name="T14" fmla="*/ 151 w 200"/>
                  <a:gd name="T1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0" h="36">
                    <a:moveTo>
                      <a:pt x="151" y="0"/>
                    </a:moveTo>
                    <a:cubicBezTo>
                      <a:pt x="122" y="0"/>
                      <a:pt x="122" y="0"/>
                      <a:pt x="122" y="0"/>
                    </a:cubicBezTo>
                    <a:cubicBezTo>
                      <a:pt x="110" y="8"/>
                      <a:pt x="110" y="8"/>
                      <a:pt x="110" y="8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3"/>
                      <a:pt x="0" y="25"/>
                      <a:pt x="1" y="36"/>
                    </a:cubicBezTo>
                    <a:cubicBezTo>
                      <a:pt x="200" y="36"/>
                      <a:pt x="200" y="36"/>
                      <a:pt x="200" y="36"/>
                    </a:cubicBezTo>
                    <a:cubicBezTo>
                      <a:pt x="183" y="26"/>
                      <a:pt x="167" y="14"/>
                      <a:pt x="15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 bwMode="auto">
              <a:xfrm>
                <a:off x="2132013" y="2457451"/>
                <a:ext cx="190500" cy="58738"/>
              </a:xfrm>
              <a:custGeom>
                <a:avLst/>
                <a:gdLst>
                  <a:gd name="T0" fmla="*/ 90 w 124"/>
                  <a:gd name="T1" fmla="*/ 0 h 38"/>
                  <a:gd name="T2" fmla="*/ 13 w 124"/>
                  <a:gd name="T3" fmla="*/ 0 h 38"/>
                  <a:gd name="T4" fmla="*/ 0 w 124"/>
                  <a:gd name="T5" fmla="*/ 38 h 38"/>
                  <a:gd name="T6" fmla="*/ 124 w 124"/>
                  <a:gd name="T7" fmla="*/ 38 h 38"/>
                  <a:gd name="T8" fmla="*/ 90 w 124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" h="38">
                    <a:moveTo>
                      <a:pt x="90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8" y="13"/>
                      <a:pt x="3" y="26"/>
                      <a:pt x="0" y="38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12" y="25"/>
                      <a:pt x="100" y="12"/>
                      <a:pt x="9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 bwMode="auto">
              <a:xfrm>
                <a:off x="2325688" y="2457451"/>
                <a:ext cx="282575" cy="58738"/>
              </a:xfrm>
              <a:custGeom>
                <a:avLst/>
                <a:gdLst>
                  <a:gd name="T0" fmla="*/ 44 w 184"/>
                  <a:gd name="T1" fmla="*/ 0 h 38"/>
                  <a:gd name="T2" fmla="*/ 31 w 184"/>
                  <a:gd name="T3" fmla="*/ 9 h 38"/>
                  <a:gd name="T4" fmla="*/ 22 w 184"/>
                  <a:gd name="T5" fmla="*/ 0 h 38"/>
                  <a:gd name="T6" fmla="*/ 0 w 184"/>
                  <a:gd name="T7" fmla="*/ 0 h 38"/>
                  <a:gd name="T8" fmla="*/ 38 w 184"/>
                  <a:gd name="T9" fmla="*/ 38 h 38"/>
                  <a:gd name="T10" fmla="*/ 149 w 184"/>
                  <a:gd name="T11" fmla="*/ 38 h 38"/>
                  <a:gd name="T12" fmla="*/ 160 w 184"/>
                  <a:gd name="T13" fmla="*/ 26 h 38"/>
                  <a:gd name="T14" fmla="*/ 184 w 184"/>
                  <a:gd name="T15" fmla="*/ 0 h 38"/>
                  <a:gd name="T16" fmla="*/ 44 w 18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4" h="38">
                    <a:moveTo>
                      <a:pt x="44" y="0"/>
                    </a:moveTo>
                    <a:cubicBezTo>
                      <a:pt x="31" y="9"/>
                      <a:pt x="31" y="9"/>
                      <a:pt x="31" y="9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13"/>
                      <a:pt x="26" y="26"/>
                      <a:pt x="38" y="38"/>
                    </a:cubicBezTo>
                    <a:cubicBezTo>
                      <a:pt x="149" y="38"/>
                      <a:pt x="149" y="38"/>
                      <a:pt x="149" y="38"/>
                    </a:cubicBezTo>
                    <a:cubicBezTo>
                      <a:pt x="153" y="34"/>
                      <a:pt x="157" y="30"/>
                      <a:pt x="160" y="26"/>
                    </a:cubicBezTo>
                    <a:cubicBezTo>
                      <a:pt x="169" y="18"/>
                      <a:pt x="177" y="9"/>
                      <a:pt x="184" y="0"/>
                    </a:cubicBez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 bwMode="auto">
              <a:xfrm>
                <a:off x="2247901" y="2370138"/>
                <a:ext cx="427038" cy="57150"/>
              </a:xfrm>
              <a:custGeom>
                <a:avLst/>
                <a:gdLst>
                  <a:gd name="T0" fmla="*/ 126 w 278"/>
                  <a:gd name="T1" fmla="*/ 0 h 37"/>
                  <a:gd name="T2" fmla="*/ 113 w 278"/>
                  <a:gd name="T3" fmla="*/ 8 h 37"/>
                  <a:gd name="T4" fmla="*/ 104 w 278"/>
                  <a:gd name="T5" fmla="*/ 0 h 37"/>
                  <a:gd name="T6" fmla="*/ 0 w 278"/>
                  <a:gd name="T7" fmla="*/ 0 h 37"/>
                  <a:gd name="T8" fmla="*/ 30 w 278"/>
                  <a:gd name="T9" fmla="*/ 37 h 37"/>
                  <a:gd name="T10" fmla="*/ 251 w 278"/>
                  <a:gd name="T11" fmla="*/ 37 h 37"/>
                  <a:gd name="T12" fmla="*/ 278 w 278"/>
                  <a:gd name="T13" fmla="*/ 0 h 37"/>
                  <a:gd name="T14" fmla="*/ 126 w 278"/>
                  <a:gd name="T1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8" h="37">
                    <a:moveTo>
                      <a:pt x="126" y="0"/>
                    </a:moveTo>
                    <a:cubicBezTo>
                      <a:pt x="113" y="8"/>
                      <a:pt x="113" y="8"/>
                      <a:pt x="113" y="8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11"/>
                      <a:pt x="18" y="24"/>
                      <a:pt x="30" y="37"/>
                    </a:cubicBezTo>
                    <a:cubicBezTo>
                      <a:pt x="251" y="37"/>
                      <a:pt x="251" y="37"/>
                      <a:pt x="251" y="37"/>
                    </a:cubicBezTo>
                    <a:cubicBezTo>
                      <a:pt x="261" y="25"/>
                      <a:pt x="270" y="12"/>
                      <a:pt x="278" y="0"/>
                    </a:cubicBezTo>
                    <a:lnTo>
                      <a:pt x="1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 bwMode="auto">
              <a:xfrm>
                <a:off x="2166938" y="2370138"/>
                <a:ext cx="77788" cy="57150"/>
              </a:xfrm>
              <a:custGeom>
                <a:avLst/>
                <a:gdLst>
                  <a:gd name="T0" fmla="*/ 24 w 51"/>
                  <a:gd name="T1" fmla="*/ 0 h 37"/>
                  <a:gd name="T2" fmla="*/ 21 w 51"/>
                  <a:gd name="T3" fmla="*/ 0 h 37"/>
                  <a:gd name="T4" fmla="*/ 0 w 51"/>
                  <a:gd name="T5" fmla="*/ 37 h 37"/>
                  <a:gd name="T6" fmla="*/ 51 w 51"/>
                  <a:gd name="T7" fmla="*/ 37 h 37"/>
                  <a:gd name="T8" fmla="*/ 24 w 51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37">
                    <a:moveTo>
                      <a:pt x="24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3" y="13"/>
                      <a:pt x="6" y="25"/>
                      <a:pt x="0" y="37"/>
                    </a:cubicBezTo>
                    <a:cubicBezTo>
                      <a:pt x="51" y="37"/>
                      <a:pt x="51" y="37"/>
                      <a:pt x="51" y="37"/>
                    </a:cubicBezTo>
                    <a:cubicBezTo>
                      <a:pt x="37" y="19"/>
                      <a:pt x="27" y="6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 bwMode="auto">
              <a:xfrm>
                <a:off x="2441576" y="2381251"/>
                <a:ext cx="358775" cy="384175"/>
              </a:xfrm>
              <a:custGeom>
                <a:avLst/>
                <a:gdLst>
                  <a:gd name="T0" fmla="*/ 16 w 233"/>
                  <a:gd name="T1" fmla="*/ 136 h 249"/>
                  <a:gd name="T2" fmla="*/ 0 w 233"/>
                  <a:gd name="T3" fmla="*/ 146 h 249"/>
                  <a:gd name="T4" fmla="*/ 198 w 233"/>
                  <a:gd name="T5" fmla="*/ 167 h 249"/>
                  <a:gd name="T6" fmla="*/ 161 w 233"/>
                  <a:gd name="T7" fmla="*/ 0 h 249"/>
                  <a:gd name="T8" fmla="*/ 146 w 233"/>
                  <a:gd name="T9" fmla="*/ 20 h 249"/>
                  <a:gd name="T10" fmla="*/ 190 w 233"/>
                  <a:gd name="T11" fmla="*/ 168 h 249"/>
                  <a:gd name="T12" fmla="*/ 16 w 233"/>
                  <a:gd name="T13" fmla="*/ 136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3" h="249">
                    <a:moveTo>
                      <a:pt x="16" y="136"/>
                    </a:moveTo>
                    <a:cubicBezTo>
                      <a:pt x="16" y="136"/>
                      <a:pt x="2" y="145"/>
                      <a:pt x="0" y="146"/>
                    </a:cubicBezTo>
                    <a:cubicBezTo>
                      <a:pt x="0" y="146"/>
                      <a:pt x="151" y="249"/>
                      <a:pt x="198" y="167"/>
                    </a:cubicBezTo>
                    <a:cubicBezTo>
                      <a:pt x="233" y="100"/>
                      <a:pt x="161" y="0"/>
                      <a:pt x="161" y="0"/>
                    </a:cubicBezTo>
                    <a:cubicBezTo>
                      <a:pt x="161" y="0"/>
                      <a:pt x="147" y="19"/>
                      <a:pt x="146" y="20"/>
                    </a:cubicBezTo>
                    <a:cubicBezTo>
                      <a:pt x="146" y="20"/>
                      <a:pt x="217" y="117"/>
                      <a:pt x="190" y="168"/>
                    </a:cubicBezTo>
                    <a:cubicBezTo>
                      <a:pt x="150" y="235"/>
                      <a:pt x="16" y="136"/>
                      <a:pt x="16" y="1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 bwMode="auto">
              <a:xfrm>
                <a:off x="1817688" y="2193926"/>
                <a:ext cx="127000" cy="93663"/>
              </a:xfrm>
              <a:custGeom>
                <a:avLst/>
                <a:gdLst>
                  <a:gd name="T0" fmla="*/ 16 w 82"/>
                  <a:gd name="T1" fmla="*/ 23 h 61"/>
                  <a:gd name="T2" fmla="*/ 3 w 82"/>
                  <a:gd name="T3" fmla="*/ 13 h 61"/>
                  <a:gd name="T4" fmla="*/ 8 w 82"/>
                  <a:gd name="T5" fmla="*/ 8 h 61"/>
                  <a:gd name="T6" fmla="*/ 18 w 82"/>
                  <a:gd name="T7" fmla="*/ 8 h 61"/>
                  <a:gd name="T8" fmla="*/ 26 w 82"/>
                  <a:gd name="T9" fmla="*/ 0 h 61"/>
                  <a:gd name="T10" fmla="*/ 30 w 82"/>
                  <a:gd name="T11" fmla="*/ 7 h 61"/>
                  <a:gd name="T12" fmla="*/ 36 w 82"/>
                  <a:gd name="T13" fmla="*/ 23 h 61"/>
                  <a:gd name="T14" fmla="*/ 43 w 82"/>
                  <a:gd name="T15" fmla="*/ 23 h 61"/>
                  <a:gd name="T16" fmla="*/ 39 w 82"/>
                  <a:gd name="T17" fmla="*/ 11 h 61"/>
                  <a:gd name="T18" fmla="*/ 47 w 82"/>
                  <a:gd name="T19" fmla="*/ 14 h 61"/>
                  <a:gd name="T20" fmla="*/ 56 w 82"/>
                  <a:gd name="T21" fmla="*/ 29 h 61"/>
                  <a:gd name="T22" fmla="*/ 82 w 82"/>
                  <a:gd name="T23" fmla="*/ 37 h 61"/>
                  <a:gd name="T24" fmla="*/ 78 w 82"/>
                  <a:gd name="T25" fmla="*/ 44 h 61"/>
                  <a:gd name="T26" fmla="*/ 70 w 82"/>
                  <a:gd name="T27" fmla="*/ 45 h 61"/>
                  <a:gd name="T28" fmla="*/ 62 w 82"/>
                  <a:gd name="T29" fmla="*/ 44 h 61"/>
                  <a:gd name="T30" fmla="*/ 63 w 82"/>
                  <a:gd name="T31" fmla="*/ 49 h 61"/>
                  <a:gd name="T32" fmla="*/ 64 w 82"/>
                  <a:gd name="T33" fmla="*/ 59 h 61"/>
                  <a:gd name="T34" fmla="*/ 52 w 82"/>
                  <a:gd name="T35" fmla="*/ 57 h 61"/>
                  <a:gd name="T36" fmla="*/ 44 w 82"/>
                  <a:gd name="T37" fmla="*/ 43 h 61"/>
                  <a:gd name="T38" fmla="*/ 40 w 82"/>
                  <a:gd name="T39" fmla="*/ 34 h 61"/>
                  <a:gd name="T40" fmla="*/ 34 w 82"/>
                  <a:gd name="T41" fmla="*/ 36 h 61"/>
                  <a:gd name="T42" fmla="*/ 28 w 82"/>
                  <a:gd name="T43" fmla="*/ 55 h 61"/>
                  <a:gd name="T44" fmla="*/ 20 w 82"/>
                  <a:gd name="T45" fmla="*/ 53 h 61"/>
                  <a:gd name="T46" fmla="*/ 16 w 82"/>
                  <a:gd name="T47" fmla="*/ 23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2" h="61">
                    <a:moveTo>
                      <a:pt x="16" y="23"/>
                    </a:moveTo>
                    <a:cubicBezTo>
                      <a:pt x="16" y="23"/>
                      <a:pt x="6" y="16"/>
                      <a:pt x="3" y="13"/>
                    </a:cubicBezTo>
                    <a:cubicBezTo>
                      <a:pt x="0" y="10"/>
                      <a:pt x="3" y="7"/>
                      <a:pt x="8" y="8"/>
                    </a:cubicBezTo>
                    <a:cubicBezTo>
                      <a:pt x="13" y="9"/>
                      <a:pt x="15" y="11"/>
                      <a:pt x="18" y="8"/>
                    </a:cubicBezTo>
                    <a:cubicBezTo>
                      <a:pt x="21" y="5"/>
                      <a:pt x="23" y="0"/>
                      <a:pt x="26" y="0"/>
                    </a:cubicBezTo>
                    <a:cubicBezTo>
                      <a:pt x="29" y="1"/>
                      <a:pt x="29" y="1"/>
                      <a:pt x="30" y="7"/>
                    </a:cubicBezTo>
                    <a:cubicBezTo>
                      <a:pt x="31" y="12"/>
                      <a:pt x="33" y="21"/>
                      <a:pt x="36" y="23"/>
                    </a:cubicBezTo>
                    <a:cubicBezTo>
                      <a:pt x="40" y="25"/>
                      <a:pt x="44" y="27"/>
                      <a:pt x="43" y="23"/>
                    </a:cubicBezTo>
                    <a:cubicBezTo>
                      <a:pt x="42" y="19"/>
                      <a:pt x="40" y="12"/>
                      <a:pt x="39" y="11"/>
                    </a:cubicBezTo>
                    <a:cubicBezTo>
                      <a:pt x="38" y="10"/>
                      <a:pt x="45" y="11"/>
                      <a:pt x="47" y="14"/>
                    </a:cubicBezTo>
                    <a:cubicBezTo>
                      <a:pt x="49" y="16"/>
                      <a:pt x="54" y="28"/>
                      <a:pt x="56" y="29"/>
                    </a:cubicBezTo>
                    <a:cubicBezTo>
                      <a:pt x="57" y="30"/>
                      <a:pt x="76" y="36"/>
                      <a:pt x="82" y="37"/>
                    </a:cubicBezTo>
                    <a:cubicBezTo>
                      <a:pt x="82" y="37"/>
                      <a:pt x="81" y="43"/>
                      <a:pt x="78" y="44"/>
                    </a:cubicBezTo>
                    <a:cubicBezTo>
                      <a:pt x="75" y="45"/>
                      <a:pt x="71" y="45"/>
                      <a:pt x="70" y="45"/>
                    </a:cubicBezTo>
                    <a:cubicBezTo>
                      <a:pt x="69" y="45"/>
                      <a:pt x="62" y="44"/>
                      <a:pt x="62" y="44"/>
                    </a:cubicBezTo>
                    <a:cubicBezTo>
                      <a:pt x="62" y="44"/>
                      <a:pt x="61" y="47"/>
                      <a:pt x="63" y="49"/>
                    </a:cubicBezTo>
                    <a:cubicBezTo>
                      <a:pt x="64" y="50"/>
                      <a:pt x="67" y="58"/>
                      <a:pt x="64" y="59"/>
                    </a:cubicBezTo>
                    <a:cubicBezTo>
                      <a:pt x="60" y="61"/>
                      <a:pt x="55" y="60"/>
                      <a:pt x="52" y="57"/>
                    </a:cubicBezTo>
                    <a:cubicBezTo>
                      <a:pt x="50" y="54"/>
                      <a:pt x="44" y="44"/>
                      <a:pt x="44" y="43"/>
                    </a:cubicBezTo>
                    <a:cubicBezTo>
                      <a:pt x="43" y="42"/>
                      <a:pt x="42" y="35"/>
                      <a:pt x="40" y="34"/>
                    </a:cubicBezTo>
                    <a:cubicBezTo>
                      <a:pt x="38" y="34"/>
                      <a:pt x="33" y="31"/>
                      <a:pt x="34" y="36"/>
                    </a:cubicBezTo>
                    <a:cubicBezTo>
                      <a:pt x="35" y="40"/>
                      <a:pt x="35" y="52"/>
                      <a:pt x="28" y="55"/>
                    </a:cubicBezTo>
                    <a:cubicBezTo>
                      <a:pt x="21" y="58"/>
                      <a:pt x="18" y="57"/>
                      <a:pt x="20" y="53"/>
                    </a:cubicBezTo>
                    <a:cubicBezTo>
                      <a:pt x="23" y="48"/>
                      <a:pt x="19" y="27"/>
                      <a:pt x="1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 bwMode="auto">
              <a:xfrm>
                <a:off x="1822451" y="2127251"/>
                <a:ext cx="144463" cy="79375"/>
              </a:xfrm>
              <a:custGeom>
                <a:avLst/>
                <a:gdLst>
                  <a:gd name="T0" fmla="*/ 19 w 94"/>
                  <a:gd name="T1" fmla="*/ 26 h 51"/>
                  <a:gd name="T2" fmla="*/ 5 w 94"/>
                  <a:gd name="T3" fmla="*/ 19 h 51"/>
                  <a:gd name="T4" fmla="*/ 4 w 94"/>
                  <a:gd name="T5" fmla="*/ 12 h 51"/>
                  <a:gd name="T6" fmla="*/ 12 w 94"/>
                  <a:gd name="T7" fmla="*/ 14 h 51"/>
                  <a:gd name="T8" fmla="*/ 19 w 94"/>
                  <a:gd name="T9" fmla="*/ 18 h 51"/>
                  <a:gd name="T10" fmla="*/ 20 w 94"/>
                  <a:gd name="T11" fmla="*/ 13 h 51"/>
                  <a:gd name="T12" fmla="*/ 20 w 94"/>
                  <a:gd name="T13" fmla="*/ 3 h 51"/>
                  <a:gd name="T14" fmla="*/ 25 w 94"/>
                  <a:gd name="T15" fmla="*/ 5 h 51"/>
                  <a:gd name="T16" fmla="*/ 24 w 94"/>
                  <a:gd name="T17" fmla="*/ 19 h 51"/>
                  <a:gd name="T18" fmla="*/ 28 w 94"/>
                  <a:gd name="T19" fmla="*/ 21 h 51"/>
                  <a:gd name="T20" fmla="*/ 35 w 94"/>
                  <a:gd name="T21" fmla="*/ 24 h 51"/>
                  <a:gd name="T22" fmla="*/ 41 w 94"/>
                  <a:gd name="T23" fmla="*/ 10 h 51"/>
                  <a:gd name="T24" fmla="*/ 45 w 94"/>
                  <a:gd name="T25" fmla="*/ 16 h 51"/>
                  <a:gd name="T26" fmla="*/ 45 w 94"/>
                  <a:gd name="T27" fmla="*/ 22 h 51"/>
                  <a:gd name="T28" fmla="*/ 52 w 94"/>
                  <a:gd name="T29" fmla="*/ 27 h 51"/>
                  <a:gd name="T30" fmla="*/ 58 w 94"/>
                  <a:gd name="T31" fmla="*/ 23 h 51"/>
                  <a:gd name="T32" fmla="*/ 69 w 94"/>
                  <a:gd name="T33" fmla="*/ 19 h 51"/>
                  <a:gd name="T34" fmla="*/ 78 w 94"/>
                  <a:gd name="T35" fmla="*/ 25 h 51"/>
                  <a:gd name="T36" fmla="*/ 91 w 94"/>
                  <a:gd name="T37" fmla="*/ 24 h 51"/>
                  <a:gd name="T38" fmla="*/ 85 w 94"/>
                  <a:gd name="T39" fmla="*/ 37 h 51"/>
                  <a:gd name="T40" fmla="*/ 81 w 94"/>
                  <a:gd name="T41" fmla="*/ 43 h 51"/>
                  <a:gd name="T42" fmla="*/ 68 w 94"/>
                  <a:gd name="T43" fmla="*/ 42 h 51"/>
                  <a:gd name="T44" fmla="*/ 61 w 94"/>
                  <a:gd name="T45" fmla="*/ 40 h 51"/>
                  <a:gd name="T46" fmla="*/ 55 w 94"/>
                  <a:gd name="T47" fmla="*/ 50 h 51"/>
                  <a:gd name="T48" fmla="*/ 51 w 94"/>
                  <a:gd name="T49" fmla="*/ 46 h 51"/>
                  <a:gd name="T50" fmla="*/ 54 w 94"/>
                  <a:gd name="T51" fmla="*/ 36 h 51"/>
                  <a:gd name="T52" fmla="*/ 47 w 94"/>
                  <a:gd name="T53" fmla="*/ 32 h 51"/>
                  <a:gd name="T54" fmla="*/ 43 w 94"/>
                  <a:gd name="T55" fmla="*/ 39 h 51"/>
                  <a:gd name="T56" fmla="*/ 44 w 94"/>
                  <a:gd name="T57" fmla="*/ 43 h 51"/>
                  <a:gd name="T58" fmla="*/ 42 w 94"/>
                  <a:gd name="T59" fmla="*/ 49 h 51"/>
                  <a:gd name="T60" fmla="*/ 36 w 94"/>
                  <a:gd name="T61" fmla="*/ 45 h 51"/>
                  <a:gd name="T62" fmla="*/ 34 w 94"/>
                  <a:gd name="T63" fmla="*/ 33 h 51"/>
                  <a:gd name="T64" fmla="*/ 26 w 94"/>
                  <a:gd name="T65" fmla="*/ 33 h 51"/>
                  <a:gd name="T66" fmla="*/ 21 w 94"/>
                  <a:gd name="T67" fmla="*/ 36 h 51"/>
                  <a:gd name="T68" fmla="*/ 19 w 94"/>
                  <a:gd name="T69" fmla="*/ 26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4" h="51">
                    <a:moveTo>
                      <a:pt x="19" y="26"/>
                    </a:moveTo>
                    <a:cubicBezTo>
                      <a:pt x="19" y="26"/>
                      <a:pt x="7" y="21"/>
                      <a:pt x="5" y="19"/>
                    </a:cubicBezTo>
                    <a:cubicBezTo>
                      <a:pt x="3" y="17"/>
                      <a:pt x="0" y="14"/>
                      <a:pt x="4" y="12"/>
                    </a:cubicBezTo>
                    <a:cubicBezTo>
                      <a:pt x="8" y="11"/>
                      <a:pt x="10" y="12"/>
                      <a:pt x="12" y="14"/>
                    </a:cubicBezTo>
                    <a:cubicBezTo>
                      <a:pt x="15" y="17"/>
                      <a:pt x="19" y="18"/>
                      <a:pt x="19" y="18"/>
                    </a:cubicBezTo>
                    <a:cubicBezTo>
                      <a:pt x="20" y="18"/>
                      <a:pt x="20" y="14"/>
                      <a:pt x="20" y="13"/>
                    </a:cubicBezTo>
                    <a:cubicBezTo>
                      <a:pt x="19" y="8"/>
                      <a:pt x="19" y="5"/>
                      <a:pt x="20" y="3"/>
                    </a:cubicBezTo>
                    <a:cubicBezTo>
                      <a:pt x="21" y="1"/>
                      <a:pt x="23" y="0"/>
                      <a:pt x="25" y="5"/>
                    </a:cubicBezTo>
                    <a:cubicBezTo>
                      <a:pt x="27" y="13"/>
                      <a:pt x="24" y="19"/>
                      <a:pt x="24" y="19"/>
                    </a:cubicBezTo>
                    <a:cubicBezTo>
                      <a:pt x="24" y="19"/>
                      <a:pt x="25" y="20"/>
                      <a:pt x="28" y="21"/>
                    </a:cubicBezTo>
                    <a:cubicBezTo>
                      <a:pt x="31" y="23"/>
                      <a:pt x="35" y="24"/>
                      <a:pt x="35" y="24"/>
                    </a:cubicBezTo>
                    <a:cubicBezTo>
                      <a:pt x="35" y="24"/>
                      <a:pt x="38" y="12"/>
                      <a:pt x="41" y="10"/>
                    </a:cubicBezTo>
                    <a:cubicBezTo>
                      <a:pt x="43" y="9"/>
                      <a:pt x="49" y="10"/>
                      <a:pt x="45" y="16"/>
                    </a:cubicBezTo>
                    <a:cubicBezTo>
                      <a:pt x="43" y="20"/>
                      <a:pt x="44" y="20"/>
                      <a:pt x="45" y="22"/>
                    </a:cubicBezTo>
                    <a:cubicBezTo>
                      <a:pt x="47" y="24"/>
                      <a:pt x="47" y="27"/>
                      <a:pt x="52" y="27"/>
                    </a:cubicBezTo>
                    <a:cubicBezTo>
                      <a:pt x="56" y="26"/>
                      <a:pt x="57" y="25"/>
                      <a:pt x="58" y="23"/>
                    </a:cubicBezTo>
                    <a:cubicBezTo>
                      <a:pt x="58" y="21"/>
                      <a:pt x="62" y="15"/>
                      <a:pt x="69" y="19"/>
                    </a:cubicBezTo>
                    <a:cubicBezTo>
                      <a:pt x="69" y="19"/>
                      <a:pt x="74" y="28"/>
                      <a:pt x="78" y="25"/>
                    </a:cubicBezTo>
                    <a:cubicBezTo>
                      <a:pt x="82" y="22"/>
                      <a:pt x="88" y="20"/>
                      <a:pt x="91" y="24"/>
                    </a:cubicBezTo>
                    <a:cubicBezTo>
                      <a:pt x="94" y="28"/>
                      <a:pt x="87" y="34"/>
                      <a:pt x="85" y="37"/>
                    </a:cubicBezTo>
                    <a:cubicBezTo>
                      <a:pt x="84" y="39"/>
                      <a:pt x="84" y="40"/>
                      <a:pt x="81" y="43"/>
                    </a:cubicBezTo>
                    <a:cubicBezTo>
                      <a:pt x="78" y="46"/>
                      <a:pt x="71" y="47"/>
                      <a:pt x="68" y="42"/>
                    </a:cubicBezTo>
                    <a:cubicBezTo>
                      <a:pt x="65" y="37"/>
                      <a:pt x="63" y="30"/>
                      <a:pt x="61" y="40"/>
                    </a:cubicBezTo>
                    <a:cubicBezTo>
                      <a:pt x="59" y="50"/>
                      <a:pt x="55" y="50"/>
                      <a:pt x="55" y="50"/>
                    </a:cubicBezTo>
                    <a:cubicBezTo>
                      <a:pt x="55" y="50"/>
                      <a:pt x="46" y="51"/>
                      <a:pt x="51" y="46"/>
                    </a:cubicBezTo>
                    <a:cubicBezTo>
                      <a:pt x="51" y="46"/>
                      <a:pt x="55" y="39"/>
                      <a:pt x="54" y="36"/>
                    </a:cubicBezTo>
                    <a:cubicBezTo>
                      <a:pt x="53" y="33"/>
                      <a:pt x="47" y="32"/>
                      <a:pt x="47" y="32"/>
                    </a:cubicBezTo>
                    <a:cubicBezTo>
                      <a:pt x="47" y="32"/>
                      <a:pt x="43" y="28"/>
                      <a:pt x="43" y="39"/>
                    </a:cubicBezTo>
                    <a:cubicBezTo>
                      <a:pt x="43" y="39"/>
                      <a:pt x="42" y="41"/>
                      <a:pt x="44" y="43"/>
                    </a:cubicBezTo>
                    <a:cubicBezTo>
                      <a:pt x="46" y="44"/>
                      <a:pt x="45" y="48"/>
                      <a:pt x="42" y="49"/>
                    </a:cubicBezTo>
                    <a:cubicBezTo>
                      <a:pt x="40" y="50"/>
                      <a:pt x="34" y="49"/>
                      <a:pt x="36" y="45"/>
                    </a:cubicBezTo>
                    <a:cubicBezTo>
                      <a:pt x="37" y="41"/>
                      <a:pt x="36" y="34"/>
                      <a:pt x="34" y="33"/>
                    </a:cubicBezTo>
                    <a:cubicBezTo>
                      <a:pt x="33" y="32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36"/>
                    </a:cubicBezTo>
                    <a:cubicBezTo>
                      <a:pt x="18" y="33"/>
                      <a:pt x="21" y="29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8" name="任意多边形: 形状 77"/>
              <p:cNvSpPr>
                <a:spLocks noEditPoints="1"/>
              </p:cNvSpPr>
              <p:nvPr/>
            </p:nvSpPr>
            <p:spPr bwMode="auto">
              <a:xfrm>
                <a:off x="1933576" y="1935163"/>
                <a:ext cx="138113" cy="152400"/>
              </a:xfrm>
              <a:custGeom>
                <a:avLst/>
                <a:gdLst>
                  <a:gd name="T0" fmla="*/ 1 w 90"/>
                  <a:gd name="T1" fmla="*/ 34 h 99"/>
                  <a:gd name="T2" fmla="*/ 8 w 90"/>
                  <a:gd name="T3" fmla="*/ 30 h 99"/>
                  <a:gd name="T4" fmla="*/ 12 w 90"/>
                  <a:gd name="T5" fmla="*/ 38 h 99"/>
                  <a:gd name="T6" fmla="*/ 18 w 90"/>
                  <a:gd name="T7" fmla="*/ 42 h 99"/>
                  <a:gd name="T8" fmla="*/ 23 w 90"/>
                  <a:gd name="T9" fmla="*/ 48 h 99"/>
                  <a:gd name="T10" fmla="*/ 31 w 90"/>
                  <a:gd name="T11" fmla="*/ 55 h 99"/>
                  <a:gd name="T12" fmla="*/ 32 w 90"/>
                  <a:gd name="T13" fmla="*/ 50 h 99"/>
                  <a:gd name="T14" fmla="*/ 35 w 90"/>
                  <a:gd name="T15" fmla="*/ 57 h 99"/>
                  <a:gd name="T16" fmla="*/ 39 w 90"/>
                  <a:gd name="T17" fmla="*/ 59 h 99"/>
                  <a:gd name="T18" fmla="*/ 41 w 90"/>
                  <a:gd name="T19" fmla="*/ 63 h 99"/>
                  <a:gd name="T20" fmla="*/ 57 w 90"/>
                  <a:gd name="T21" fmla="*/ 74 h 99"/>
                  <a:gd name="T22" fmla="*/ 51 w 90"/>
                  <a:gd name="T23" fmla="*/ 80 h 99"/>
                  <a:gd name="T24" fmla="*/ 41 w 90"/>
                  <a:gd name="T25" fmla="*/ 75 h 99"/>
                  <a:gd name="T26" fmla="*/ 43 w 90"/>
                  <a:gd name="T27" fmla="*/ 85 h 99"/>
                  <a:gd name="T28" fmla="*/ 30 w 90"/>
                  <a:gd name="T29" fmla="*/ 88 h 99"/>
                  <a:gd name="T30" fmla="*/ 26 w 90"/>
                  <a:gd name="T31" fmla="*/ 76 h 99"/>
                  <a:gd name="T32" fmla="*/ 27 w 90"/>
                  <a:gd name="T33" fmla="*/ 70 h 99"/>
                  <a:gd name="T34" fmla="*/ 32 w 90"/>
                  <a:gd name="T35" fmla="*/ 71 h 99"/>
                  <a:gd name="T36" fmla="*/ 30 w 90"/>
                  <a:gd name="T37" fmla="*/ 64 h 99"/>
                  <a:gd name="T38" fmla="*/ 21 w 90"/>
                  <a:gd name="T39" fmla="*/ 55 h 99"/>
                  <a:gd name="T40" fmla="*/ 11 w 90"/>
                  <a:gd name="T41" fmla="*/ 85 h 99"/>
                  <a:gd name="T42" fmla="*/ 1 w 90"/>
                  <a:gd name="T43" fmla="*/ 89 h 99"/>
                  <a:gd name="T44" fmla="*/ 2 w 90"/>
                  <a:gd name="T45" fmla="*/ 84 h 99"/>
                  <a:gd name="T46" fmla="*/ 11 w 90"/>
                  <a:gd name="T47" fmla="*/ 67 h 99"/>
                  <a:gd name="T48" fmla="*/ 15 w 90"/>
                  <a:gd name="T49" fmla="*/ 50 h 99"/>
                  <a:gd name="T50" fmla="*/ 1 w 90"/>
                  <a:gd name="T51" fmla="*/ 34 h 99"/>
                  <a:gd name="T52" fmla="*/ 24 w 90"/>
                  <a:gd name="T53" fmla="*/ 37 h 99"/>
                  <a:gd name="T54" fmla="*/ 24 w 90"/>
                  <a:gd name="T55" fmla="*/ 44 h 99"/>
                  <a:gd name="T56" fmla="*/ 30 w 90"/>
                  <a:gd name="T57" fmla="*/ 43 h 99"/>
                  <a:gd name="T58" fmla="*/ 39 w 90"/>
                  <a:gd name="T59" fmla="*/ 32 h 99"/>
                  <a:gd name="T60" fmla="*/ 42 w 90"/>
                  <a:gd name="T61" fmla="*/ 31 h 99"/>
                  <a:gd name="T62" fmla="*/ 44 w 90"/>
                  <a:gd name="T63" fmla="*/ 50 h 99"/>
                  <a:gd name="T64" fmla="*/ 51 w 90"/>
                  <a:gd name="T65" fmla="*/ 57 h 99"/>
                  <a:gd name="T66" fmla="*/ 54 w 90"/>
                  <a:gd name="T67" fmla="*/ 45 h 99"/>
                  <a:gd name="T68" fmla="*/ 56 w 90"/>
                  <a:gd name="T69" fmla="*/ 37 h 99"/>
                  <a:gd name="T70" fmla="*/ 63 w 90"/>
                  <a:gd name="T71" fmla="*/ 38 h 99"/>
                  <a:gd name="T72" fmla="*/ 74 w 90"/>
                  <a:gd name="T73" fmla="*/ 46 h 99"/>
                  <a:gd name="T74" fmla="*/ 82 w 90"/>
                  <a:gd name="T75" fmla="*/ 49 h 99"/>
                  <a:gd name="T76" fmla="*/ 87 w 90"/>
                  <a:gd name="T77" fmla="*/ 43 h 99"/>
                  <a:gd name="T78" fmla="*/ 64 w 90"/>
                  <a:gd name="T79" fmla="*/ 29 h 99"/>
                  <a:gd name="T80" fmla="*/ 84 w 90"/>
                  <a:gd name="T81" fmla="*/ 9 h 99"/>
                  <a:gd name="T82" fmla="*/ 77 w 90"/>
                  <a:gd name="T83" fmla="*/ 4 h 99"/>
                  <a:gd name="T84" fmla="*/ 64 w 90"/>
                  <a:gd name="T85" fmla="*/ 19 h 99"/>
                  <a:gd name="T86" fmla="*/ 55 w 90"/>
                  <a:gd name="T87" fmla="*/ 23 h 99"/>
                  <a:gd name="T88" fmla="*/ 47 w 90"/>
                  <a:gd name="T89" fmla="*/ 11 h 99"/>
                  <a:gd name="T90" fmla="*/ 49 w 90"/>
                  <a:gd name="T91" fmla="*/ 6 h 99"/>
                  <a:gd name="T92" fmla="*/ 43 w 90"/>
                  <a:gd name="T93" fmla="*/ 0 h 99"/>
                  <a:gd name="T94" fmla="*/ 35 w 90"/>
                  <a:gd name="T95" fmla="*/ 10 h 99"/>
                  <a:gd name="T96" fmla="*/ 20 w 90"/>
                  <a:gd name="T97" fmla="*/ 2 h 99"/>
                  <a:gd name="T98" fmla="*/ 18 w 90"/>
                  <a:gd name="T99" fmla="*/ 8 h 99"/>
                  <a:gd name="T100" fmla="*/ 30 w 90"/>
                  <a:gd name="T101" fmla="*/ 16 h 99"/>
                  <a:gd name="T102" fmla="*/ 24 w 90"/>
                  <a:gd name="T103" fmla="*/ 3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0" h="99">
                    <a:moveTo>
                      <a:pt x="1" y="34"/>
                    </a:moveTo>
                    <a:cubicBezTo>
                      <a:pt x="1" y="34"/>
                      <a:pt x="4" y="28"/>
                      <a:pt x="8" y="30"/>
                    </a:cubicBezTo>
                    <a:cubicBezTo>
                      <a:pt x="11" y="33"/>
                      <a:pt x="11" y="37"/>
                      <a:pt x="12" y="38"/>
                    </a:cubicBezTo>
                    <a:cubicBezTo>
                      <a:pt x="13" y="39"/>
                      <a:pt x="17" y="42"/>
                      <a:pt x="18" y="42"/>
                    </a:cubicBezTo>
                    <a:cubicBezTo>
                      <a:pt x="20" y="42"/>
                      <a:pt x="22" y="40"/>
                      <a:pt x="23" y="48"/>
                    </a:cubicBezTo>
                    <a:cubicBezTo>
                      <a:pt x="23" y="48"/>
                      <a:pt x="26" y="53"/>
                      <a:pt x="31" y="55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32" y="50"/>
                      <a:pt x="33" y="54"/>
                      <a:pt x="35" y="57"/>
                    </a:cubicBezTo>
                    <a:cubicBezTo>
                      <a:pt x="37" y="60"/>
                      <a:pt x="38" y="57"/>
                      <a:pt x="39" y="59"/>
                    </a:cubicBezTo>
                    <a:cubicBezTo>
                      <a:pt x="40" y="62"/>
                      <a:pt x="41" y="63"/>
                      <a:pt x="41" y="63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4"/>
                      <a:pt x="58" y="81"/>
                      <a:pt x="51" y="80"/>
                    </a:cubicBezTo>
                    <a:cubicBezTo>
                      <a:pt x="44" y="78"/>
                      <a:pt x="43" y="72"/>
                      <a:pt x="41" y="75"/>
                    </a:cubicBezTo>
                    <a:cubicBezTo>
                      <a:pt x="40" y="79"/>
                      <a:pt x="42" y="82"/>
                      <a:pt x="43" y="85"/>
                    </a:cubicBezTo>
                    <a:cubicBezTo>
                      <a:pt x="43" y="88"/>
                      <a:pt x="36" y="99"/>
                      <a:pt x="30" y="88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26" y="76"/>
                      <a:pt x="26" y="72"/>
                      <a:pt x="27" y="70"/>
                    </a:cubicBezTo>
                    <a:cubicBezTo>
                      <a:pt x="29" y="69"/>
                      <a:pt x="32" y="71"/>
                      <a:pt x="32" y="71"/>
                    </a:cubicBezTo>
                    <a:cubicBezTo>
                      <a:pt x="32" y="71"/>
                      <a:pt x="34" y="69"/>
                      <a:pt x="30" y="64"/>
                    </a:cubicBezTo>
                    <a:cubicBezTo>
                      <a:pt x="27" y="59"/>
                      <a:pt x="21" y="56"/>
                      <a:pt x="21" y="55"/>
                    </a:cubicBezTo>
                    <a:cubicBezTo>
                      <a:pt x="20" y="55"/>
                      <a:pt x="15" y="76"/>
                      <a:pt x="11" y="85"/>
                    </a:cubicBezTo>
                    <a:cubicBezTo>
                      <a:pt x="7" y="93"/>
                      <a:pt x="3" y="90"/>
                      <a:pt x="1" y="89"/>
                    </a:cubicBezTo>
                    <a:cubicBezTo>
                      <a:pt x="0" y="88"/>
                      <a:pt x="0" y="85"/>
                      <a:pt x="2" y="84"/>
                    </a:cubicBezTo>
                    <a:cubicBezTo>
                      <a:pt x="5" y="83"/>
                      <a:pt x="7" y="78"/>
                      <a:pt x="11" y="67"/>
                    </a:cubicBezTo>
                    <a:cubicBezTo>
                      <a:pt x="14" y="55"/>
                      <a:pt x="16" y="52"/>
                      <a:pt x="15" y="50"/>
                    </a:cubicBezTo>
                    <a:cubicBezTo>
                      <a:pt x="14" y="49"/>
                      <a:pt x="5" y="37"/>
                      <a:pt x="1" y="34"/>
                    </a:cubicBezTo>
                    <a:close/>
                    <a:moveTo>
                      <a:pt x="24" y="37"/>
                    </a:moveTo>
                    <a:cubicBezTo>
                      <a:pt x="22" y="42"/>
                      <a:pt x="24" y="44"/>
                      <a:pt x="24" y="44"/>
                    </a:cubicBezTo>
                    <a:cubicBezTo>
                      <a:pt x="24" y="44"/>
                      <a:pt x="26" y="43"/>
                      <a:pt x="30" y="43"/>
                    </a:cubicBezTo>
                    <a:cubicBezTo>
                      <a:pt x="34" y="43"/>
                      <a:pt x="37" y="38"/>
                      <a:pt x="39" y="32"/>
                    </a:cubicBezTo>
                    <a:cubicBezTo>
                      <a:pt x="40" y="26"/>
                      <a:pt x="41" y="30"/>
                      <a:pt x="42" y="31"/>
                    </a:cubicBezTo>
                    <a:cubicBezTo>
                      <a:pt x="42" y="32"/>
                      <a:pt x="43" y="48"/>
                      <a:pt x="44" y="50"/>
                    </a:cubicBezTo>
                    <a:cubicBezTo>
                      <a:pt x="45" y="53"/>
                      <a:pt x="46" y="58"/>
                      <a:pt x="51" y="57"/>
                    </a:cubicBezTo>
                    <a:cubicBezTo>
                      <a:pt x="56" y="56"/>
                      <a:pt x="55" y="50"/>
                      <a:pt x="54" y="45"/>
                    </a:cubicBezTo>
                    <a:cubicBezTo>
                      <a:pt x="52" y="39"/>
                      <a:pt x="54" y="38"/>
                      <a:pt x="56" y="37"/>
                    </a:cubicBezTo>
                    <a:cubicBezTo>
                      <a:pt x="58" y="36"/>
                      <a:pt x="61" y="36"/>
                      <a:pt x="63" y="38"/>
                    </a:cubicBezTo>
                    <a:cubicBezTo>
                      <a:pt x="66" y="39"/>
                      <a:pt x="73" y="45"/>
                      <a:pt x="74" y="46"/>
                    </a:cubicBezTo>
                    <a:cubicBezTo>
                      <a:pt x="75" y="46"/>
                      <a:pt x="78" y="49"/>
                      <a:pt x="82" y="49"/>
                    </a:cubicBezTo>
                    <a:cubicBezTo>
                      <a:pt x="90" y="49"/>
                      <a:pt x="87" y="43"/>
                      <a:pt x="87" y="43"/>
                    </a:cubicBezTo>
                    <a:cubicBezTo>
                      <a:pt x="64" y="29"/>
                      <a:pt x="64" y="29"/>
                      <a:pt x="64" y="29"/>
                    </a:cubicBezTo>
                    <a:cubicBezTo>
                      <a:pt x="72" y="27"/>
                      <a:pt x="83" y="15"/>
                      <a:pt x="84" y="9"/>
                    </a:cubicBezTo>
                    <a:cubicBezTo>
                      <a:pt x="85" y="3"/>
                      <a:pt x="82" y="1"/>
                      <a:pt x="77" y="4"/>
                    </a:cubicBezTo>
                    <a:cubicBezTo>
                      <a:pt x="72" y="8"/>
                      <a:pt x="70" y="12"/>
                      <a:pt x="64" y="19"/>
                    </a:cubicBezTo>
                    <a:cubicBezTo>
                      <a:pt x="58" y="27"/>
                      <a:pt x="55" y="23"/>
                      <a:pt x="55" y="23"/>
                    </a:cubicBezTo>
                    <a:cubicBezTo>
                      <a:pt x="46" y="18"/>
                      <a:pt x="47" y="11"/>
                      <a:pt x="47" y="11"/>
                    </a:cubicBezTo>
                    <a:cubicBezTo>
                      <a:pt x="47" y="11"/>
                      <a:pt x="47" y="11"/>
                      <a:pt x="49" y="6"/>
                    </a:cubicBezTo>
                    <a:cubicBezTo>
                      <a:pt x="51" y="1"/>
                      <a:pt x="48" y="0"/>
                      <a:pt x="43" y="0"/>
                    </a:cubicBezTo>
                    <a:cubicBezTo>
                      <a:pt x="40" y="1"/>
                      <a:pt x="35" y="10"/>
                      <a:pt x="35" y="10"/>
                    </a:cubicBezTo>
                    <a:cubicBezTo>
                      <a:pt x="26" y="3"/>
                      <a:pt x="20" y="2"/>
                      <a:pt x="20" y="2"/>
                    </a:cubicBezTo>
                    <a:cubicBezTo>
                      <a:pt x="11" y="3"/>
                      <a:pt x="16" y="9"/>
                      <a:pt x="18" y="8"/>
                    </a:cubicBezTo>
                    <a:cubicBezTo>
                      <a:pt x="21" y="8"/>
                      <a:pt x="30" y="16"/>
                      <a:pt x="30" y="16"/>
                    </a:cubicBezTo>
                    <a:cubicBezTo>
                      <a:pt x="32" y="25"/>
                      <a:pt x="27" y="33"/>
                      <a:pt x="2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9" name="任意多边形: 形状 78"/>
              <p:cNvSpPr>
                <a:spLocks noEditPoints="1"/>
              </p:cNvSpPr>
              <p:nvPr/>
            </p:nvSpPr>
            <p:spPr bwMode="auto">
              <a:xfrm>
                <a:off x="2097088" y="1790701"/>
                <a:ext cx="144463" cy="127000"/>
              </a:xfrm>
              <a:custGeom>
                <a:avLst/>
                <a:gdLst>
                  <a:gd name="T0" fmla="*/ 37 w 94"/>
                  <a:gd name="T1" fmla="*/ 17 h 83"/>
                  <a:gd name="T2" fmla="*/ 38 w 94"/>
                  <a:gd name="T3" fmla="*/ 8 h 83"/>
                  <a:gd name="T4" fmla="*/ 27 w 94"/>
                  <a:gd name="T5" fmla="*/ 1 h 83"/>
                  <a:gd name="T6" fmla="*/ 28 w 94"/>
                  <a:gd name="T7" fmla="*/ 14 h 83"/>
                  <a:gd name="T8" fmla="*/ 19 w 94"/>
                  <a:gd name="T9" fmla="*/ 38 h 83"/>
                  <a:gd name="T10" fmla="*/ 14 w 94"/>
                  <a:gd name="T11" fmla="*/ 31 h 83"/>
                  <a:gd name="T12" fmla="*/ 2 w 94"/>
                  <a:gd name="T13" fmla="*/ 66 h 83"/>
                  <a:gd name="T14" fmla="*/ 24 w 94"/>
                  <a:gd name="T15" fmla="*/ 43 h 83"/>
                  <a:gd name="T16" fmla="*/ 41 w 94"/>
                  <a:gd name="T17" fmla="*/ 43 h 83"/>
                  <a:gd name="T18" fmla="*/ 35 w 94"/>
                  <a:gd name="T19" fmla="*/ 65 h 83"/>
                  <a:gd name="T20" fmla="*/ 32 w 94"/>
                  <a:gd name="T21" fmla="*/ 59 h 83"/>
                  <a:gd name="T22" fmla="*/ 48 w 94"/>
                  <a:gd name="T23" fmla="*/ 79 h 83"/>
                  <a:gd name="T24" fmla="*/ 56 w 94"/>
                  <a:gd name="T25" fmla="*/ 79 h 83"/>
                  <a:gd name="T26" fmla="*/ 83 w 94"/>
                  <a:gd name="T27" fmla="*/ 81 h 83"/>
                  <a:gd name="T28" fmla="*/ 68 w 94"/>
                  <a:gd name="T29" fmla="*/ 72 h 83"/>
                  <a:gd name="T30" fmla="*/ 74 w 94"/>
                  <a:gd name="T31" fmla="*/ 65 h 83"/>
                  <a:gd name="T32" fmla="*/ 48 w 94"/>
                  <a:gd name="T33" fmla="*/ 45 h 83"/>
                  <a:gd name="T34" fmla="*/ 49 w 94"/>
                  <a:gd name="T35" fmla="*/ 34 h 83"/>
                  <a:gd name="T36" fmla="*/ 40 w 94"/>
                  <a:gd name="T37" fmla="*/ 31 h 83"/>
                  <a:gd name="T38" fmla="*/ 53 w 94"/>
                  <a:gd name="T39" fmla="*/ 17 h 83"/>
                  <a:gd name="T40" fmla="*/ 63 w 94"/>
                  <a:gd name="T41" fmla="*/ 25 h 83"/>
                  <a:gd name="T42" fmla="*/ 63 w 94"/>
                  <a:gd name="T43" fmla="*/ 8 h 83"/>
                  <a:gd name="T44" fmla="*/ 27 w 94"/>
                  <a:gd name="T45" fmla="*/ 39 h 83"/>
                  <a:gd name="T46" fmla="*/ 37 w 94"/>
                  <a:gd name="T47" fmla="*/ 38 h 83"/>
                  <a:gd name="T48" fmla="*/ 50 w 94"/>
                  <a:gd name="T49" fmla="*/ 60 h 83"/>
                  <a:gd name="T50" fmla="*/ 52 w 94"/>
                  <a:gd name="T51" fmla="*/ 64 h 83"/>
                  <a:gd name="T52" fmla="*/ 51 w 94"/>
                  <a:gd name="T53" fmla="*/ 76 h 83"/>
                  <a:gd name="T54" fmla="*/ 47 w 94"/>
                  <a:gd name="T55" fmla="*/ 54 h 83"/>
                  <a:gd name="T56" fmla="*/ 63 w 94"/>
                  <a:gd name="T57" fmla="*/ 46 h 83"/>
                  <a:gd name="T58" fmla="*/ 61 w 94"/>
                  <a:gd name="T59" fmla="*/ 66 h 83"/>
                  <a:gd name="T60" fmla="*/ 61 w 94"/>
                  <a:gd name="T61" fmla="*/ 56 h 83"/>
                  <a:gd name="T62" fmla="*/ 50 w 94"/>
                  <a:gd name="T63" fmla="*/ 5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4" h="83">
                    <a:moveTo>
                      <a:pt x="63" y="8"/>
                    </a:moveTo>
                    <a:cubicBezTo>
                      <a:pt x="51" y="9"/>
                      <a:pt x="37" y="17"/>
                      <a:pt x="37" y="17"/>
                    </a:cubicBezTo>
                    <a:cubicBezTo>
                      <a:pt x="37" y="17"/>
                      <a:pt x="34" y="12"/>
                      <a:pt x="35" y="11"/>
                    </a:cubicBezTo>
                    <a:cubicBezTo>
                      <a:pt x="35" y="10"/>
                      <a:pt x="36" y="10"/>
                      <a:pt x="38" y="8"/>
                    </a:cubicBezTo>
                    <a:cubicBezTo>
                      <a:pt x="40" y="6"/>
                      <a:pt x="40" y="3"/>
                      <a:pt x="40" y="3"/>
                    </a:cubicBezTo>
                    <a:cubicBezTo>
                      <a:pt x="39" y="0"/>
                      <a:pt x="27" y="1"/>
                      <a:pt x="27" y="1"/>
                    </a:cubicBezTo>
                    <a:cubicBezTo>
                      <a:pt x="15" y="8"/>
                      <a:pt x="5" y="5"/>
                      <a:pt x="5" y="5"/>
                    </a:cubicBezTo>
                    <a:cubicBezTo>
                      <a:pt x="10" y="20"/>
                      <a:pt x="26" y="14"/>
                      <a:pt x="28" y="14"/>
                    </a:cubicBezTo>
                    <a:cubicBezTo>
                      <a:pt x="30" y="14"/>
                      <a:pt x="31" y="20"/>
                      <a:pt x="31" y="22"/>
                    </a:cubicBezTo>
                    <a:cubicBezTo>
                      <a:pt x="30" y="24"/>
                      <a:pt x="24" y="28"/>
                      <a:pt x="19" y="38"/>
                    </a:cubicBezTo>
                    <a:cubicBezTo>
                      <a:pt x="13" y="47"/>
                      <a:pt x="16" y="36"/>
                      <a:pt x="16" y="36"/>
                    </a:cubicBezTo>
                    <a:cubicBezTo>
                      <a:pt x="21" y="27"/>
                      <a:pt x="14" y="31"/>
                      <a:pt x="14" y="31"/>
                    </a:cubicBezTo>
                    <a:cubicBezTo>
                      <a:pt x="6" y="39"/>
                      <a:pt x="1" y="53"/>
                      <a:pt x="1" y="59"/>
                    </a:cubicBezTo>
                    <a:cubicBezTo>
                      <a:pt x="0" y="66"/>
                      <a:pt x="2" y="66"/>
                      <a:pt x="2" y="66"/>
                    </a:cubicBezTo>
                    <a:cubicBezTo>
                      <a:pt x="6" y="68"/>
                      <a:pt x="11" y="67"/>
                      <a:pt x="11" y="67"/>
                    </a:cubicBezTo>
                    <a:cubicBezTo>
                      <a:pt x="10" y="66"/>
                      <a:pt x="24" y="43"/>
                      <a:pt x="24" y="43"/>
                    </a:cubicBezTo>
                    <a:cubicBezTo>
                      <a:pt x="27" y="49"/>
                      <a:pt x="35" y="52"/>
                      <a:pt x="37" y="51"/>
                    </a:cubicBezTo>
                    <a:cubicBezTo>
                      <a:pt x="38" y="51"/>
                      <a:pt x="41" y="43"/>
                      <a:pt x="41" y="43"/>
                    </a:cubicBezTo>
                    <a:cubicBezTo>
                      <a:pt x="44" y="50"/>
                      <a:pt x="44" y="50"/>
                      <a:pt x="44" y="50"/>
                    </a:cubicBezTo>
                    <a:cubicBezTo>
                      <a:pt x="45" y="55"/>
                      <a:pt x="35" y="65"/>
                      <a:pt x="35" y="65"/>
                    </a:cubicBezTo>
                    <a:cubicBezTo>
                      <a:pt x="34" y="65"/>
                      <a:pt x="34" y="62"/>
                      <a:pt x="34" y="62"/>
                    </a:cubicBezTo>
                    <a:cubicBezTo>
                      <a:pt x="34" y="58"/>
                      <a:pt x="32" y="59"/>
                      <a:pt x="32" y="59"/>
                    </a:cubicBezTo>
                    <a:cubicBezTo>
                      <a:pt x="30" y="67"/>
                      <a:pt x="33" y="71"/>
                      <a:pt x="33" y="71"/>
                    </a:cubicBezTo>
                    <a:cubicBezTo>
                      <a:pt x="33" y="71"/>
                      <a:pt x="47" y="77"/>
                      <a:pt x="48" y="79"/>
                    </a:cubicBezTo>
                    <a:cubicBezTo>
                      <a:pt x="50" y="81"/>
                      <a:pt x="53" y="83"/>
                      <a:pt x="55" y="82"/>
                    </a:cubicBezTo>
                    <a:cubicBezTo>
                      <a:pt x="57" y="81"/>
                      <a:pt x="56" y="79"/>
                      <a:pt x="56" y="79"/>
                    </a:cubicBezTo>
                    <a:cubicBezTo>
                      <a:pt x="60" y="76"/>
                      <a:pt x="60" y="76"/>
                      <a:pt x="60" y="76"/>
                    </a:cubicBezTo>
                    <a:cubicBezTo>
                      <a:pt x="62" y="78"/>
                      <a:pt x="73" y="82"/>
                      <a:pt x="83" y="81"/>
                    </a:cubicBezTo>
                    <a:cubicBezTo>
                      <a:pt x="94" y="79"/>
                      <a:pt x="88" y="68"/>
                      <a:pt x="84" y="70"/>
                    </a:cubicBezTo>
                    <a:cubicBezTo>
                      <a:pt x="79" y="72"/>
                      <a:pt x="72" y="73"/>
                      <a:pt x="68" y="72"/>
                    </a:cubicBezTo>
                    <a:cubicBezTo>
                      <a:pt x="65" y="71"/>
                      <a:pt x="68" y="68"/>
                      <a:pt x="69" y="68"/>
                    </a:cubicBezTo>
                    <a:cubicBezTo>
                      <a:pt x="69" y="68"/>
                      <a:pt x="71" y="69"/>
                      <a:pt x="74" y="65"/>
                    </a:cubicBezTo>
                    <a:cubicBezTo>
                      <a:pt x="78" y="62"/>
                      <a:pt x="74" y="40"/>
                      <a:pt x="74" y="40"/>
                    </a:cubicBezTo>
                    <a:cubicBezTo>
                      <a:pt x="63" y="32"/>
                      <a:pt x="48" y="45"/>
                      <a:pt x="48" y="45"/>
                    </a:cubicBezTo>
                    <a:cubicBezTo>
                      <a:pt x="48" y="45"/>
                      <a:pt x="43" y="37"/>
                      <a:pt x="42" y="36"/>
                    </a:cubicBezTo>
                    <a:cubicBezTo>
                      <a:pt x="42" y="35"/>
                      <a:pt x="43" y="31"/>
                      <a:pt x="49" y="34"/>
                    </a:cubicBezTo>
                    <a:cubicBezTo>
                      <a:pt x="55" y="36"/>
                      <a:pt x="60" y="36"/>
                      <a:pt x="56" y="31"/>
                    </a:cubicBezTo>
                    <a:cubicBezTo>
                      <a:pt x="51" y="27"/>
                      <a:pt x="40" y="31"/>
                      <a:pt x="40" y="31"/>
                    </a:cubicBezTo>
                    <a:cubicBezTo>
                      <a:pt x="40" y="31"/>
                      <a:pt x="36" y="27"/>
                      <a:pt x="38" y="26"/>
                    </a:cubicBezTo>
                    <a:cubicBezTo>
                      <a:pt x="40" y="24"/>
                      <a:pt x="42" y="20"/>
                      <a:pt x="53" y="17"/>
                    </a:cubicBezTo>
                    <a:cubicBezTo>
                      <a:pt x="64" y="15"/>
                      <a:pt x="62" y="21"/>
                      <a:pt x="62" y="22"/>
                    </a:cubicBezTo>
                    <a:cubicBezTo>
                      <a:pt x="61" y="24"/>
                      <a:pt x="63" y="25"/>
                      <a:pt x="63" y="25"/>
                    </a:cubicBezTo>
                    <a:cubicBezTo>
                      <a:pt x="70" y="23"/>
                      <a:pt x="74" y="17"/>
                      <a:pt x="75" y="15"/>
                    </a:cubicBezTo>
                    <a:cubicBezTo>
                      <a:pt x="75" y="13"/>
                      <a:pt x="75" y="7"/>
                      <a:pt x="63" y="8"/>
                    </a:cubicBezTo>
                    <a:close/>
                    <a:moveTo>
                      <a:pt x="36" y="45"/>
                    </a:moveTo>
                    <a:cubicBezTo>
                      <a:pt x="36" y="45"/>
                      <a:pt x="32" y="48"/>
                      <a:pt x="27" y="39"/>
                    </a:cubicBezTo>
                    <a:cubicBezTo>
                      <a:pt x="27" y="39"/>
                      <a:pt x="32" y="32"/>
                      <a:pt x="34" y="31"/>
                    </a:cubicBezTo>
                    <a:cubicBezTo>
                      <a:pt x="37" y="38"/>
                      <a:pt x="37" y="38"/>
                      <a:pt x="37" y="38"/>
                    </a:cubicBezTo>
                    <a:lnTo>
                      <a:pt x="36" y="45"/>
                    </a:lnTo>
                    <a:close/>
                    <a:moveTo>
                      <a:pt x="50" y="60"/>
                    </a:moveTo>
                    <a:cubicBezTo>
                      <a:pt x="50" y="60"/>
                      <a:pt x="47" y="65"/>
                      <a:pt x="47" y="66"/>
                    </a:cubicBezTo>
                    <a:cubicBezTo>
                      <a:pt x="48" y="67"/>
                      <a:pt x="52" y="64"/>
                      <a:pt x="52" y="64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1" y="76"/>
                      <a:pt x="51" y="76"/>
                      <a:pt x="51" y="76"/>
                    </a:cubicBezTo>
                    <a:cubicBezTo>
                      <a:pt x="37" y="69"/>
                      <a:pt x="37" y="69"/>
                      <a:pt x="37" y="69"/>
                    </a:cubicBezTo>
                    <a:cubicBezTo>
                      <a:pt x="37" y="69"/>
                      <a:pt x="46" y="62"/>
                      <a:pt x="47" y="54"/>
                    </a:cubicBezTo>
                    <a:lnTo>
                      <a:pt x="50" y="60"/>
                    </a:lnTo>
                    <a:close/>
                    <a:moveTo>
                      <a:pt x="63" y="46"/>
                    </a:moveTo>
                    <a:cubicBezTo>
                      <a:pt x="68" y="50"/>
                      <a:pt x="66" y="61"/>
                      <a:pt x="66" y="61"/>
                    </a:cubicBezTo>
                    <a:cubicBezTo>
                      <a:pt x="61" y="66"/>
                      <a:pt x="61" y="66"/>
                      <a:pt x="61" y="66"/>
                    </a:cubicBezTo>
                    <a:cubicBezTo>
                      <a:pt x="58" y="61"/>
                      <a:pt x="58" y="61"/>
                      <a:pt x="58" y="61"/>
                    </a:cubicBezTo>
                    <a:cubicBezTo>
                      <a:pt x="58" y="61"/>
                      <a:pt x="62" y="59"/>
                      <a:pt x="61" y="56"/>
                    </a:cubicBezTo>
                    <a:cubicBezTo>
                      <a:pt x="59" y="53"/>
                      <a:pt x="55" y="56"/>
                      <a:pt x="55" y="56"/>
                    </a:cubicBezTo>
                    <a:cubicBezTo>
                      <a:pt x="50" y="50"/>
                      <a:pt x="50" y="50"/>
                      <a:pt x="50" y="50"/>
                    </a:cubicBezTo>
                    <a:cubicBezTo>
                      <a:pt x="50" y="50"/>
                      <a:pt x="59" y="42"/>
                      <a:pt x="6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 bwMode="auto">
              <a:xfrm>
                <a:off x="2276476" y="1733551"/>
                <a:ext cx="150813" cy="149225"/>
              </a:xfrm>
              <a:custGeom>
                <a:avLst/>
                <a:gdLst>
                  <a:gd name="T0" fmla="*/ 5 w 98"/>
                  <a:gd name="T1" fmla="*/ 15 h 97"/>
                  <a:gd name="T2" fmla="*/ 14 w 98"/>
                  <a:gd name="T3" fmla="*/ 15 h 97"/>
                  <a:gd name="T4" fmla="*/ 48 w 98"/>
                  <a:gd name="T5" fmla="*/ 3 h 97"/>
                  <a:gd name="T6" fmla="*/ 68 w 98"/>
                  <a:gd name="T7" fmla="*/ 1 h 97"/>
                  <a:gd name="T8" fmla="*/ 78 w 98"/>
                  <a:gd name="T9" fmla="*/ 8 h 97"/>
                  <a:gd name="T10" fmla="*/ 63 w 98"/>
                  <a:gd name="T11" fmla="*/ 25 h 97"/>
                  <a:gd name="T12" fmla="*/ 67 w 98"/>
                  <a:gd name="T13" fmla="*/ 35 h 97"/>
                  <a:gd name="T14" fmla="*/ 86 w 98"/>
                  <a:gd name="T15" fmla="*/ 31 h 97"/>
                  <a:gd name="T16" fmla="*/ 93 w 98"/>
                  <a:gd name="T17" fmla="*/ 44 h 97"/>
                  <a:gd name="T18" fmla="*/ 83 w 98"/>
                  <a:gd name="T19" fmla="*/ 43 h 97"/>
                  <a:gd name="T20" fmla="*/ 73 w 98"/>
                  <a:gd name="T21" fmla="*/ 46 h 97"/>
                  <a:gd name="T22" fmla="*/ 71 w 98"/>
                  <a:gd name="T23" fmla="*/ 80 h 97"/>
                  <a:gd name="T24" fmla="*/ 52 w 98"/>
                  <a:gd name="T25" fmla="*/ 84 h 97"/>
                  <a:gd name="T26" fmla="*/ 43 w 98"/>
                  <a:gd name="T27" fmla="*/ 62 h 97"/>
                  <a:gd name="T28" fmla="*/ 57 w 98"/>
                  <a:gd name="T29" fmla="*/ 73 h 97"/>
                  <a:gd name="T30" fmla="*/ 63 w 98"/>
                  <a:gd name="T31" fmla="*/ 47 h 97"/>
                  <a:gd name="T32" fmla="*/ 33 w 98"/>
                  <a:gd name="T33" fmla="*/ 60 h 97"/>
                  <a:gd name="T34" fmla="*/ 22 w 98"/>
                  <a:gd name="T35" fmla="*/ 50 h 97"/>
                  <a:gd name="T36" fmla="*/ 27 w 98"/>
                  <a:gd name="T37" fmla="*/ 46 h 97"/>
                  <a:gd name="T38" fmla="*/ 52 w 98"/>
                  <a:gd name="T39" fmla="*/ 40 h 97"/>
                  <a:gd name="T40" fmla="*/ 53 w 98"/>
                  <a:gd name="T41" fmla="*/ 32 h 97"/>
                  <a:gd name="T42" fmla="*/ 53 w 98"/>
                  <a:gd name="T43" fmla="*/ 24 h 97"/>
                  <a:gd name="T44" fmla="*/ 60 w 98"/>
                  <a:gd name="T45" fmla="*/ 12 h 97"/>
                  <a:gd name="T46" fmla="*/ 46 w 98"/>
                  <a:gd name="T47" fmla="*/ 14 h 97"/>
                  <a:gd name="T48" fmla="*/ 20 w 98"/>
                  <a:gd name="T49" fmla="*/ 27 h 97"/>
                  <a:gd name="T50" fmla="*/ 12 w 98"/>
                  <a:gd name="T51" fmla="*/ 28 h 97"/>
                  <a:gd name="T52" fmla="*/ 5 w 98"/>
                  <a:gd name="T53" fmla="*/ 1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8" h="97">
                    <a:moveTo>
                      <a:pt x="5" y="15"/>
                    </a:moveTo>
                    <a:cubicBezTo>
                      <a:pt x="5" y="15"/>
                      <a:pt x="7" y="18"/>
                      <a:pt x="14" y="15"/>
                    </a:cubicBezTo>
                    <a:cubicBezTo>
                      <a:pt x="20" y="13"/>
                      <a:pt x="42" y="4"/>
                      <a:pt x="48" y="3"/>
                    </a:cubicBezTo>
                    <a:cubicBezTo>
                      <a:pt x="54" y="2"/>
                      <a:pt x="64" y="2"/>
                      <a:pt x="68" y="1"/>
                    </a:cubicBezTo>
                    <a:cubicBezTo>
                      <a:pt x="71" y="0"/>
                      <a:pt x="77" y="5"/>
                      <a:pt x="78" y="8"/>
                    </a:cubicBezTo>
                    <a:cubicBezTo>
                      <a:pt x="78" y="12"/>
                      <a:pt x="63" y="25"/>
                      <a:pt x="63" y="25"/>
                    </a:cubicBezTo>
                    <a:cubicBezTo>
                      <a:pt x="63" y="25"/>
                      <a:pt x="60" y="29"/>
                      <a:pt x="67" y="35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6" y="31"/>
                      <a:pt x="98" y="36"/>
                      <a:pt x="93" y="44"/>
                    </a:cubicBezTo>
                    <a:cubicBezTo>
                      <a:pt x="93" y="44"/>
                      <a:pt x="86" y="43"/>
                      <a:pt x="83" y="43"/>
                    </a:cubicBezTo>
                    <a:cubicBezTo>
                      <a:pt x="80" y="44"/>
                      <a:pt x="73" y="46"/>
                      <a:pt x="73" y="46"/>
                    </a:cubicBezTo>
                    <a:cubicBezTo>
                      <a:pt x="73" y="46"/>
                      <a:pt x="74" y="69"/>
                      <a:pt x="71" y="80"/>
                    </a:cubicBezTo>
                    <a:cubicBezTo>
                      <a:pt x="67" y="91"/>
                      <a:pt x="74" y="97"/>
                      <a:pt x="52" y="84"/>
                    </a:cubicBezTo>
                    <a:cubicBezTo>
                      <a:pt x="52" y="84"/>
                      <a:pt x="44" y="74"/>
                      <a:pt x="43" y="62"/>
                    </a:cubicBezTo>
                    <a:cubicBezTo>
                      <a:pt x="43" y="62"/>
                      <a:pt x="47" y="75"/>
                      <a:pt x="57" y="73"/>
                    </a:cubicBezTo>
                    <a:cubicBezTo>
                      <a:pt x="66" y="71"/>
                      <a:pt x="63" y="47"/>
                      <a:pt x="63" y="47"/>
                    </a:cubicBezTo>
                    <a:cubicBezTo>
                      <a:pt x="63" y="47"/>
                      <a:pt x="36" y="57"/>
                      <a:pt x="33" y="60"/>
                    </a:cubicBezTo>
                    <a:cubicBezTo>
                      <a:pt x="33" y="60"/>
                      <a:pt x="26" y="62"/>
                      <a:pt x="22" y="50"/>
                    </a:cubicBezTo>
                    <a:cubicBezTo>
                      <a:pt x="22" y="50"/>
                      <a:pt x="25" y="40"/>
                      <a:pt x="27" y="46"/>
                    </a:cubicBezTo>
                    <a:cubicBezTo>
                      <a:pt x="27" y="46"/>
                      <a:pt x="28" y="51"/>
                      <a:pt x="52" y="40"/>
                    </a:cubicBezTo>
                    <a:cubicBezTo>
                      <a:pt x="52" y="40"/>
                      <a:pt x="64" y="39"/>
                      <a:pt x="53" y="32"/>
                    </a:cubicBezTo>
                    <a:cubicBezTo>
                      <a:pt x="46" y="28"/>
                      <a:pt x="53" y="25"/>
                      <a:pt x="53" y="24"/>
                    </a:cubicBezTo>
                    <a:cubicBezTo>
                      <a:pt x="53" y="22"/>
                      <a:pt x="61" y="13"/>
                      <a:pt x="60" y="12"/>
                    </a:cubicBezTo>
                    <a:cubicBezTo>
                      <a:pt x="60" y="11"/>
                      <a:pt x="50" y="12"/>
                      <a:pt x="46" y="14"/>
                    </a:cubicBezTo>
                    <a:cubicBezTo>
                      <a:pt x="41" y="16"/>
                      <a:pt x="21" y="25"/>
                      <a:pt x="20" y="27"/>
                    </a:cubicBezTo>
                    <a:cubicBezTo>
                      <a:pt x="19" y="29"/>
                      <a:pt x="16" y="29"/>
                      <a:pt x="12" y="28"/>
                    </a:cubicBezTo>
                    <a:cubicBezTo>
                      <a:pt x="8" y="27"/>
                      <a:pt x="0" y="23"/>
                      <a:pt x="5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1" name="任意多边形: 形状 80"/>
              <p:cNvSpPr>
                <a:spLocks noEditPoints="1"/>
              </p:cNvSpPr>
              <p:nvPr/>
            </p:nvSpPr>
            <p:spPr bwMode="auto">
              <a:xfrm>
                <a:off x="2493963" y="1731963"/>
                <a:ext cx="157163" cy="165100"/>
              </a:xfrm>
              <a:custGeom>
                <a:avLst/>
                <a:gdLst>
                  <a:gd name="T0" fmla="*/ 50 w 102"/>
                  <a:gd name="T1" fmla="*/ 7 h 107"/>
                  <a:gd name="T2" fmla="*/ 56 w 102"/>
                  <a:gd name="T3" fmla="*/ 8 h 107"/>
                  <a:gd name="T4" fmla="*/ 47 w 102"/>
                  <a:gd name="T5" fmla="*/ 20 h 107"/>
                  <a:gd name="T6" fmla="*/ 22 w 102"/>
                  <a:gd name="T7" fmla="*/ 18 h 107"/>
                  <a:gd name="T8" fmla="*/ 15 w 102"/>
                  <a:gd name="T9" fmla="*/ 12 h 107"/>
                  <a:gd name="T10" fmla="*/ 50 w 102"/>
                  <a:gd name="T11" fmla="*/ 7 h 107"/>
                  <a:gd name="T12" fmla="*/ 1 w 102"/>
                  <a:gd name="T13" fmla="*/ 42 h 107"/>
                  <a:gd name="T14" fmla="*/ 6 w 102"/>
                  <a:gd name="T15" fmla="*/ 44 h 107"/>
                  <a:gd name="T16" fmla="*/ 13 w 102"/>
                  <a:gd name="T17" fmla="*/ 42 h 107"/>
                  <a:gd name="T18" fmla="*/ 32 w 102"/>
                  <a:gd name="T19" fmla="*/ 40 h 107"/>
                  <a:gd name="T20" fmla="*/ 35 w 102"/>
                  <a:gd name="T21" fmla="*/ 45 h 107"/>
                  <a:gd name="T22" fmla="*/ 33 w 102"/>
                  <a:gd name="T23" fmla="*/ 49 h 107"/>
                  <a:gd name="T24" fmla="*/ 25 w 102"/>
                  <a:gd name="T25" fmla="*/ 54 h 107"/>
                  <a:gd name="T26" fmla="*/ 24 w 102"/>
                  <a:gd name="T27" fmla="*/ 53 h 107"/>
                  <a:gd name="T28" fmla="*/ 27 w 102"/>
                  <a:gd name="T29" fmla="*/ 51 h 107"/>
                  <a:gd name="T30" fmla="*/ 29 w 102"/>
                  <a:gd name="T31" fmla="*/ 46 h 107"/>
                  <a:gd name="T32" fmla="*/ 23 w 102"/>
                  <a:gd name="T33" fmla="*/ 45 h 107"/>
                  <a:gd name="T34" fmla="*/ 8 w 102"/>
                  <a:gd name="T35" fmla="*/ 56 h 107"/>
                  <a:gd name="T36" fmla="*/ 6 w 102"/>
                  <a:gd name="T37" fmla="*/ 64 h 107"/>
                  <a:gd name="T38" fmla="*/ 23 w 102"/>
                  <a:gd name="T39" fmla="*/ 63 h 107"/>
                  <a:gd name="T40" fmla="*/ 27 w 102"/>
                  <a:gd name="T41" fmla="*/ 65 h 107"/>
                  <a:gd name="T42" fmla="*/ 26 w 102"/>
                  <a:gd name="T43" fmla="*/ 74 h 107"/>
                  <a:gd name="T44" fmla="*/ 35 w 102"/>
                  <a:gd name="T45" fmla="*/ 73 h 107"/>
                  <a:gd name="T46" fmla="*/ 40 w 102"/>
                  <a:gd name="T47" fmla="*/ 57 h 107"/>
                  <a:gd name="T48" fmla="*/ 51 w 102"/>
                  <a:gd name="T49" fmla="*/ 47 h 107"/>
                  <a:gd name="T50" fmla="*/ 47 w 102"/>
                  <a:gd name="T51" fmla="*/ 45 h 107"/>
                  <a:gd name="T52" fmla="*/ 44 w 102"/>
                  <a:gd name="T53" fmla="*/ 44 h 107"/>
                  <a:gd name="T54" fmla="*/ 52 w 102"/>
                  <a:gd name="T55" fmla="*/ 41 h 107"/>
                  <a:gd name="T56" fmla="*/ 60 w 102"/>
                  <a:gd name="T57" fmla="*/ 49 h 107"/>
                  <a:gd name="T58" fmla="*/ 60 w 102"/>
                  <a:gd name="T59" fmla="*/ 55 h 107"/>
                  <a:gd name="T60" fmla="*/ 52 w 102"/>
                  <a:gd name="T61" fmla="*/ 56 h 107"/>
                  <a:gd name="T62" fmla="*/ 50 w 102"/>
                  <a:gd name="T63" fmla="*/ 64 h 107"/>
                  <a:gd name="T64" fmla="*/ 60 w 102"/>
                  <a:gd name="T65" fmla="*/ 67 h 107"/>
                  <a:gd name="T66" fmla="*/ 66 w 102"/>
                  <a:gd name="T67" fmla="*/ 66 h 107"/>
                  <a:gd name="T68" fmla="*/ 59 w 102"/>
                  <a:gd name="T69" fmla="*/ 99 h 107"/>
                  <a:gd name="T70" fmla="*/ 66 w 102"/>
                  <a:gd name="T71" fmla="*/ 107 h 107"/>
                  <a:gd name="T72" fmla="*/ 75 w 102"/>
                  <a:gd name="T73" fmla="*/ 65 h 107"/>
                  <a:gd name="T74" fmla="*/ 85 w 102"/>
                  <a:gd name="T75" fmla="*/ 63 h 107"/>
                  <a:gd name="T76" fmla="*/ 98 w 102"/>
                  <a:gd name="T77" fmla="*/ 63 h 107"/>
                  <a:gd name="T78" fmla="*/ 92 w 102"/>
                  <a:gd name="T79" fmla="*/ 53 h 107"/>
                  <a:gd name="T80" fmla="*/ 77 w 102"/>
                  <a:gd name="T81" fmla="*/ 52 h 107"/>
                  <a:gd name="T82" fmla="*/ 84 w 102"/>
                  <a:gd name="T83" fmla="*/ 28 h 107"/>
                  <a:gd name="T84" fmla="*/ 86 w 102"/>
                  <a:gd name="T85" fmla="*/ 15 h 107"/>
                  <a:gd name="T86" fmla="*/ 78 w 102"/>
                  <a:gd name="T87" fmla="*/ 6 h 107"/>
                  <a:gd name="T88" fmla="*/ 78 w 102"/>
                  <a:gd name="T89" fmla="*/ 15 h 107"/>
                  <a:gd name="T90" fmla="*/ 75 w 102"/>
                  <a:gd name="T91" fmla="*/ 32 h 107"/>
                  <a:gd name="T92" fmla="*/ 66 w 102"/>
                  <a:gd name="T93" fmla="*/ 25 h 107"/>
                  <a:gd name="T94" fmla="*/ 62 w 102"/>
                  <a:gd name="T95" fmla="*/ 27 h 107"/>
                  <a:gd name="T96" fmla="*/ 72 w 102"/>
                  <a:gd name="T97" fmla="*/ 40 h 107"/>
                  <a:gd name="T98" fmla="*/ 70 w 102"/>
                  <a:gd name="T99" fmla="*/ 51 h 107"/>
                  <a:gd name="T100" fmla="*/ 68 w 102"/>
                  <a:gd name="T101" fmla="*/ 50 h 107"/>
                  <a:gd name="T102" fmla="*/ 61 w 102"/>
                  <a:gd name="T103" fmla="*/ 42 h 107"/>
                  <a:gd name="T104" fmla="*/ 49 w 102"/>
                  <a:gd name="T105" fmla="*/ 30 h 107"/>
                  <a:gd name="T106" fmla="*/ 43 w 102"/>
                  <a:gd name="T107" fmla="*/ 25 h 107"/>
                  <a:gd name="T108" fmla="*/ 38 w 102"/>
                  <a:gd name="T109" fmla="*/ 33 h 107"/>
                  <a:gd name="T110" fmla="*/ 24 w 102"/>
                  <a:gd name="T111" fmla="*/ 36 h 107"/>
                  <a:gd name="T112" fmla="*/ 10 w 102"/>
                  <a:gd name="T113" fmla="*/ 37 h 107"/>
                  <a:gd name="T114" fmla="*/ 0 w 102"/>
                  <a:gd name="T115" fmla="*/ 34 h 107"/>
                  <a:gd name="T116" fmla="*/ 1 w 102"/>
                  <a:gd name="T117" fmla="*/ 42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2" h="107">
                    <a:moveTo>
                      <a:pt x="50" y="7"/>
                    </a:moveTo>
                    <a:cubicBezTo>
                      <a:pt x="50" y="7"/>
                      <a:pt x="55" y="0"/>
                      <a:pt x="56" y="8"/>
                    </a:cubicBezTo>
                    <a:cubicBezTo>
                      <a:pt x="57" y="16"/>
                      <a:pt x="51" y="19"/>
                      <a:pt x="47" y="20"/>
                    </a:cubicBezTo>
                    <a:cubicBezTo>
                      <a:pt x="42" y="20"/>
                      <a:pt x="27" y="19"/>
                      <a:pt x="22" y="18"/>
                    </a:cubicBezTo>
                    <a:cubicBezTo>
                      <a:pt x="17" y="17"/>
                      <a:pt x="16" y="14"/>
                      <a:pt x="15" y="12"/>
                    </a:cubicBezTo>
                    <a:cubicBezTo>
                      <a:pt x="15" y="12"/>
                      <a:pt x="42" y="14"/>
                      <a:pt x="50" y="7"/>
                    </a:cubicBezTo>
                    <a:close/>
                    <a:moveTo>
                      <a:pt x="1" y="42"/>
                    </a:moveTo>
                    <a:cubicBezTo>
                      <a:pt x="2" y="45"/>
                      <a:pt x="5" y="45"/>
                      <a:pt x="6" y="44"/>
                    </a:cubicBezTo>
                    <a:cubicBezTo>
                      <a:pt x="7" y="44"/>
                      <a:pt x="7" y="44"/>
                      <a:pt x="13" y="42"/>
                    </a:cubicBezTo>
                    <a:cubicBezTo>
                      <a:pt x="19" y="39"/>
                      <a:pt x="27" y="41"/>
                      <a:pt x="32" y="40"/>
                    </a:cubicBezTo>
                    <a:cubicBezTo>
                      <a:pt x="37" y="39"/>
                      <a:pt x="35" y="43"/>
                      <a:pt x="35" y="45"/>
                    </a:cubicBezTo>
                    <a:cubicBezTo>
                      <a:pt x="35" y="46"/>
                      <a:pt x="33" y="49"/>
                      <a:pt x="33" y="49"/>
                    </a:cubicBezTo>
                    <a:cubicBezTo>
                      <a:pt x="33" y="49"/>
                      <a:pt x="30" y="53"/>
                      <a:pt x="25" y="54"/>
                    </a:cubicBezTo>
                    <a:cubicBezTo>
                      <a:pt x="20" y="56"/>
                      <a:pt x="24" y="53"/>
                      <a:pt x="24" y="53"/>
                    </a:cubicBezTo>
                    <a:cubicBezTo>
                      <a:pt x="24" y="53"/>
                      <a:pt x="27" y="51"/>
                      <a:pt x="27" y="51"/>
                    </a:cubicBezTo>
                    <a:cubicBezTo>
                      <a:pt x="28" y="51"/>
                      <a:pt x="32" y="49"/>
                      <a:pt x="29" y="46"/>
                    </a:cubicBezTo>
                    <a:cubicBezTo>
                      <a:pt x="27" y="43"/>
                      <a:pt x="23" y="45"/>
                      <a:pt x="23" y="45"/>
                    </a:cubicBezTo>
                    <a:cubicBezTo>
                      <a:pt x="23" y="45"/>
                      <a:pt x="9" y="55"/>
                      <a:pt x="8" y="56"/>
                    </a:cubicBezTo>
                    <a:cubicBezTo>
                      <a:pt x="6" y="57"/>
                      <a:pt x="2" y="58"/>
                      <a:pt x="6" y="64"/>
                    </a:cubicBezTo>
                    <a:cubicBezTo>
                      <a:pt x="10" y="70"/>
                      <a:pt x="17" y="65"/>
                      <a:pt x="23" y="63"/>
                    </a:cubicBezTo>
                    <a:cubicBezTo>
                      <a:pt x="29" y="60"/>
                      <a:pt x="27" y="65"/>
                      <a:pt x="27" y="6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30" y="89"/>
                      <a:pt x="35" y="73"/>
                      <a:pt x="35" y="73"/>
                    </a:cubicBezTo>
                    <a:cubicBezTo>
                      <a:pt x="35" y="73"/>
                      <a:pt x="39" y="57"/>
                      <a:pt x="40" y="57"/>
                    </a:cubicBezTo>
                    <a:cubicBezTo>
                      <a:pt x="41" y="56"/>
                      <a:pt x="50" y="51"/>
                      <a:pt x="51" y="47"/>
                    </a:cubicBezTo>
                    <a:cubicBezTo>
                      <a:pt x="52" y="42"/>
                      <a:pt x="47" y="45"/>
                      <a:pt x="47" y="45"/>
                    </a:cubicBezTo>
                    <a:cubicBezTo>
                      <a:pt x="45" y="46"/>
                      <a:pt x="44" y="44"/>
                      <a:pt x="44" y="44"/>
                    </a:cubicBezTo>
                    <a:cubicBezTo>
                      <a:pt x="47" y="36"/>
                      <a:pt x="50" y="40"/>
                      <a:pt x="52" y="41"/>
                    </a:cubicBezTo>
                    <a:cubicBezTo>
                      <a:pt x="53" y="42"/>
                      <a:pt x="57" y="47"/>
                      <a:pt x="60" y="49"/>
                    </a:cubicBezTo>
                    <a:cubicBezTo>
                      <a:pt x="62" y="51"/>
                      <a:pt x="64" y="54"/>
                      <a:pt x="60" y="55"/>
                    </a:cubicBezTo>
                    <a:cubicBezTo>
                      <a:pt x="57" y="57"/>
                      <a:pt x="52" y="56"/>
                      <a:pt x="52" y="56"/>
                    </a:cubicBezTo>
                    <a:cubicBezTo>
                      <a:pt x="43" y="53"/>
                      <a:pt x="48" y="61"/>
                      <a:pt x="50" y="64"/>
                    </a:cubicBezTo>
                    <a:cubicBezTo>
                      <a:pt x="52" y="67"/>
                      <a:pt x="59" y="68"/>
                      <a:pt x="60" y="67"/>
                    </a:cubicBezTo>
                    <a:cubicBezTo>
                      <a:pt x="62" y="65"/>
                      <a:pt x="66" y="66"/>
                      <a:pt x="66" y="66"/>
                    </a:cubicBezTo>
                    <a:cubicBezTo>
                      <a:pt x="59" y="99"/>
                      <a:pt x="59" y="99"/>
                      <a:pt x="59" y="99"/>
                    </a:cubicBezTo>
                    <a:cubicBezTo>
                      <a:pt x="60" y="107"/>
                      <a:pt x="66" y="107"/>
                      <a:pt x="66" y="107"/>
                    </a:cubicBezTo>
                    <a:cubicBezTo>
                      <a:pt x="75" y="65"/>
                      <a:pt x="75" y="65"/>
                      <a:pt x="75" y="65"/>
                    </a:cubicBezTo>
                    <a:cubicBezTo>
                      <a:pt x="79" y="61"/>
                      <a:pt x="82" y="62"/>
                      <a:pt x="85" y="63"/>
                    </a:cubicBezTo>
                    <a:cubicBezTo>
                      <a:pt x="88" y="63"/>
                      <a:pt x="93" y="64"/>
                      <a:pt x="98" y="63"/>
                    </a:cubicBezTo>
                    <a:cubicBezTo>
                      <a:pt x="102" y="62"/>
                      <a:pt x="97" y="55"/>
                      <a:pt x="92" y="53"/>
                    </a:cubicBezTo>
                    <a:cubicBezTo>
                      <a:pt x="88" y="52"/>
                      <a:pt x="77" y="52"/>
                      <a:pt x="77" y="52"/>
                    </a:cubicBezTo>
                    <a:cubicBezTo>
                      <a:pt x="77" y="49"/>
                      <a:pt x="83" y="30"/>
                      <a:pt x="84" y="28"/>
                    </a:cubicBezTo>
                    <a:cubicBezTo>
                      <a:pt x="85" y="27"/>
                      <a:pt x="88" y="19"/>
                      <a:pt x="86" y="15"/>
                    </a:cubicBezTo>
                    <a:cubicBezTo>
                      <a:pt x="84" y="10"/>
                      <a:pt x="78" y="6"/>
                      <a:pt x="78" y="6"/>
                    </a:cubicBezTo>
                    <a:cubicBezTo>
                      <a:pt x="78" y="6"/>
                      <a:pt x="78" y="12"/>
                      <a:pt x="78" y="15"/>
                    </a:cubicBezTo>
                    <a:cubicBezTo>
                      <a:pt x="79" y="18"/>
                      <a:pt x="77" y="32"/>
                      <a:pt x="75" y="32"/>
                    </a:cubicBezTo>
                    <a:cubicBezTo>
                      <a:pt x="74" y="32"/>
                      <a:pt x="69" y="26"/>
                      <a:pt x="66" y="25"/>
                    </a:cubicBezTo>
                    <a:cubicBezTo>
                      <a:pt x="64" y="24"/>
                      <a:pt x="61" y="24"/>
                      <a:pt x="62" y="27"/>
                    </a:cubicBezTo>
                    <a:cubicBezTo>
                      <a:pt x="62" y="29"/>
                      <a:pt x="72" y="40"/>
                      <a:pt x="72" y="40"/>
                    </a:cubicBezTo>
                    <a:cubicBezTo>
                      <a:pt x="70" y="51"/>
                      <a:pt x="70" y="51"/>
                      <a:pt x="70" y="51"/>
                    </a:cubicBezTo>
                    <a:cubicBezTo>
                      <a:pt x="70" y="51"/>
                      <a:pt x="68" y="51"/>
                      <a:pt x="68" y="50"/>
                    </a:cubicBezTo>
                    <a:cubicBezTo>
                      <a:pt x="68" y="48"/>
                      <a:pt x="62" y="43"/>
                      <a:pt x="61" y="42"/>
                    </a:cubicBezTo>
                    <a:cubicBezTo>
                      <a:pt x="59" y="42"/>
                      <a:pt x="51" y="34"/>
                      <a:pt x="49" y="30"/>
                    </a:cubicBezTo>
                    <a:cubicBezTo>
                      <a:pt x="47" y="26"/>
                      <a:pt x="43" y="25"/>
                      <a:pt x="43" y="25"/>
                    </a:cubicBezTo>
                    <a:cubicBezTo>
                      <a:pt x="43" y="25"/>
                      <a:pt x="42" y="30"/>
                      <a:pt x="38" y="33"/>
                    </a:cubicBezTo>
                    <a:cubicBezTo>
                      <a:pt x="35" y="37"/>
                      <a:pt x="27" y="36"/>
                      <a:pt x="24" y="36"/>
                    </a:cubicBezTo>
                    <a:cubicBezTo>
                      <a:pt x="20" y="36"/>
                      <a:pt x="14" y="37"/>
                      <a:pt x="10" y="37"/>
                    </a:cubicBezTo>
                    <a:cubicBezTo>
                      <a:pt x="6" y="37"/>
                      <a:pt x="0" y="34"/>
                      <a:pt x="0" y="34"/>
                    </a:cubicBezTo>
                    <a:cubicBezTo>
                      <a:pt x="0" y="34"/>
                      <a:pt x="0" y="40"/>
                      <a:pt x="1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 bwMode="auto">
              <a:xfrm>
                <a:off x="2687638" y="1824038"/>
                <a:ext cx="130175" cy="106363"/>
              </a:xfrm>
              <a:custGeom>
                <a:avLst/>
                <a:gdLst>
                  <a:gd name="T0" fmla="*/ 22 w 85"/>
                  <a:gd name="T1" fmla="*/ 0 h 69"/>
                  <a:gd name="T2" fmla="*/ 35 w 85"/>
                  <a:gd name="T3" fmla="*/ 10 h 69"/>
                  <a:gd name="T4" fmla="*/ 47 w 85"/>
                  <a:gd name="T5" fmla="*/ 16 h 69"/>
                  <a:gd name="T6" fmla="*/ 60 w 85"/>
                  <a:gd name="T7" fmla="*/ 16 h 69"/>
                  <a:gd name="T8" fmla="*/ 80 w 85"/>
                  <a:gd name="T9" fmla="*/ 14 h 69"/>
                  <a:gd name="T10" fmla="*/ 77 w 85"/>
                  <a:gd name="T11" fmla="*/ 19 h 69"/>
                  <a:gd name="T12" fmla="*/ 66 w 85"/>
                  <a:gd name="T13" fmla="*/ 22 h 69"/>
                  <a:gd name="T14" fmla="*/ 68 w 85"/>
                  <a:gd name="T15" fmla="*/ 26 h 69"/>
                  <a:gd name="T16" fmla="*/ 57 w 85"/>
                  <a:gd name="T17" fmla="*/ 26 h 69"/>
                  <a:gd name="T18" fmla="*/ 50 w 85"/>
                  <a:gd name="T19" fmla="*/ 31 h 69"/>
                  <a:gd name="T20" fmla="*/ 53 w 85"/>
                  <a:gd name="T21" fmla="*/ 37 h 69"/>
                  <a:gd name="T22" fmla="*/ 51 w 85"/>
                  <a:gd name="T23" fmla="*/ 42 h 69"/>
                  <a:gd name="T24" fmla="*/ 37 w 85"/>
                  <a:gd name="T25" fmla="*/ 43 h 69"/>
                  <a:gd name="T26" fmla="*/ 12 w 85"/>
                  <a:gd name="T27" fmla="*/ 69 h 69"/>
                  <a:gd name="T28" fmla="*/ 6 w 85"/>
                  <a:gd name="T29" fmla="*/ 65 h 69"/>
                  <a:gd name="T30" fmla="*/ 9 w 85"/>
                  <a:gd name="T31" fmla="*/ 46 h 69"/>
                  <a:gd name="T32" fmla="*/ 11 w 85"/>
                  <a:gd name="T33" fmla="*/ 34 h 69"/>
                  <a:gd name="T34" fmla="*/ 38 w 85"/>
                  <a:gd name="T35" fmla="*/ 31 h 69"/>
                  <a:gd name="T36" fmla="*/ 49 w 85"/>
                  <a:gd name="T37" fmla="*/ 23 h 69"/>
                  <a:gd name="T38" fmla="*/ 37 w 85"/>
                  <a:gd name="T39" fmla="*/ 16 h 69"/>
                  <a:gd name="T40" fmla="*/ 22 w 85"/>
                  <a:gd name="T41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5" h="69">
                    <a:moveTo>
                      <a:pt x="22" y="0"/>
                    </a:moveTo>
                    <a:cubicBezTo>
                      <a:pt x="22" y="0"/>
                      <a:pt x="30" y="8"/>
                      <a:pt x="35" y="10"/>
                    </a:cubicBezTo>
                    <a:cubicBezTo>
                      <a:pt x="41" y="12"/>
                      <a:pt x="44" y="13"/>
                      <a:pt x="47" y="16"/>
                    </a:cubicBezTo>
                    <a:cubicBezTo>
                      <a:pt x="51" y="18"/>
                      <a:pt x="53" y="19"/>
                      <a:pt x="60" y="16"/>
                    </a:cubicBezTo>
                    <a:cubicBezTo>
                      <a:pt x="67" y="14"/>
                      <a:pt x="75" y="10"/>
                      <a:pt x="80" y="14"/>
                    </a:cubicBezTo>
                    <a:cubicBezTo>
                      <a:pt x="85" y="19"/>
                      <a:pt x="80" y="21"/>
                      <a:pt x="77" y="19"/>
                    </a:cubicBezTo>
                    <a:cubicBezTo>
                      <a:pt x="74" y="17"/>
                      <a:pt x="67" y="20"/>
                      <a:pt x="66" y="22"/>
                    </a:cubicBezTo>
                    <a:cubicBezTo>
                      <a:pt x="64" y="25"/>
                      <a:pt x="70" y="26"/>
                      <a:pt x="68" y="26"/>
                    </a:cubicBezTo>
                    <a:cubicBezTo>
                      <a:pt x="66" y="26"/>
                      <a:pt x="61" y="26"/>
                      <a:pt x="57" y="26"/>
                    </a:cubicBezTo>
                    <a:cubicBezTo>
                      <a:pt x="53" y="26"/>
                      <a:pt x="50" y="31"/>
                      <a:pt x="50" y="31"/>
                    </a:cubicBezTo>
                    <a:cubicBezTo>
                      <a:pt x="50" y="31"/>
                      <a:pt x="55" y="35"/>
                      <a:pt x="53" y="37"/>
                    </a:cubicBezTo>
                    <a:cubicBezTo>
                      <a:pt x="52" y="39"/>
                      <a:pt x="51" y="42"/>
                      <a:pt x="51" y="42"/>
                    </a:cubicBezTo>
                    <a:cubicBezTo>
                      <a:pt x="51" y="42"/>
                      <a:pt x="41" y="40"/>
                      <a:pt x="37" y="43"/>
                    </a:cubicBezTo>
                    <a:cubicBezTo>
                      <a:pt x="33" y="45"/>
                      <a:pt x="12" y="69"/>
                      <a:pt x="12" y="69"/>
                    </a:cubicBezTo>
                    <a:cubicBezTo>
                      <a:pt x="12" y="69"/>
                      <a:pt x="7" y="69"/>
                      <a:pt x="6" y="65"/>
                    </a:cubicBezTo>
                    <a:cubicBezTo>
                      <a:pt x="5" y="60"/>
                      <a:pt x="9" y="46"/>
                      <a:pt x="9" y="46"/>
                    </a:cubicBezTo>
                    <a:cubicBezTo>
                      <a:pt x="9" y="46"/>
                      <a:pt x="0" y="37"/>
                      <a:pt x="11" y="34"/>
                    </a:cubicBezTo>
                    <a:cubicBezTo>
                      <a:pt x="11" y="34"/>
                      <a:pt x="36" y="32"/>
                      <a:pt x="38" y="31"/>
                    </a:cubicBezTo>
                    <a:cubicBezTo>
                      <a:pt x="40" y="31"/>
                      <a:pt x="49" y="24"/>
                      <a:pt x="49" y="23"/>
                    </a:cubicBezTo>
                    <a:cubicBezTo>
                      <a:pt x="49" y="23"/>
                      <a:pt x="44" y="17"/>
                      <a:pt x="37" y="16"/>
                    </a:cubicBezTo>
                    <a:cubicBezTo>
                      <a:pt x="30" y="15"/>
                      <a:pt x="24" y="9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 bwMode="auto">
              <a:xfrm>
                <a:off x="2705101" y="1884363"/>
                <a:ext cx="28575" cy="30163"/>
              </a:xfrm>
              <a:custGeom>
                <a:avLst/>
                <a:gdLst>
                  <a:gd name="T0" fmla="*/ 19 w 19"/>
                  <a:gd name="T1" fmla="*/ 2 h 20"/>
                  <a:gd name="T2" fmla="*/ 4 w 19"/>
                  <a:gd name="T3" fmla="*/ 19 h 20"/>
                  <a:gd name="T4" fmla="*/ 1 w 19"/>
                  <a:gd name="T5" fmla="*/ 15 h 20"/>
                  <a:gd name="T6" fmla="*/ 2 w 19"/>
                  <a:gd name="T7" fmla="*/ 7 h 20"/>
                  <a:gd name="T8" fmla="*/ 19 w 19"/>
                  <a:gd name="T9" fmla="*/ 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0">
                    <a:moveTo>
                      <a:pt x="19" y="2"/>
                    </a:moveTo>
                    <a:cubicBezTo>
                      <a:pt x="19" y="2"/>
                      <a:pt x="6" y="17"/>
                      <a:pt x="4" y="19"/>
                    </a:cubicBezTo>
                    <a:cubicBezTo>
                      <a:pt x="2" y="20"/>
                      <a:pt x="0" y="18"/>
                      <a:pt x="1" y="15"/>
                    </a:cubicBezTo>
                    <a:cubicBezTo>
                      <a:pt x="1" y="11"/>
                      <a:pt x="1" y="8"/>
                      <a:pt x="2" y="7"/>
                    </a:cubicBezTo>
                    <a:cubicBezTo>
                      <a:pt x="2" y="7"/>
                      <a:pt x="17" y="0"/>
                      <a:pt x="1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4" name="任意多边形: 形状 83"/>
              <p:cNvSpPr>
                <a:spLocks noEditPoints="1"/>
              </p:cNvSpPr>
              <p:nvPr/>
            </p:nvSpPr>
            <p:spPr bwMode="auto">
              <a:xfrm>
                <a:off x="2738438" y="1863726"/>
                <a:ext cx="104775" cy="128588"/>
              </a:xfrm>
              <a:custGeom>
                <a:avLst/>
                <a:gdLst>
                  <a:gd name="T0" fmla="*/ 44 w 68"/>
                  <a:gd name="T1" fmla="*/ 65 h 83"/>
                  <a:gd name="T2" fmla="*/ 37 w 68"/>
                  <a:gd name="T3" fmla="*/ 51 h 83"/>
                  <a:gd name="T4" fmla="*/ 46 w 68"/>
                  <a:gd name="T5" fmla="*/ 41 h 83"/>
                  <a:gd name="T6" fmla="*/ 44 w 68"/>
                  <a:gd name="T7" fmla="*/ 27 h 83"/>
                  <a:gd name="T8" fmla="*/ 52 w 68"/>
                  <a:gd name="T9" fmla="*/ 25 h 83"/>
                  <a:gd name="T10" fmla="*/ 65 w 68"/>
                  <a:gd name="T11" fmla="*/ 26 h 83"/>
                  <a:gd name="T12" fmla="*/ 59 w 68"/>
                  <a:gd name="T13" fmla="*/ 14 h 83"/>
                  <a:gd name="T14" fmla="*/ 64 w 68"/>
                  <a:gd name="T15" fmla="*/ 10 h 83"/>
                  <a:gd name="T16" fmla="*/ 62 w 68"/>
                  <a:gd name="T17" fmla="*/ 0 h 83"/>
                  <a:gd name="T18" fmla="*/ 50 w 68"/>
                  <a:gd name="T19" fmla="*/ 11 h 83"/>
                  <a:gd name="T20" fmla="*/ 34 w 68"/>
                  <a:gd name="T21" fmla="*/ 8 h 83"/>
                  <a:gd name="T22" fmla="*/ 29 w 68"/>
                  <a:gd name="T23" fmla="*/ 11 h 83"/>
                  <a:gd name="T24" fmla="*/ 35 w 68"/>
                  <a:gd name="T25" fmla="*/ 18 h 83"/>
                  <a:gd name="T26" fmla="*/ 36 w 68"/>
                  <a:gd name="T27" fmla="*/ 22 h 83"/>
                  <a:gd name="T28" fmla="*/ 31 w 68"/>
                  <a:gd name="T29" fmla="*/ 24 h 83"/>
                  <a:gd name="T30" fmla="*/ 27 w 68"/>
                  <a:gd name="T31" fmla="*/ 23 h 83"/>
                  <a:gd name="T32" fmla="*/ 25 w 68"/>
                  <a:gd name="T33" fmla="*/ 13 h 83"/>
                  <a:gd name="T34" fmla="*/ 19 w 68"/>
                  <a:gd name="T35" fmla="*/ 19 h 83"/>
                  <a:gd name="T36" fmla="*/ 15 w 68"/>
                  <a:gd name="T37" fmla="*/ 22 h 83"/>
                  <a:gd name="T38" fmla="*/ 19 w 68"/>
                  <a:gd name="T39" fmla="*/ 22 h 83"/>
                  <a:gd name="T40" fmla="*/ 24 w 68"/>
                  <a:gd name="T41" fmla="*/ 38 h 83"/>
                  <a:gd name="T42" fmla="*/ 19 w 68"/>
                  <a:gd name="T43" fmla="*/ 44 h 83"/>
                  <a:gd name="T44" fmla="*/ 9 w 68"/>
                  <a:gd name="T45" fmla="*/ 36 h 83"/>
                  <a:gd name="T46" fmla="*/ 6 w 68"/>
                  <a:gd name="T47" fmla="*/ 28 h 83"/>
                  <a:gd name="T48" fmla="*/ 13 w 68"/>
                  <a:gd name="T49" fmla="*/ 53 h 83"/>
                  <a:gd name="T50" fmla="*/ 30 w 68"/>
                  <a:gd name="T51" fmla="*/ 57 h 83"/>
                  <a:gd name="T52" fmla="*/ 39 w 68"/>
                  <a:gd name="T53" fmla="*/ 77 h 83"/>
                  <a:gd name="T54" fmla="*/ 44 w 68"/>
                  <a:gd name="T55" fmla="*/ 81 h 83"/>
                  <a:gd name="T56" fmla="*/ 44 w 68"/>
                  <a:gd name="T57" fmla="*/ 65 h 83"/>
                  <a:gd name="T58" fmla="*/ 32 w 68"/>
                  <a:gd name="T59" fmla="*/ 40 h 83"/>
                  <a:gd name="T60" fmla="*/ 32 w 68"/>
                  <a:gd name="T61" fmla="*/ 34 h 83"/>
                  <a:gd name="T62" fmla="*/ 38 w 68"/>
                  <a:gd name="T63" fmla="*/ 39 h 83"/>
                  <a:gd name="T64" fmla="*/ 32 w 68"/>
                  <a:gd name="T65" fmla="*/ 4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" h="83">
                    <a:moveTo>
                      <a:pt x="44" y="65"/>
                    </a:moveTo>
                    <a:cubicBezTo>
                      <a:pt x="42" y="57"/>
                      <a:pt x="35" y="52"/>
                      <a:pt x="37" y="51"/>
                    </a:cubicBezTo>
                    <a:cubicBezTo>
                      <a:pt x="38" y="50"/>
                      <a:pt x="44" y="46"/>
                      <a:pt x="46" y="41"/>
                    </a:cubicBezTo>
                    <a:cubicBezTo>
                      <a:pt x="48" y="36"/>
                      <a:pt x="44" y="27"/>
                      <a:pt x="44" y="27"/>
                    </a:cubicBezTo>
                    <a:cubicBezTo>
                      <a:pt x="44" y="27"/>
                      <a:pt x="47" y="24"/>
                      <a:pt x="52" y="25"/>
                    </a:cubicBezTo>
                    <a:cubicBezTo>
                      <a:pt x="57" y="26"/>
                      <a:pt x="63" y="30"/>
                      <a:pt x="65" y="26"/>
                    </a:cubicBezTo>
                    <a:cubicBezTo>
                      <a:pt x="68" y="23"/>
                      <a:pt x="59" y="15"/>
                      <a:pt x="59" y="14"/>
                    </a:cubicBezTo>
                    <a:cubicBezTo>
                      <a:pt x="60" y="13"/>
                      <a:pt x="61" y="13"/>
                      <a:pt x="64" y="10"/>
                    </a:cubicBezTo>
                    <a:cubicBezTo>
                      <a:pt x="67" y="7"/>
                      <a:pt x="62" y="0"/>
                      <a:pt x="62" y="0"/>
                    </a:cubicBezTo>
                    <a:cubicBezTo>
                      <a:pt x="62" y="0"/>
                      <a:pt x="53" y="10"/>
                      <a:pt x="50" y="11"/>
                    </a:cubicBezTo>
                    <a:cubicBezTo>
                      <a:pt x="47" y="12"/>
                      <a:pt x="41" y="12"/>
                      <a:pt x="34" y="8"/>
                    </a:cubicBezTo>
                    <a:cubicBezTo>
                      <a:pt x="28" y="5"/>
                      <a:pt x="29" y="9"/>
                      <a:pt x="29" y="11"/>
                    </a:cubicBezTo>
                    <a:cubicBezTo>
                      <a:pt x="29" y="13"/>
                      <a:pt x="33" y="19"/>
                      <a:pt x="35" y="18"/>
                    </a:cubicBezTo>
                    <a:cubicBezTo>
                      <a:pt x="38" y="18"/>
                      <a:pt x="37" y="21"/>
                      <a:pt x="36" y="22"/>
                    </a:cubicBezTo>
                    <a:cubicBezTo>
                      <a:pt x="36" y="23"/>
                      <a:pt x="32" y="23"/>
                      <a:pt x="31" y="24"/>
                    </a:cubicBezTo>
                    <a:cubicBezTo>
                      <a:pt x="30" y="26"/>
                      <a:pt x="27" y="31"/>
                      <a:pt x="27" y="23"/>
                    </a:cubicBezTo>
                    <a:cubicBezTo>
                      <a:pt x="27" y="16"/>
                      <a:pt x="25" y="13"/>
                      <a:pt x="25" y="13"/>
                    </a:cubicBezTo>
                    <a:cubicBezTo>
                      <a:pt x="25" y="13"/>
                      <a:pt x="20" y="18"/>
                      <a:pt x="19" y="19"/>
                    </a:cubicBezTo>
                    <a:cubicBezTo>
                      <a:pt x="18" y="20"/>
                      <a:pt x="15" y="22"/>
                      <a:pt x="15" y="22"/>
                    </a:cubicBezTo>
                    <a:cubicBezTo>
                      <a:pt x="18" y="21"/>
                      <a:pt x="19" y="22"/>
                      <a:pt x="19" y="22"/>
                    </a:cubicBezTo>
                    <a:cubicBezTo>
                      <a:pt x="19" y="22"/>
                      <a:pt x="23" y="30"/>
                      <a:pt x="24" y="38"/>
                    </a:cubicBezTo>
                    <a:cubicBezTo>
                      <a:pt x="25" y="46"/>
                      <a:pt x="19" y="44"/>
                      <a:pt x="19" y="44"/>
                    </a:cubicBezTo>
                    <a:cubicBezTo>
                      <a:pt x="19" y="44"/>
                      <a:pt x="11" y="40"/>
                      <a:pt x="9" y="36"/>
                    </a:cubicBezTo>
                    <a:cubicBezTo>
                      <a:pt x="6" y="31"/>
                      <a:pt x="6" y="28"/>
                      <a:pt x="6" y="28"/>
                    </a:cubicBezTo>
                    <a:cubicBezTo>
                      <a:pt x="0" y="40"/>
                      <a:pt x="10" y="52"/>
                      <a:pt x="13" y="53"/>
                    </a:cubicBezTo>
                    <a:cubicBezTo>
                      <a:pt x="15" y="54"/>
                      <a:pt x="30" y="53"/>
                      <a:pt x="30" y="57"/>
                    </a:cubicBezTo>
                    <a:cubicBezTo>
                      <a:pt x="30" y="61"/>
                      <a:pt x="39" y="77"/>
                      <a:pt x="39" y="77"/>
                    </a:cubicBezTo>
                    <a:cubicBezTo>
                      <a:pt x="39" y="77"/>
                      <a:pt x="40" y="83"/>
                      <a:pt x="44" y="81"/>
                    </a:cubicBezTo>
                    <a:cubicBezTo>
                      <a:pt x="51" y="79"/>
                      <a:pt x="44" y="65"/>
                      <a:pt x="44" y="65"/>
                    </a:cubicBezTo>
                    <a:close/>
                    <a:moveTo>
                      <a:pt x="32" y="40"/>
                    </a:moveTo>
                    <a:cubicBezTo>
                      <a:pt x="31" y="38"/>
                      <a:pt x="31" y="35"/>
                      <a:pt x="32" y="34"/>
                    </a:cubicBezTo>
                    <a:cubicBezTo>
                      <a:pt x="32" y="34"/>
                      <a:pt x="40" y="36"/>
                      <a:pt x="38" y="39"/>
                    </a:cubicBezTo>
                    <a:cubicBezTo>
                      <a:pt x="35" y="43"/>
                      <a:pt x="33" y="41"/>
                      <a:pt x="32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 bwMode="auto">
              <a:xfrm>
                <a:off x="2843213" y="1989138"/>
                <a:ext cx="152400" cy="147638"/>
              </a:xfrm>
              <a:custGeom>
                <a:avLst/>
                <a:gdLst>
                  <a:gd name="T0" fmla="*/ 54 w 99"/>
                  <a:gd name="T1" fmla="*/ 0 h 96"/>
                  <a:gd name="T2" fmla="*/ 59 w 99"/>
                  <a:gd name="T3" fmla="*/ 10 h 96"/>
                  <a:gd name="T4" fmla="*/ 68 w 99"/>
                  <a:gd name="T5" fmla="*/ 20 h 96"/>
                  <a:gd name="T6" fmla="*/ 83 w 99"/>
                  <a:gd name="T7" fmla="*/ 19 h 96"/>
                  <a:gd name="T8" fmla="*/ 92 w 99"/>
                  <a:gd name="T9" fmla="*/ 16 h 96"/>
                  <a:gd name="T10" fmla="*/ 94 w 99"/>
                  <a:gd name="T11" fmla="*/ 9 h 96"/>
                  <a:gd name="T12" fmla="*/ 98 w 99"/>
                  <a:gd name="T13" fmla="*/ 20 h 96"/>
                  <a:gd name="T14" fmla="*/ 87 w 99"/>
                  <a:gd name="T15" fmla="*/ 31 h 96"/>
                  <a:gd name="T16" fmla="*/ 78 w 99"/>
                  <a:gd name="T17" fmla="*/ 33 h 96"/>
                  <a:gd name="T18" fmla="*/ 83 w 99"/>
                  <a:gd name="T19" fmla="*/ 53 h 96"/>
                  <a:gd name="T20" fmla="*/ 72 w 99"/>
                  <a:gd name="T21" fmla="*/ 55 h 96"/>
                  <a:gd name="T22" fmla="*/ 65 w 99"/>
                  <a:gd name="T23" fmla="*/ 45 h 96"/>
                  <a:gd name="T24" fmla="*/ 56 w 99"/>
                  <a:gd name="T25" fmla="*/ 48 h 96"/>
                  <a:gd name="T26" fmla="*/ 54 w 99"/>
                  <a:gd name="T27" fmla="*/ 74 h 96"/>
                  <a:gd name="T28" fmla="*/ 50 w 99"/>
                  <a:gd name="T29" fmla="*/ 95 h 96"/>
                  <a:gd name="T30" fmla="*/ 42 w 99"/>
                  <a:gd name="T31" fmla="*/ 75 h 96"/>
                  <a:gd name="T32" fmla="*/ 46 w 99"/>
                  <a:gd name="T33" fmla="*/ 41 h 96"/>
                  <a:gd name="T34" fmla="*/ 18 w 99"/>
                  <a:gd name="T35" fmla="*/ 46 h 96"/>
                  <a:gd name="T36" fmla="*/ 8 w 99"/>
                  <a:gd name="T37" fmla="*/ 20 h 96"/>
                  <a:gd name="T38" fmla="*/ 24 w 99"/>
                  <a:gd name="T39" fmla="*/ 11 h 96"/>
                  <a:gd name="T40" fmla="*/ 34 w 99"/>
                  <a:gd name="T41" fmla="*/ 27 h 96"/>
                  <a:gd name="T42" fmla="*/ 47 w 99"/>
                  <a:gd name="T43" fmla="*/ 23 h 96"/>
                  <a:gd name="T44" fmla="*/ 54 w 99"/>
                  <a:gd name="T4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9" h="96">
                    <a:moveTo>
                      <a:pt x="54" y="0"/>
                    </a:moveTo>
                    <a:cubicBezTo>
                      <a:pt x="54" y="0"/>
                      <a:pt x="57" y="8"/>
                      <a:pt x="59" y="10"/>
                    </a:cubicBezTo>
                    <a:cubicBezTo>
                      <a:pt x="61" y="12"/>
                      <a:pt x="67" y="19"/>
                      <a:pt x="68" y="20"/>
                    </a:cubicBezTo>
                    <a:cubicBezTo>
                      <a:pt x="70" y="20"/>
                      <a:pt x="81" y="20"/>
                      <a:pt x="83" y="19"/>
                    </a:cubicBezTo>
                    <a:cubicBezTo>
                      <a:pt x="85" y="18"/>
                      <a:pt x="90" y="19"/>
                      <a:pt x="92" y="16"/>
                    </a:cubicBezTo>
                    <a:cubicBezTo>
                      <a:pt x="93" y="14"/>
                      <a:pt x="94" y="9"/>
                      <a:pt x="94" y="9"/>
                    </a:cubicBezTo>
                    <a:cubicBezTo>
                      <a:pt x="94" y="9"/>
                      <a:pt x="99" y="13"/>
                      <a:pt x="98" y="20"/>
                    </a:cubicBezTo>
                    <a:cubicBezTo>
                      <a:pt x="98" y="26"/>
                      <a:pt x="92" y="30"/>
                      <a:pt x="87" y="31"/>
                    </a:cubicBezTo>
                    <a:cubicBezTo>
                      <a:pt x="82" y="33"/>
                      <a:pt x="78" y="33"/>
                      <a:pt x="78" y="33"/>
                    </a:cubicBezTo>
                    <a:cubicBezTo>
                      <a:pt x="78" y="33"/>
                      <a:pt x="87" y="44"/>
                      <a:pt x="83" y="53"/>
                    </a:cubicBezTo>
                    <a:cubicBezTo>
                      <a:pt x="78" y="61"/>
                      <a:pt x="74" y="60"/>
                      <a:pt x="72" y="55"/>
                    </a:cubicBezTo>
                    <a:cubicBezTo>
                      <a:pt x="70" y="51"/>
                      <a:pt x="66" y="47"/>
                      <a:pt x="65" y="45"/>
                    </a:cubicBezTo>
                    <a:cubicBezTo>
                      <a:pt x="64" y="44"/>
                      <a:pt x="58" y="37"/>
                      <a:pt x="56" y="48"/>
                    </a:cubicBezTo>
                    <a:cubicBezTo>
                      <a:pt x="53" y="59"/>
                      <a:pt x="52" y="68"/>
                      <a:pt x="54" y="74"/>
                    </a:cubicBezTo>
                    <a:cubicBezTo>
                      <a:pt x="55" y="80"/>
                      <a:pt x="58" y="94"/>
                      <a:pt x="50" y="95"/>
                    </a:cubicBezTo>
                    <a:cubicBezTo>
                      <a:pt x="42" y="96"/>
                      <a:pt x="41" y="83"/>
                      <a:pt x="42" y="75"/>
                    </a:cubicBezTo>
                    <a:cubicBezTo>
                      <a:pt x="42" y="67"/>
                      <a:pt x="46" y="44"/>
                      <a:pt x="46" y="41"/>
                    </a:cubicBezTo>
                    <a:cubicBezTo>
                      <a:pt x="46" y="41"/>
                      <a:pt x="25" y="49"/>
                      <a:pt x="18" y="46"/>
                    </a:cubicBezTo>
                    <a:cubicBezTo>
                      <a:pt x="11" y="44"/>
                      <a:pt x="0" y="32"/>
                      <a:pt x="8" y="20"/>
                    </a:cubicBezTo>
                    <a:cubicBezTo>
                      <a:pt x="18" y="9"/>
                      <a:pt x="24" y="11"/>
                      <a:pt x="24" y="11"/>
                    </a:cubicBezTo>
                    <a:cubicBezTo>
                      <a:pt x="24" y="11"/>
                      <a:pt x="26" y="27"/>
                      <a:pt x="34" y="27"/>
                    </a:cubicBezTo>
                    <a:cubicBezTo>
                      <a:pt x="42" y="26"/>
                      <a:pt x="47" y="23"/>
                      <a:pt x="47" y="23"/>
                    </a:cubicBezTo>
                    <a:cubicBezTo>
                      <a:pt x="47" y="23"/>
                      <a:pt x="40" y="13"/>
                      <a:pt x="5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 bwMode="auto">
              <a:xfrm>
                <a:off x="2951163" y="2163763"/>
                <a:ext cx="146050" cy="139700"/>
              </a:xfrm>
              <a:custGeom>
                <a:avLst/>
                <a:gdLst>
                  <a:gd name="T0" fmla="*/ 58 w 95"/>
                  <a:gd name="T1" fmla="*/ 6 h 90"/>
                  <a:gd name="T2" fmla="*/ 15 w 95"/>
                  <a:gd name="T3" fmla="*/ 2 h 90"/>
                  <a:gd name="T4" fmla="*/ 8 w 95"/>
                  <a:gd name="T5" fmla="*/ 0 h 90"/>
                  <a:gd name="T6" fmla="*/ 3 w 95"/>
                  <a:gd name="T7" fmla="*/ 9 h 90"/>
                  <a:gd name="T8" fmla="*/ 8 w 95"/>
                  <a:gd name="T9" fmla="*/ 11 h 90"/>
                  <a:gd name="T10" fmla="*/ 37 w 95"/>
                  <a:gd name="T11" fmla="*/ 11 h 90"/>
                  <a:gd name="T12" fmla="*/ 57 w 95"/>
                  <a:gd name="T13" fmla="*/ 45 h 90"/>
                  <a:gd name="T14" fmla="*/ 61 w 95"/>
                  <a:gd name="T15" fmla="*/ 64 h 90"/>
                  <a:gd name="T16" fmla="*/ 53 w 95"/>
                  <a:gd name="T17" fmla="*/ 66 h 90"/>
                  <a:gd name="T18" fmla="*/ 48 w 95"/>
                  <a:gd name="T19" fmla="*/ 76 h 90"/>
                  <a:gd name="T20" fmla="*/ 63 w 95"/>
                  <a:gd name="T21" fmla="*/ 81 h 90"/>
                  <a:gd name="T22" fmla="*/ 70 w 95"/>
                  <a:gd name="T23" fmla="*/ 68 h 90"/>
                  <a:gd name="T24" fmla="*/ 66 w 95"/>
                  <a:gd name="T25" fmla="*/ 47 h 90"/>
                  <a:gd name="T26" fmla="*/ 86 w 95"/>
                  <a:gd name="T27" fmla="*/ 55 h 90"/>
                  <a:gd name="T28" fmla="*/ 89 w 95"/>
                  <a:gd name="T29" fmla="*/ 39 h 90"/>
                  <a:gd name="T30" fmla="*/ 82 w 95"/>
                  <a:gd name="T31" fmla="*/ 34 h 90"/>
                  <a:gd name="T32" fmla="*/ 74 w 95"/>
                  <a:gd name="T33" fmla="*/ 19 h 90"/>
                  <a:gd name="T34" fmla="*/ 76 w 95"/>
                  <a:gd name="T35" fmla="*/ 14 h 90"/>
                  <a:gd name="T36" fmla="*/ 66 w 95"/>
                  <a:gd name="T37" fmla="*/ 17 h 90"/>
                  <a:gd name="T38" fmla="*/ 69 w 95"/>
                  <a:gd name="T39" fmla="*/ 24 h 90"/>
                  <a:gd name="T40" fmla="*/ 75 w 95"/>
                  <a:gd name="T41" fmla="*/ 30 h 90"/>
                  <a:gd name="T42" fmla="*/ 75 w 95"/>
                  <a:gd name="T43" fmla="*/ 38 h 90"/>
                  <a:gd name="T44" fmla="*/ 84 w 95"/>
                  <a:gd name="T45" fmla="*/ 39 h 90"/>
                  <a:gd name="T46" fmla="*/ 88 w 95"/>
                  <a:gd name="T47" fmla="*/ 45 h 90"/>
                  <a:gd name="T48" fmla="*/ 77 w 95"/>
                  <a:gd name="T49" fmla="*/ 42 h 90"/>
                  <a:gd name="T50" fmla="*/ 55 w 95"/>
                  <a:gd name="T51" fmla="*/ 28 h 90"/>
                  <a:gd name="T52" fmla="*/ 47 w 95"/>
                  <a:gd name="T53" fmla="*/ 12 h 90"/>
                  <a:gd name="T54" fmla="*/ 58 w 95"/>
                  <a:gd name="T55" fmla="*/ 6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5" h="90">
                    <a:moveTo>
                      <a:pt x="58" y="6"/>
                    </a:moveTo>
                    <a:cubicBezTo>
                      <a:pt x="58" y="6"/>
                      <a:pt x="20" y="3"/>
                      <a:pt x="15" y="2"/>
                    </a:cubicBezTo>
                    <a:cubicBezTo>
                      <a:pt x="10" y="1"/>
                      <a:pt x="8" y="0"/>
                      <a:pt x="8" y="0"/>
                    </a:cubicBezTo>
                    <a:cubicBezTo>
                      <a:pt x="8" y="0"/>
                      <a:pt x="3" y="1"/>
                      <a:pt x="3" y="9"/>
                    </a:cubicBezTo>
                    <a:cubicBezTo>
                      <a:pt x="3" y="9"/>
                      <a:pt x="0" y="11"/>
                      <a:pt x="8" y="11"/>
                    </a:cubicBezTo>
                    <a:cubicBezTo>
                      <a:pt x="16" y="10"/>
                      <a:pt x="36" y="10"/>
                      <a:pt x="37" y="11"/>
                    </a:cubicBezTo>
                    <a:cubicBezTo>
                      <a:pt x="38" y="12"/>
                      <a:pt x="56" y="41"/>
                      <a:pt x="57" y="45"/>
                    </a:cubicBezTo>
                    <a:cubicBezTo>
                      <a:pt x="59" y="48"/>
                      <a:pt x="62" y="60"/>
                      <a:pt x="61" y="64"/>
                    </a:cubicBezTo>
                    <a:cubicBezTo>
                      <a:pt x="59" y="68"/>
                      <a:pt x="54" y="69"/>
                      <a:pt x="53" y="66"/>
                    </a:cubicBezTo>
                    <a:cubicBezTo>
                      <a:pt x="53" y="66"/>
                      <a:pt x="44" y="66"/>
                      <a:pt x="48" y="76"/>
                    </a:cubicBezTo>
                    <a:cubicBezTo>
                      <a:pt x="51" y="85"/>
                      <a:pt x="56" y="90"/>
                      <a:pt x="63" y="81"/>
                    </a:cubicBezTo>
                    <a:cubicBezTo>
                      <a:pt x="70" y="72"/>
                      <a:pt x="70" y="68"/>
                      <a:pt x="70" y="68"/>
                    </a:cubicBezTo>
                    <a:cubicBezTo>
                      <a:pt x="66" y="47"/>
                      <a:pt x="66" y="47"/>
                      <a:pt x="66" y="47"/>
                    </a:cubicBezTo>
                    <a:cubicBezTo>
                      <a:pt x="66" y="47"/>
                      <a:pt x="81" y="56"/>
                      <a:pt x="86" y="55"/>
                    </a:cubicBezTo>
                    <a:cubicBezTo>
                      <a:pt x="91" y="55"/>
                      <a:pt x="95" y="47"/>
                      <a:pt x="89" y="39"/>
                    </a:cubicBezTo>
                    <a:cubicBezTo>
                      <a:pt x="82" y="34"/>
                      <a:pt x="82" y="34"/>
                      <a:pt x="82" y="34"/>
                    </a:cubicBezTo>
                    <a:cubicBezTo>
                      <a:pt x="82" y="34"/>
                      <a:pt x="85" y="28"/>
                      <a:pt x="74" y="19"/>
                    </a:cubicBezTo>
                    <a:cubicBezTo>
                      <a:pt x="74" y="19"/>
                      <a:pt x="74" y="15"/>
                      <a:pt x="76" y="14"/>
                    </a:cubicBezTo>
                    <a:cubicBezTo>
                      <a:pt x="76" y="14"/>
                      <a:pt x="69" y="12"/>
                      <a:pt x="66" y="17"/>
                    </a:cubicBezTo>
                    <a:cubicBezTo>
                      <a:pt x="62" y="23"/>
                      <a:pt x="66" y="25"/>
                      <a:pt x="69" y="24"/>
                    </a:cubicBezTo>
                    <a:cubicBezTo>
                      <a:pt x="73" y="23"/>
                      <a:pt x="83" y="26"/>
                      <a:pt x="75" y="30"/>
                    </a:cubicBezTo>
                    <a:cubicBezTo>
                      <a:pt x="75" y="38"/>
                      <a:pt x="75" y="38"/>
                      <a:pt x="75" y="38"/>
                    </a:cubicBezTo>
                    <a:cubicBezTo>
                      <a:pt x="75" y="38"/>
                      <a:pt x="82" y="38"/>
                      <a:pt x="84" y="39"/>
                    </a:cubicBezTo>
                    <a:cubicBezTo>
                      <a:pt x="86" y="41"/>
                      <a:pt x="89" y="43"/>
                      <a:pt x="88" y="45"/>
                    </a:cubicBezTo>
                    <a:cubicBezTo>
                      <a:pt x="87" y="47"/>
                      <a:pt x="83" y="45"/>
                      <a:pt x="77" y="42"/>
                    </a:cubicBezTo>
                    <a:cubicBezTo>
                      <a:pt x="72" y="39"/>
                      <a:pt x="59" y="33"/>
                      <a:pt x="55" y="28"/>
                    </a:cubicBezTo>
                    <a:cubicBezTo>
                      <a:pt x="51" y="22"/>
                      <a:pt x="47" y="12"/>
                      <a:pt x="47" y="12"/>
                    </a:cubicBezTo>
                    <a:cubicBezTo>
                      <a:pt x="47" y="12"/>
                      <a:pt x="57" y="15"/>
                      <a:pt x="58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7" name="任意多边形: 形状 86"/>
              <p:cNvSpPr/>
              <p:nvPr/>
            </p:nvSpPr>
            <p:spPr bwMode="auto">
              <a:xfrm>
                <a:off x="2917826" y="2203451"/>
                <a:ext cx="117475" cy="85725"/>
              </a:xfrm>
              <a:custGeom>
                <a:avLst/>
                <a:gdLst>
                  <a:gd name="T0" fmla="*/ 60 w 76"/>
                  <a:gd name="T1" fmla="*/ 0 h 56"/>
                  <a:gd name="T2" fmla="*/ 60 w 76"/>
                  <a:gd name="T3" fmla="*/ 3 h 56"/>
                  <a:gd name="T4" fmla="*/ 63 w 76"/>
                  <a:gd name="T5" fmla="*/ 9 h 56"/>
                  <a:gd name="T6" fmla="*/ 71 w 76"/>
                  <a:gd name="T7" fmla="*/ 23 h 56"/>
                  <a:gd name="T8" fmla="*/ 71 w 76"/>
                  <a:gd name="T9" fmla="*/ 36 h 56"/>
                  <a:gd name="T10" fmla="*/ 60 w 76"/>
                  <a:gd name="T11" fmla="*/ 34 h 56"/>
                  <a:gd name="T12" fmla="*/ 56 w 76"/>
                  <a:gd name="T13" fmla="*/ 34 h 56"/>
                  <a:gd name="T14" fmla="*/ 56 w 76"/>
                  <a:gd name="T15" fmla="*/ 52 h 56"/>
                  <a:gd name="T16" fmla="*/ 47 w 76"/>
                  <a:gd name="T17" fmla="*/ 54 h 56"/>
                  <a:gd name="T18" fmla="*/ 45 w 76"/>
                  <a:gd name="T19" fmla="*/ 40 h 56"/>
                  <a:gd name="T20" fmla="*/ 41 w 76"/>
                  <a:gd name="T21" fmla="*/ 38 h 56"/>
                  <a:gd name="T22" fmla="*/ 5 w 76"/>
                  <a:gd name="T23" fmla="*/ 36 h 56"/>
                  <a:gd name="T24" fmla="*/ 25 w 76"/>
                  <a:gd name="T25" fmla="*/ 9 h 56"/>
                  <a:gd name="T26" fmla="*/ 21 w 76"/>
                  <a:gd name="T27" fmla="*/ 29 h 56"/>
                  <a:gd name="T28" fmla="*/ 40 w 76"/>
                  <a:gd name="T29" fmla="*/ 30 h 56"/>
                  <a:gd name="T30" fmla="*/ 32 w 76"/>
                  <a:gd name="T31" fmla="*/ 14 h 56"/>
                  <a:gd name="T32" fmla="*/ 41 w 76"/>
                  <a:gd name="T33" fmla="*/ 3 h 56"/>
                  <a:gd name="T34" fmla="*/ 45 w 76"/>
                  <a:gd name="T35" fmla="*/ 10 h 56"/>
                  <a:gd name="T36" fmla="*/ 48 w 76"/>
                  <a:gd name="T37" fmla="*/ 19 h 56"/>
                  <a:gd name="T38" fmla="*/ 50 w 76"/>
                  <a:gd name="T39" fmla="*/ 23 h 56"/>
                  <a:gd name="T40" fmla="*/ 58 w 76"/>
                  <a:gd name="T41" fmla="*/ 22 h 56"/>
                  <a:gd name="T42" fmla="*/ 63 w 76"/>
                  <a:gd name="T43" fmla="*/ 20 h 56"/>
                  <a:gd name="T44" fmla="*/ 53 w 76"/>
                  <a:gd name="T45" fmla="*/ 9 h 56"/>
                  <a:gd name="T46" fmla="*/ 60 w 76"/>
                  <a:gd name="T4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6" h="56">
                    <a:moveTo>
                      <a:pt x="60" y="0"/>
                    </a:moveTo>
                    <a:cubicBezTo>
                      <a:pt x="60" y="0"/>
                      <a:pt x="60" y="1"/>
                      <a:pt x="60" y="3"/>
                    </a:cubicBezTo>
                    <a:cubicBezTo>
                      <a:pt x="59" y="5"/>
                      <a:pt x="61" y="8"/>
                      <a:pt x="63" y="9"/>
                    </a:cubicBezTo>
                    <a:cubicBezTo>
                      <a:pt x="64" y="11"/>
                      <a:pt x="70" y="20"/>
                      <a:pt x="71" y="23"/>
                    </a:cubicBezTo>
                    <a:cubicBezTo>
                      <a:pt x="72" y="25"/>
                      <a:pt x="76" y="33"/>
                      <a:pt x="71" y="36"/>
                    </a:cubicBezTo>
                    <a:cubicBezTo>
                      <a:pt x="66" y="40"/>
                      <a:pt x="61" y="35"/>
                      <a:pt x="60" y="34"/>
                    </a:cubicBezTo>
                    <a:cubicBezTo>
                      <a:pt x="58" y="33"/>
                      <a:pt x="56" y="34"/>
                      <a:pt x="56" y="34"/>
                    </a:cubicBezTo>
                    <a:cubicBezTo>
                      <a:pt x="56" y="34"/>
                      <a:pt x="59" y="48"/>
                      <a:pt x="56" y="52"/>
                    </a:cubicBezTo>
                    <a:cubicBezTo>
                      <a:pt x="56" y="52"/>
                      <a:pt x="51" y="56"/>
                      <a:pt x="47" y="54"/>
                    </a:cubicBezTo>
                    <a:cubicBezTo>
                      <a:pt x="43" y="51"/>
                      <a:pt x="46" y="42"/>
                      <a:pt x="45" y="40"/>
                    </a:cubicBezTo>
                    <a:cubicBezTo>
                      <a:pt x="44" y="39"/>
                      <a:pt x="44" y="38"/>
                      <a:pt x="41" y="38"/>
                    </a:cubicBezTo>
                    <a:cubicBezTo>
                      <a:pt x="38" y="39"/>
                      <a:pt x="11" y="44"/>
                      <a:pt x="5" y="36"/>
                    </a:cubicBezTo>
                    <a:cubicBezTo>
                      <a:pt x="0" y="28"/>
                      <a:pt x="16" y="10"/>
                      <a:pt x="25" y="9"/>
                    </a:cubicBezTo>
                    <a:cubicBezTo>
                      <a:pt x="25" y="9"/>
                      <a:pt x="18" y="24"/>
                      <a:pt x="21" y="29"/>
                    </a:cubicBezTo>
                    <a:cubicBezTo>
                      <a:pt x="24" y="34"/>
                      <a:pt x="39" y="30"/>
                      <a:pt x="40" y="30"/>
                    </a:cubicBezTo>
                    <a:cubicBezTo>
                      <a:pt x="41" y="30"/>
                      <a:pt x="32" y="17"/>
                      <a:pt x="32" y="14"/>
                    </a:cubicBezTo>
                    <a:cubicBezTo>
                      <a:pt x="31" y="12"/>
                      <a:pt x="38" y="4"/>
                      <a:pt x="41" y="3"/>
                    </a:cubicBezTo>
                    <a:cubicBezTo>
                      <a:pt x="45" y="2"/>
                      <a:pt x="47" y="6"/>
                      <a:pt x="45" y="10"/>
                    </a:cubicBezTo>
                    <a:cubicBezTo>
                      <a:pt x="44" y="14"/>
                      <a:pt x="48" y="19"/>
                      <a:pt x="48" y="19"/>
                    </a:cubicBezTo>
                    <a:cubicBezTo>
                      <a:pt x="49" y="20"/>
                      <a:pt x="50" y="22"/>
                      <a:pt x="50" y="23"/>
                    </a:cubicBezTo>
                    <a:cubicBezTo>
                      <a:pt x="51" y="23"/>
                      <a:pt x="57" y="22"/>
                      <a:pt x="58" y="22"/>
                    </a:cubicBezTo>
                    <a:cubicBezTo>
                      <a:pt x="58" y="22"/>
                      <a:pt x="72" y="30"/>
                      <a:pt x="63" y="20"/>
                    </a:cubicBezTo>
                    <a:cubicBezTo>
                      <a:pt x="54" y="9"/>
                      <a:pt x="53" y="10"/>
                      <a:pt x="53" y="9"/>
                    </a:cubicBezTo>
                    <a:cubicBezTo>
                      <a:pt x="53" y="8"/>
                      <a:pt x="54" y="2"/>
                      <a:pt x="6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9910764" y="6171283"/>
              <a:ext cx="2166967" cy="419292"/>
              <a:chOff x="6687090" y="2437568"/>
              <a:chExt cx="3800870" cy="735440"/>
            </a:xfrm>
            <a:solidFill>
              <a:schemeClr val="accent1"/>
            </a:solidFill>
          </p:grpSpPr>
          <p:sp>
            <p:nvSpPr>
              <p:cNvPr id="9" name="文本框 8"/>
              <p:cNvSpPr txBox="1"/>
              <p:nvPr/>
            </p:nvSpPr>
            <p:spPr>
              <a:xfrm>
                <a:off x="6687090" y="2903088"/>
                <a:ext cx="3800870" cy="269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00" b="1" dirty="0">
                    <a:solidFill>
                      <a:schemeClr val="accent1"/>
                    </a:solidFill>
                    <a:latin typeface="+mj-ea"/>
                    <a:ea typeface="+mj-ea"/>
                  </a:rPr>
                  <a:t>GUNLIN UNIVERSITY OF ELECTRONIC TECHNOLOGY</a:t>
                </a:r>
                <a:endParaRPr lang="zh-CN" altLang="en-US" sz="400" b="1" dirty="0">
                  <a:solidFill>
                    <a:schemeClr val="accent1"/>
                  </a:solidFill>
                  <a:latin typeface="+mj-ea"/>
                  <a:ea typeface="+mj-ea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6851761" y="2437568"/>
                <a:ext cx="3620338" cy="470381"/>
                <a:chOff x="3451226" y="1804988"/>
                <a:chExt cx="7208838" cy="936626"/>
              </a:xfrm>
              <a:grpFill/>
            </p:grpSpPr>
            <p:sp>
              <p:nvSpPr>
                <p:cNvPr id="11" name="任意多边形: 形状 10"/>
                <p:cNvSpPr/>
                <p:nvPr/>
              </p:nvSpPr>
              <p:spPr bwMode="auto">
                <a:xfrm>
                  <a:off x="3451226" y="1876426"/>
                  <a:ext cx="490538" cy="728663"/>
                </a:xfrm>
                <a:custGeom>
                  <a:avLst/>
                  <a:gdLst>
                    <a:gd name="T0" fmla="*/ 184 w 319"/>
                    <a:gd name="T1" fmla="*/ 100 h 473"/>
                    <a:gd name="T2" fmla="*/ 222 w 319"/>
                    <a:gd name="T3" fmla="*/ 20 h 473"/>
                    <a:gd name="T4" fmla="*/ 256 w 319"/>
                    <a:gd name="T5" fmla="*/ 38 h 473"/>
                    <a:gd name="T6" fmla="*/ 267 w 319"/>
                    <a:gd name="T7" fmla="*/ 91 h 473"/>
                    <a:gd name="T8" fmla="*/ 318 w 319"/>
                    <a:gd name="T9" fmla="*/ 126 h 473"/>
                    <a:gd name="T10" fmla="*/ 289 w 319"/>
                    <a:gd name="T11" fmla="*/ 156 h 473"/>
                    <a:gd name="T12" fmla="*/ 209 w 319"/>
                    <a:gd name="T13" fmla="*/ 209 h 473"/>
                    <a:gd name="T14" fmla="*/ 216 w 319"/>
                    <a:gd name="T15" fmla="*/ 245 h 473"/>
                    <a:gd name="T16" fmla="*/ 275 w 319"/>
                    <a:gd name="T17" fmla="*/ 209 h 473"/>
                    <a:gd name="T18" fmla="*/ 271 w 319"/>
                    <a:gd name="T19" fmla="*/ 257 h 473"/>
                    <a:gd name="T20" fmla="*/ 199 w 319"/>
                    <a:gd name="T21" fmla="*/ 321 h 473"/>
                    <a:gd name="T22" fmla="*/ 189 w 319"/>
                    <a:gd name="T23" fmla="*/ 472 h 473"/>
                    <a:gd name="T24" fmla="*/ 146 w 319"/>
                    <a:gd name="T25" fmla="*/ 458 h 473"/>
                    <a:gd name="T26" fmla="*/ 130 w 319"/>
                    <a:gd name="T27" fmla="*/ 418 h 473"/>
                    <a:gd name="T28" fmla="*/ 128 w 319"/>
                    <a:gd name="T29" fmla="*/ 374 h 473"/>
                    <a:gd name="T30" fmla="*/ 101 w 319"/>
                    <a:gd name="T31" fmla="*/ 382 h 473"/>
                    <a:gd name="T32" fmla="*/ 44 w 319"/>
                    <a:gd name="T33" fmla="*/ 399 h 473"/>
                    <a:gd name="T34" fmla="*/ 45 w 319"/>
                    <a:gd name="T35" fmla="*/ 335 h 473"/>
                    <a:gd name="T36" fmla="*/ 109 w 319"/>
                    <a:gd name="T37" fmla="*/ 272 h 473"/>
                    <a:gd name="T38" fmla="*/ 152 w 319"/>
                    <a:gd name="T39" fmla="*/ 244 h 473"/>
                    <a:gd name="T40" fmla="*/ 137 w 319"/>
                    <a:gd name="T41" fmla="*/ 211 h 473"/>
                    <a:gd name="T42" fmla="*/ 26 w 319"/>
                    <a:gd name="T43" fmla="*/ 201 h 473"/>
                    <a:gd name="T44" fmla="*/ 29 w 319"/>
                    <a:gd name="T45" fmla="*/ 158 h 473"/>
                    <a:gd name="T46" fmla="*/ 184 w 319"/>
                    <a:gd name="T47" fmla="*/ 100 h 4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19" h="473">
                      <a:moveTo>
                        <a:pt x="184" y="100"/>
                      </a:moveTo>
                      <a:cubicBezTo>
                        <a:pt x="184" y="100"/>
                        <a:pt x="208" y="40"/>
                        <a:pt x="222" y="20"/>
                      </a:cubicBezTo>
                      <a:cubicBezTo>
                        <a:pt x="236" y="0"/>
                        <a:pt x="256" y="10"/>
                        <a:pt x="256" y="38"/>
                      </a:cubicBezTo>
                      <a:cubicBezTo>
                        <a:pt x="256" y="66"/>
                        <a:pt x="249" y="78"/>
                        <a:pt x="267" y="91"/>
                      </a:cubicBezTo>
                      <a:cubicBezTo>
                        <a:pt x="285" y="104"/>
                        <a:pt x="318" y="110"/>
                        <a:pt x="318" y="126"/>
                      </a:cubicBezTo>
                      <a:cubicBezTo>
                        <a:pt x="318" y="142"/>
                        <a:pt x="319" y="145"/>
                        <a:pt x="289" y="156"/>
                      </a:cubicBezTo>
                      <a:cubicBezTo>
                        <a:pt x="259" y="167"/>
                        <a:pt x="214" y="188"/>
                        <a:pt x="209" y="209"/>
                      </a:cubicBezTo>
                      <a:cubicBezTo>
                        <a:pt x="204" y="230"/>
                        <a:pt x="197" y="257"/>
                        <a:pt x="216" y="245"/>
                      </a:cubicBezTo>
                      <a:cubicBezTo>
                        <a:pt x="235" y="233"/>
                        <a:pt x="271" y="214"/>
                        <a:pt x="275" y="209"/>
                      </a:cubicBezTo>
                      <a:cubicBezTo>
                        <a:pt x="279" y="204"/>
                        <a:pt x="281" y="243"/>
                        <a:pt x="271" y="257"/>
                      </a:cubicBezTo>
                      <a:cubicBezTo>
                        <a:pt x="261" y="271"/>
                        <a:pt x="205" y="311"/>
                        <a:pt x="199" y="321"/>
                      </a:cubicBezTo>
                      <a:cubicBezTo>
                        <a:pt x="193" y="331"/>
                        <a:pt x="188" y="439"/>
                        <a:pt x="189" y="472"/>
                      </a:cubicBezTo>
                      <a:cubicBezTo>
                        <a:pt x="189" y="472"/>
                        <a:pt x="154" y="473"/>
                        <a:pt x="146" y="458"/>
                      </a:cubicBezTo>
                      <a:cubicBezTo>
                        <a:pt x="138" y="443"/>
                        <a:pt x="130" y="423"/>
                        <a:pt x="130" y="418"/>
                      </a:cubicBezTo>
                      <a:cubicBezTo>
                        <a:pt x="130" y="413"/>
                        <a:pt x="128" y="374"/>
                        <a:pt x="128" y="374"/>
                      </a:cubicBezTo>
                      <a:cubicBezTo>
                        <a:pt x="128" y="374"/>
                        <a:pt x="107" y="371"/>
                        <a:pt x="101" y="382"/>
                      </a:cubicBezTo>
                      <a:cubicBezTo>
                        <a:pt x="95" y="393"/>
                        <a:pt x="58" y="415"/>
                        <a:pt x="44" y="399"/>
                      </a:cubicBezTo>
                      <a:cubicBezTo>
                        <a:pt x="30" y="383"/>
                        <a:pt x="31" y="351"/>
                        <a:pt x="45" y="335"/>
                      </a:cubicBezTo>
                      <a:cubicBezTo>
                        <a:pt x="59" y="319"/>
                        <a:pt x="105" y="276"/>
                        <a:pt x="109" y="272"/>
                      </a:cubicBezTo>
                      <a:cubicBezTo>
                        <a:pt x="113" y="268"/>
                        <a:pt x="151" y="255"/>
                        <a:pt x="152" y="244"/>
                      </a:cubicBezTo>
                      <a:cubicBezTo>
                        <a:pt x="153" y="233"/>
                        <a:pt x="163" y="198"/>
                        <a:pt x="137" y="211"/>
                      </a:cubicBezTo>
                      <a:cubicBezTo>
                        <a:pt x="115" y="222"/>
                        <a:pt x="50" y="234"/>
                        <a:pt x="26" y="201"/>
                      </a:cubicBezTo>
                      <a:cubicBezTo>
                        <a:pt x="2" y="168"/>
                        <a:pt x="0" y="149"/>
                        <a:pt x="29" y="158"/>
                      </a:cubicBezTo>
                      <a:cubicBezTo>
                        <a:pt x="58" y="167"/>
                        <a:pt x="166" y="119"/>
                        <a:pt x="184" y="10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2" name="任意多边形: 形状 11"/>
                <p:cNvSpPr/>
                <p:nvPr/>
              </p:nvSpPr>
              <p:spPr bwMode="auto">
                <a:xfrm>
                  <a:off x="3914776" y="1822451"/>
                  <a:ext cx="384175" cy="815975"/>
                </a:xfrm>
                <a:custGeom>
                  <a:avLst/>
                  <a:gdLst>
                    <a:gd name="T0" fmla="*/ 106 w 250"/>
                    <a:gd name="T1" fmla="*/ 118 h 529"/>
                    <a:gd name="T2" fmla="*/ 126 w 250"/>
                    <a:gd name="T3" fmla="*/ 34 h 529"/>
                    <a:gd name="T4" fmla="*/ 161 w 250"/>
                    <a:gd name="T5" fmla="*/ 20 h 529"/>
                    <a:gd name="T6" fmla="*/ 162 w 250"/>
                    <a:gd name="T7" fmla="*/ 69 h 529"/>
                    <a:gd name="T8" fmla="*/ 151 w 250"/>
                    <a:gd name="T9" fmla="*/ 111 h 529"/>
                    <a:gd name="T10" fmla="*/ 176 w 250"/>
                    <a:gd name="T11" fmla="*/ 110 h 529"/>
                    <a:gd name="T12" fmla="*/ 233 w 250"/>
                    <a:gd name="T13" fmla="*/ 96 h 529"/>
                    <a:gd name="T14" fmla="*/ 227 w 250"/>
                    <a:gd name="T15" fmla="*/ 125 h 529"/>
                    <a:gd name="T16" fmla="*/ 152 w 250"/>
                    <a:gd name="T17" fmla="*/ 139 h 529"/>
                    <a:gd name="T18" fmla="*/ 141 w 250"/>
                    <a:gd name="T19" fmla="*/ 162 h 529"/>
                    <a:gd name="T20" fmla="*/ 136 w 250"/>
                    <a:gd name="T21" fmla="*/ 206 h 529"/>
                    <a:gd name="T22" fmla="*/ 216 w 250"/>
                    <a:gd name="T23" fmla="*/ 217 h 529"/>
                    <a:gd name="T24" fmla="*/ 192 w 250"/>
                    <a:gd name="T25" fmla="*/ 250 h 529"/>
                    <a:gd name="T26" fmla="*/ 157 w 250"/>
                    <a:gd name="T27" fmla="*/ 256 h 529"/>
                    <a:gd name="T28" fmla="*/ 142 w 250"/>
                    <a:gd name="T29" fmla="*/ 297 h 529"/>
                    <a:gd name="T30" fmla="*/ 167 w 250"/>
                    <a:gd name="T31" fmla="*/ 324 h 529"/>
                    <a:gd name="T32" fmla="*/ 201 w 250"/>
                    <a:gd name="T33" fmla="*/ 381 h 529"/>
                    <a:gd name="T34" fmla="*/ 180 w 250"/>
                    <a:gd name="T35" fmla="*/ 436 h 529"/>
                    <a:gd name="T36" fmla="*/ 202 w 250"/>
                    <a:gd name="T37" fmla="*/ 508 h 529"/>
                    <a:gd name="T38" fmla="*/ 128 w 250"/>
                    <a:gd name="T39" fmla="*/ 489 h 529"/>
                    <a:gd name="T40" fmla="*/ 88 w 250"/>
                    <a:gd name="T41" fmla="*/ 473 h 529"/>
                    <a:gd name="T42" fmla="*/ 78 w 250"/>
                    <a:gd name="T43" fmla="*/ 401 h 529"/>
                    <a:gd name="T44" fmla="*/ 80 w 250"/>
                    <a:gd name="T45" fmla="*/ 362 h 529"/>
                    <a:gd name="T46" fmla="*/ 18 w 250"/>
                    <a:gd name="T47" fmla="*/ 345 h 529"/>
                    <a:gd name="T48" fmla="*/ 38 w 250"/>
                    <a:gd name="T49" fmla="*/ 317 h 529"/>
                    <a:gd name="T50" fmla="*/ 93 w 250"/>
                    <a:gd name="T51" fmla="*/ 320 h 529"/>
                    <a:gd name="T52" fmla="*/ 109 w 250"/>
                    <a:gd name="T53" fmla="*/ 276 h 529"/>
                    <a:gd name="T54" fmla="*/ 66 w 250"/>
                    <a:gd name="T55" fmla="*/ 261 h 529"/>
                    <a:gd name="T56" fmla="*/ 46 w 250"/>
                    <a:gd name="T57" fmla="*/ 273 h 529"/>
                    <a:gd name="T58" fmla="*/ 8 w 250"/>
                    <a:gd name="T59" fmla="*/ 273 h 529"/>
                    <a:gd name="T60" fmla="*/ 23 w 250"/>
                    <a:gd name="T61" fmla="*/ 231 h 529"/>
                    <a:gd name="T62" fmla="*/ 87 w 250"/>
                    <a:gd name="T63" fmla="*/ 211 h 529"/>
                    <a:gd name="T64" fmla="*/ 79 w 250"/>
                    <a:gd name="T65" fmla="*/ 168 h 529"/>
                    <a:gd name="T66" fmla="*/ 56 w 250"/>
                    <a:gd name="T67" fmla="*/ 139 h 529"/>
                    <a:gd name="T68" fmla="*/ 106 w 250"/>
                    <a:gd name="T69" fmla="*/ 118 h 5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50" h="529">
                      <a:moveTo>
                        <a:pt x="106" y="118"/>
                      </a:moveTo>
                      <a:cubicBezTo>
                        <a:pt x="106" y="118"/>
                        <a:pt x="119" y="47"/>
                        <a:pt x="126" y="34"/>
                      </a:cubicBezTo>
                      <a:cubicBezTo>
                        <a:pt x="133" y="21"/>
                        <a:pt x="148" y="0"/>
                        <a:pt x="161" y="20"/>
                      </a:cubicBezTo>
                      <a:cubicBezTo>
                        <a:pt x="174" y="40"/>
                        <a:pt x="173" y="53"/>
                        <a:pt x="162" y="69"/>
                      </a:cubicBezTo>
                      <a:cubicBezTo>
                        <a:pt x="151" y="85"/>
                        <a:pt x="151" y="107"/>
                        <a:pt x="151" y="111"/>
                      </a:cubicBezTo>
                      <a:cubicBezTo>
                        <a:pt x="151" y="115"/>
                        <a:pt x="170" y="112"/>
                        <a:pt x="176" y="110"/>
                      </a:cubicBezTo>
                      <a:cubicBezTo>
                        <a:pt x="201" y="99"/>
                        <a:pt x="221" y="92"/>
                        <a:pt x="233" y="96"/>
                      </a:cubicBezTo>
                      <a:cubicBezTo>
                        <a:pt x="242" y="99"/>
                        <a:pt x="250" y="113"/>
                        <a:pt x="227" y="125"/>
                      </a:cubicBezTo>
                      <a:cubicBezTo>
                        <a:pt x="188" y="147"/>
                        <a:pt x="152" y="139"/>
                        <a:pt x="152" y="139"/>
                      </a:cubicBezTo>
                      <a:cubicBezTo>
                        <a:pt x="152" y="139"/>
                        <a:pt x="145" y="142"/>
                        <a:pt x="141" y="162"/>
                      </a:cubicBezTo>
                      <a:cubicBezTo>
                        <a:pt x="137" y="182"/>
                        <a:pt x="136" y="206"/>
                        <a:pt x="136" y="206"/>
                      </a:cubicBezTo>
                      <a:cubicBezTo>
                        <a:pt x="136" y="206"/>
                        <a:pt x="206" y="204"/>
                        <a:pt x="216" y="217"/>
                      </a:cubicBezTo>
                      <a:cubicBezTo>
                        <a:pt x="226" y="230"/>
                        <a:pt x="226" y="265"/>
                        <a:pt x="192" y="250"/>
                      </a:cubicBezTo>
                      <a:cubicBezTo>
                        <a:pt x="167" y="243"/>
                        <a:pt x="167" y="246"/>
                        <a:pt x="157" y="256"/>
                      </a:cubicBezTo>
                      <a:cubicBezTo>
                        <a:pt x="147" y="266"/>
                        <a:pt x="136" y="273"/>
                        <a:pt x="142" y="297"/>
                      </a:cubicBezTo>
                      <a:cubicBezTo>
                        <a:pt x="148" y="321"/>
                        <a:pt x="154" y="322"/>
                        <a:pt x="167" y="324"/>
                      </a:cubicBezTo>
                      <a:cubicBezTo>
                        <a:pt x="180" y="326"/>
                        <a:pt x="219" y="339"/>
                        <a:pt x="201" y="381"/>
                      </a:cubicBezTo>
                      <a:cubicBezTo>
                        <a:pt x="201" y="381"/>
                        <a:pt x="158" y="418"/>
                        <a:pt x="180" y="436"/>
                      </a:cubicBezTo>
                      <a:cubicBezTo>
                        <a:pt x="201" y="453"/>
                        <a:pt x="222" y="486"/>
                        <a:pt x="202" y="508"/>
                      </a:cubicBezTo>
                      <a:cubicBezTo>
                        <a:pt x="182" y="529"/>
                        <a:pt x="145" y="493"/>
                        <a:pt x="128" y="489"/>
                      </a:cubicBezTo>
                      <a:cubicBezTo>
                        <a:pt x="110" y="485"/>
                        <a:pt x="105" y="485"/>
                        <a:pt x="88" y="473"/>
                      </a:cubicBezTo>
                      <a:cubicBezTo>
                        <a:pt x="70" y="461"/>
                        <a:pt x="57" y="424"/>
                        <a:pt x="78" y="401"/>
                      </a:cubicBezTo>
                      <a:cubicBezTo>
                        <a:pt x="100" y="378"/>
                        <a:pt x="136" y="361"/>
                        <a:pt x="80" y="362"/>
                      </a:cubicBezTo>
                      <a:cubicBezTo>
                        <a:pt x="24" y="364"/>
                        <a:pt x="18" y="345"/>
                        <a:pt x="18" y="345"/>
                      </a:cubicBezTo>
                      <a:cubicBezTo>
                        <a:pt x="18" y="345"/>
                        <a:pt x="2" y="294"/>
                        <a:pt x="38" y="317"/>
                      </a:cubicBezTo>
                      <a:cubicBezTo>
                        <a:pt x="38" y="317"/>
                        <a:pt x="80" y="328"/>
                        <a:pt x="93" y="320"/>
                      </a:cubicBezTo>
                      <a:cubicBezTo>
                        <a:pt x="106" y="312"/>
                        <a:pt x="109" y="276"/>
                        <a:pt x="109" y="276"/>
                      </a:cubicBezTo>
                      <a:cubicBezTo>
                        <a:pt x="109" y="276"/>
                        <a:pt x="122" y="250"/>
                        <a:pt x="66" y="261"/>
                      </a:cubicBezTo>
                      <a:cubicBezTo>
                        <a:pt x="66" y="261"/>
                        <a:pt x="51" y="262"/>
                        <a:pt x="46" y="273"/>
                      </a:cubicBezTo>
                      <a:cubicBezTo>
                        <a:pt x="42" y="284"/>
                        <a:pt x="15" y="284"/>
                        <a:pt x="8" y="273"/>
                      </a:cubicBezTo>
                      <a:cubicBezTo>
                        <a:pt x="0" y="262"/>
                        <a:pt x="1" y="230"/>
                        <a:pt x="23" y="231"/>
                      </a:cubicBezTo>
                      <a:cubicBezTo>
                        <a:pt x="45" y="232"/>
                        <a:pt x="82" y="222"/>
                        <a:pt x="87" y="211"/>
                      </a:cubicBezTo>
                      <a:cubicBezTo>
                        <a:pt x="92" y="200"/>
                        <a:pt x="98" y="174"/>
                        <a:pt x="79" y="168"/>
                      </a:cubicBezTo>
                      <a:cubicBezTo>
                        <a:pt x="60" y="161"/>
                        <a:pt x="44" y="154"/>
                        <a:pt x="56" y="139"/>
                      </a:cubicBezTo>
                      <a:cubicBezTo>
                        <a:pt x="68" y="124"/>
                        <a:pt x="92" y="136"/>
                        <a:pt x="106" y="11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3" name="任意多边形: 形状 12"/>
                <p:cNvSpPr/>
                <p:nvPr/>
              </p:nvSpPr>
              <p:spPr bwMode="auto">
                <a:xfrm>
                  <a:off x="4387851" y="1905001"/>
                  <a:ext cx="471488" cy="647700"/>
                </a:xfrm>
                <a:custGeom>
                  <a:avLst/>
                  <a:gdLst>
                    <a:gd name="T0" fmla="*/ 269 w 307"/>
                    <a:gd name="T1" fmla="*/ 4 h 420"/>
                    <a:gd name="T2" fmla="*/ 306 w 307"/>
                    <a:gd name="T3" fmla="*/ 24 h 420"/>
                    <a:gd name="T4" fmla="*/ 283 w 307"/>
                    <a:gd name="T5" fmla="*/ 70 h 420"/>
                    <a:gd name="T6" fmla="*/ 281 w 307"/>
                    <a:gd name="T7" fmla="*/ 111 h 420"/>
                    <a:gd name="T8" fmla="*/ 268 w 307"/>
                    <a:gd name="T9" fmla="*/ 152 h 420"/>
                    <a:gd name="T10" fmla="*/ 256 w 307"/>
                    <a:gd name="T11" fmla="*/ 208 h 420"/>
                    <a:gd name="T12" fmla="*/ 282 w 307"/>
                    <a:gd name="T13" fmla="*/ 202 h 420"/>
                    <a:gd name="T14" fmla="*/ 259 w 307"/>
                    <a:gd name="T15" fmla="*/ 234 h 420"/>
                    <a:gd name="T16" fmla="*/ 258 w 307"/>
                    <a:gd name="T17" fmla="*/ 263 h 420"/>
                    <a:gd name="T18" fmla="*/ 248 w 307"/>
                    <a:gd name="T19" fmla="*/ 283 h 420"/>
                    <a:gd name="T20" fmla="*/ 244 w 307"/>
                    <a:gd name="T21" fmla="*/ 394 h 420"/>
                    <a:gd name="T22" fmla="*/ 197 w 307"/>
                    <a:gd name="T23" fmla="*/ 382 h 420"/>
                    <a:gd name="T24" fmla="*/ 188 w 307"/>
                    <a:gd name="T25" fmla="*/ 322 h 420"/>
                    <a:gd name="T26" fmla="*/ 148 w 307"/>
                    <a:gd name="T27" fmla="*/ 356 h 420"/>
                    <a:gd name="T28" fmla="*/ 94 w 307"/>
                    <a:gd name="T29" fmla="*/ 306 h 420"/>
                    <a:gd name="T30" fmla="*/ 141 w 307"/>
                    <a:gd name="T31" fmla="*/ 251 h 420"/>
                    <a:gd name="T32" fmla="*/ 172 w 307"/>
                    <a:gd name="T33" fmla="*/ 239 h 420"/>
                    <a:gd name="T34" fmla="*/ 181 w 307"/>
                    <a:gd name="T35" fmla="*/ 262 h 420"/>
                    <a:gd name="T36" fmla="*/ 210 w 307"/>
                    <a:gd name="T37" fmla="*/ 234 h 420"/>
                    <a:gd name="T38" fmla="*/ 222 w 307"/>
                    <a:gd name="T39" fmla="*/ 162 h 420"/>
                    <a:gd name="T40" fmla="*/ 53 w 307"/>
                    <a:gd name="T41" fmla="*/ 202 h 420"/>
                    <a:gd name="T42" fmla="*/ 1 w 307"/>
                    <a:gd name="T43" fmla="*/ 169 h 420"/>
                    <a:gd name="T44" fmla="*/ 29 w 307"/>
                    <a:gd name="T45" fmla="*/ 159 h 420"/>
                    <a:gd name="T46" fmla="*/ 140 w 307"/>
                    <a:gd name="T47" fmla="*/ 148 h 420"/>
                    <a:gd name="T48" fmla="*/ 231 w 307"/>
                    <a:gd name="T49" fmla="*/ 118 h 420"/>
                    <a:gd name="T50" fmla="*/ 269 w 307"/>
                    <a:gd name="T51" fmla="*/ 4 h 4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7" h="420">
                      <a:moveTo>
                        <a:pt x="269" y="4"/>
                      </a:moveTo>
                      <a:cubicBezTo>
                        <a:pt x="269" y="4"/>
                        <a:pt x="307" y="0"/>
                        <a:pt x="306" y="24"/>
                      </a:cubicBezTo>
                      <a:cubicBezTo>
                        <a:pt x="305" y="48"/>
                        <a:pt x="287" y="61"/>
                        <a:pt x="283" y="70"/>
                      </a:cubicBezTo>
                      <a:cubicBezTo>
                        <a:pt x="279" y="79"/>
                        <a:pt x="279" y="104"/>
                        <a:pt x="281" y="111"/>
                      </a:cubicBezTo>
                      <a:cubicBezTo>
                        <a:pt x="283" y="118"/>
                        <a:pt x="299" y="123"/>
                        <a:pt x="268" y="152"/>
                      </a:cubicBezTo>
                      <a:cubicBezTo>
                        <a:pt x="268" y="152"/>
                        <a:pt x="250" y="181"/>
                        <a:pt x="256" y="208"/>
                      </a:cubicBezTo>
                      <a:cubicBezTo>
                        <a:pt x="282" y="202"/>
                        <a:pt x="282" y="202"/>
                        <a:pt x="282" y="202"/>
                      </a:cubicBezTo>
                      <a:cubicBezTo>
                        <a:pt x="282" y="202"/>
                        <a:pt x="267" y="216"/>
                        <a:pt x="259" y="234"/>
                      </a:cubicBezTo>
                      <a:cubicBezTo>
                        <a:pt x="251" y="252"/>
                        <a:pt x="268" y="251"/>
                        <a:pt x="258" y="263"/>
                      </a:cubicBezTo>
                      <a:cubicBezTo>
                        <a:pt x="249" y="275"/>
                        <a:pt x="248" y="283"/>
                        <a:pt x="248" y="283"/>
                      </a:cubicBezTo>
                      <a:cubicBezTo>
                        <a:pt x="244" y="394"/>
                        <a:pt x="244" y="394"/>
                        <a:pt x="244" y="394"/>
                      </a:cubicBezTo>
                      <a:cubicBezTo>
                        <a:pt x="244" y="394"/>
                        <a:pt x="209" y="420"/>
                        <a:pt x="197" y="382"/>
                      </a:cubicBezTo>
                      <a:cubicBezTo>
                        <a:pt x="185" y="343"/>
                        <a:pt x="208" y="319"/>
                        <a:pt x="188" y="322"/>
                      </a:cubicBezTo>
                      <a:cubicBezTo>
                        <a:pt x="168" y="324"/>
                        <a:pt x="161" y="346"/>
                        <a:pt x="148" y="356"/>
                      </a:cubicBezTo>
                      <a:cubicBezTo>
                        <a:pt x="134" y="367"/>
                        <a:pt x="60" y="366"/>
                        <a:pt x="94" y="306"/>
                      </a:cubicBezTo>
                      <a:cubicBezTo>
                        <a:pt x="141" y="251"/>
                        <a:pt x="141" y="251"/>
                        <a:pt x="141" y="251"/>
                      </a:cubicBezTo>
                      <a:cubicBezTo>
                        <a:pt x="141" y="251"/>
                        <a:pt x="161" y="238"/>
                        <a:pt x="172" y="239"/>
                      </a:cubicBezTo>
                      <a:cubicBezTo>
                        <a:pt x="182" y="240"/>
                        <a:pt x="181" y="262"/>
                        <a:pt x="181" y="262"/>
                      </a:cubicBezTo>
                      <a:cubicBezTo>
                        <a:pt x="181" y="262"/>
                        <a:pt x="197" y="266"/>
                        <a:pt x="210" y="234"/>
                      </a:cubicBezTo>
                      <a:cubicBezTo>
                        <a:pt x="224" y="202"/>
                        <a:pt x="222" y="166"/>
                        <a:pt x="222" y="162"/>
                      </a:cubicBezTo>
                      <a:cubicBezTo>
                        <a:pt x="222" y="158"/>
                        <a:pt x="106" y="195"/>
                        <a:pt x="53" y="202"/>
                      </a:cubicBezTo>
                      <a:cubicBezTo>
                        <a:pt x="0" y="208"/>
                        <a:pt x="1" y="179"/>
                        <a:pt x="1" y="169"/>
                      </a:cubicBezTo>
                      <a:cubicBezTo>
                        <a:pt x="1" y="159"/>
                        <a:pt x="17" y="151"/>
                        <a:pt x="29" y="159"/>
                      </a:cubicBezTo>
                      <a:cubicBezTo>
                        <a:pt x="41" y="167"/>
                        <a:pt x="72" y="166"/>
                        <a:pt x="140" y="148"/>
                      </a:cubicBezTo>
                      <a:cubicBezTo>
                        <a:pt x="208" y="130"/>
                        <a:pt x="227" y="128"/>
                        <a:pt x="231" y="118"/>
                      </a:cubicBezTo>
                      <a:cubicBezTo>
                        <a:pt x="235" y="108"/>
                        <a:pt x="265" y="31"/>
                        <a:pt x="269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4" name="任意多边形: 形状 13"/>
                <p:cNvSpPr/>
                <p:nvPr/>
              </p:nvSpPr>
              <p:spPr bwMode="auto">
                <a:xfrm>
                  <a:off x="4830763" y="1844676"/>
                  <a:ext cx="585788" cy="801688"/>
                </a:xfrm>
                <a:custGeom>
                  <a:avLst/>
                  <a:gdLst>
                    <a:gd name="T0" fmla="*/ 154 w 382"/>
                    <a:gd name="T1" fmla="*/ 130 h 521"/>
                    <a:gd name="T2" fmla="*/ 156 w 382"/>
                    <a:gd name="T3" fmla="*/ 51 h 521"/>
                    <a:gd name="T4" fmla="*/ 190 w 382"/>
                    <a:gd name="T5" fmla="*/ 38 h 521"/>
                    <a:gd name="T6" fmla="*/ 198 w 382"/>
                    <a:gd name="T7" fmla="*/ 136 h 521"/>
                    <a:gd name="T8" fmla="*/ 268 w 382"/>
                    <a:gd name="T9" fmla="*/ 146 h 521"/>
                    <a:gd name="T10" fmla="*/ 258 w 382"/>
                    <a:gd name="T11" fmla="*/ 192 h 521"/>
                    <a:gd name="T12" fmla="*/ 229 w 382"/>
                    <a:gd name="T13" fmla="*/ 198 h 521"/>
                    <a:gd name="T14" fmla="*/ 194 w 382"/>
                    <a:gd name="T15" fmla="*/ 271 h 521"/>
                    <a:gd name="T16" fmla="*/ 238 w 382"/>
                    <a:gd name="T17" fmla="*/ 302 h 521"/>
                    <a:gd name="T18" fmla="*/ 350 w 382"/>
                    <a:gd name="T19" fmla="*/ 320 h 521"/>
                    <a:gd name="T20" fmla="*/ 349 w 382"/>
                    <a:gd name="T21" fmla="*/ 371 h 521"/>
                    <a:gd name="T22" fmla="*/ 193 w 382"/>
                    <a:gd name="T23" fmla="*/ 331 h 521"/>
                    <a:gd name="T24" fmla="*/ 194 w 382"/>
                    <a:gd name="T25" fmla="*/ 488 h 521"/>
                    <a:gd name="T26" fmla="*/ 149 w 382"/>
                    <a:gd name="T27" fmla="*/ 482 h 521"/>
                    <a:gd name="T28" fmla="*/ 141 w 382"/>
                    <a:gd name="T29" fmla="*/ 430 h 521"/>
                    <a:gd name="T30" fmla="*/ 149 w 382"/>
                    <a:gd name="T31" fmla="*/ 356 h 521"/>
                    <a:gd name="T32" fmla="*/ 129 w 382"/>
                    <a:gd name="T33" fmla="*/ 316 h 521"/>
                    <a:gd name="T34" fmla="*/ 86 w 382"/>
                    <a:gd name="T35" fmla="*/ 331 h 521"/>
                    <a:gd name="T36" fmla="*/ 18 w 382"/>
                    <a:gd name="T37" fmla="*/ 354 h 521"/>
                    <a:gd name="T38" fmla="*/ 29 w 382"/>
                    <a:gd name="T39" fmla="*/ 299 h 521"/>
                    <a:gd name="T40" fmla="*/ 116 w 382"/>
                    <a:gd name="T41" fmla="*/ 231 h 521"/>
                    <a:gd name="T42" fmla="*/ 101 w 382"/>
                    <a:gd name="T43" fmla="*/ 219 h 521"/>
                    <a:gd name="T44" fmla="*/ 24 w 382"/>
                    <a:gd name="T45" fmla="*/ 210 h 521"/>
                    <a:gd name="T46" fmla="*/ 4 w 382"/>
                    <a:gd name="T47" fmla="*/ 184 h 521"/>
                    <a:gd name="T48" fmla="*/ 34 w 382"/>
                    <a:gd name="T49" fmla="*/ 166 h 521"/>
                    <a:gd name="T50" fmla="*/ 154 w 382"/>
                    <a:gd name="T51" fmla="*/ 130 h 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82" h="521">
                      <a:moveTo>
                        <a:pt x="154" y="130"/>
                      </a:moveTo>
                      <a:cubicBezTo>
                        <a:pt x="154" y="130"/>
                        <a:pt x="165" y="62"/>
                        <a:pt x="156" y="51"/>
                      </a:cubicBezTo>
                      <a:cubicBezTo>
                        <a:pt x="146" y="40"/>
                        <a:pt x="162" y="0"/>
                        <a:pt x="190" y="38"/>
                      </a:cubicBezTo>
                      <a:cubicBezTo>
                        <a:pt x="190" y="38"/>
                        <a:pt x="204" y="72"/>
                        <a:pt x="198" y="136"/>
                      </a:cubicBezTo>
                      <a:cubicBezTo>
                        <a:pt x="198" y="136"/>
                        <a:pt x="257" y="130"/>
                        <a:pt x="268" y="146"/>
                      </a:cubicBezTo>
                      <a:cubicBezTo>
                        <a:pt x="283" y="168"/>
                        <a:pt x="288" y="187"/>
                        <a:pt x="258" y="192"/>
                      </a:cubicBezTo>
                      <a:cubicBezTo>
                        <a:pt x="229" y="198"/>
                        <a:pt x="229" y="198"/>
                        <a:pt x="229" y="198"/>
                      </a:cubicBezTo>
                      <a:cubicBezTo>
                        <a:pt x="229" y="198"/>
                        <a:pt x="190" y="211"/>
                        <a:pt x="194" y="271"/>
                      </a:cubicBezTo>
                      <a:cubicBezTo>
                        <a:pt x="194" y="271"/>
                        <a:pt x="184" y="295"/>
                        <a:pt x="238" y="302"/>
                      </a:cubicBezTo>
                      <a:cubicBezTo>
                        <a:pt x="293" y="308"/>
                        <a:pt x="318" y="306"/>
                        <a:pt x="350" y="320"/>
                      </a:cubicBezTo>
                      <a:cubicBezTo>
                        <a:pt x="382" y="335"/>
                        <a:pt x="378" y="358"/>
                        <a:pt x="349" y="371"/>
                      </a:cubicBezTo>
                      <a:cubicBezTo>
                        <a:pt x="320" y="384"/>
                        <a:pt x="225" y="363"/>
                        <a:pt x="193" y="331"/>
                      </a:cubicBezTo>
                      <a:cubicBezTo>
                        <a:pt x="194" y="488"/>
                        <a:pt x="194" y="488"/>
                        <a:pt x="194" y="488"/>
                      </a:cubicBezTo>
                      <a:cubicBezTo>
                        <a:pt x="194" y="488"/>
                        <a:pt x="174" y="521"/>
                        <a:pt x="149" y="482"/>
                      </a:cubicBezTo>
                      <a:cubicBezTo>
                        <a:pt x="137" y="462"/>
                        <a:pt x="140" y="436"/>
                        <a:pt x="141" y="430"/>
                      </a:cubicBezTo>
                      <a:cubicBezTo>
                        <a:pt x="142" y="423"/>
                        <a:pt x="149" y="371"/>
                        <a:pt x="149" y="356"/>
                      </a:cubicBezTo>
                      <a:cubicBezTo>
                        <a:pt x="149" y="342"/>
                        <a:pt x="140" y="323"/>
                        <a:pt x="129" y="316"/>
                      </a:cubicBezTo>
                      <a:cubicBezTo>
                        <a:pt x="118" y="310"/>
                        <a:pt x="108" y="308"/>
                        <a:pt x="86" y="331"/>
                      </a:cubicBezTo>
                      <a:cubicBezTo>
                        <a:pt x="65" y="354"/>
                        <a:pt x="37" y="378"/>
                        <a:pt x="18" y="354"/>
                      </a:cubicBezTo>
                      <a:cubicBezTo>
                        <a:pt x="0" y="330"/>
                        <a:pt x="20" y="310"/>
                        <a:pt x="29" y="299"/>
                      </a:cubicBezTo>
                      <a:cubicBezTo>
                        <a:pt x="38" y="288"/>
                        <a:pt x="113" y="235"/>
                        <a:pt x="116" y="231"/>
                      </a:cubicBezTo>
                      <a:cubicBezTo>
                        <a:pt x="118" y="227"/>
                        <a:pt x="134" y="208"/>
                        <a:pt x="101" y="219"/>
                      </a:cubicBezTo>
                      <a:cubicBezTo>
                        <a:pt x="68" y="230"/>
                        <a:pt x="36" y="231"/>
                        <a:pt x="24" y="210"/>
                      </a:cubicBezTo>
                      <a:cubicBezTo>
                        <a:pt x="12" y="188"/>
                        <a:pt x="4" y="184"/>
                        <a:pt x="4" y="184"/>
                      </a:cubicBezTo>
                      <a:cubicBezTo>
                        <a:pt x="4" y="184"/>
                        <a:pt x="6" y="167"/>
                        <a:pt x="34" y="166"/>
                      </a:cubicBezTo>
                      <a:cubicBezTo>
                        <a:pt x="62" y="164"/>
                        <a:pt x="117" y="168"/>
                        <a:pt x="154" y="1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5" name="任意多边形: 形状 14"/>
                <p:cNvSpPr>
                  <a:spLocks noEditPoints="1"/>
                </p:cNvSpPr>
                <p:nvPr/>
              </p:nvSpPr>
              <p:spPr bwMode="auto">
                <a:xfrm>
                  <a:off x="5500688" y="1804988"/>
                  <a:ext cx="766763" cy="881063"/>
                </a:xfrm>
                <a:custGeom>
                  <a:avLst/>
                  <a:gdLst>
                    <a:gd name="T0" fmla="*/ 296 w 499"/>
                    <a:gd name="T1" fmla="*/ 139 h 571"/>
                    <a:gd name="T2" fmla="*/ 327 w 499"/>
                    <a:gd name="T3" fmla="*/ 99 h 571"/>
                    <a:gd name="T4" fmla="*/ 292 w 499"/>
                    <a:gd name="T5" fmla="*/ 41 h 571"/>
                    <a:gd name="T6" fmla="*/ 265 w 499"/>
                    <a:gd name="T7" fmla="*/ 100 h 571"/>
                    <a:gd name="T8" fmla="*/ 160 w 499"/>
                    <a:gd name="T9" fmla="*/ 185 h 571"/>
                    <a:gd name="T10" fmla="*/ 157 w 499"/>
                    <a:gd name="T11" fmla="*/ 142 h 571"/>
                    <a:gd name="T12" fmla="*/ 10 w 499"/>
                    <a:gd name="T13" fmla="*/ 272 h 571"/>
                    <a:gd name="T14" fmla="*/ 169 w 499"/>
                    <a:gd name="T15" fmla="*/ 224 h 571"/>
                    <a:gd name="T16" fmla="*/ 245 w 499"/>
                    <a:gd name="T17" fmla="*/ 270 h 571"/>
                    <a:gd name="T18" fmla="*/ 160 w 499"/>
                    <a:gd name="T19" fmla="*/ 355 h 571"/>
                    <a:gd name="T20" fmla="*/ 161 w 499"/>
                    <a:gd name="T21" fmla="*/ 319 h 571"/>
                    <a:gd name="T22" fmla="*/ 186 w 499"/>
                    <a:gd name="T23" fmla="*/ 452 h 571"/>
                    <a:gd name="T24" fmla="*/ 221 w 499"/>
                    <a:gd name="T25" fmla="*/ 471 h 571"/>
                    <a:gd name="T26" fmla="*/ 343 w 499"/>
                    <a:gd name="T27" fmla="*/ 552 h 571"/>
                    <a:gd name="T28" fmla="*/ 296 w 499"/>
                    <a:gd name="T29" fmla="*/ 473 h 571"/>
                    <a:gd name="T30" fmla="*/ 342 w 499"/>
                    <a:gd name="T31" fmla="*/ 458 h 571"/>
                    <a:gd name="T32" fmla="*/ 273 w 499"/>
                    <a:gd name="T33" fmla="*/ 298 h 571"/>
                    <a:gd name="T34" fmla="*/ 308 w 499"/>
                    <a:gd name="T35" fmla="*/ 248 h 571"/>
                    <a:gd name="T36" fmla="*/ 273 w 499"/>
                    <a:gd name="T37" fmla="*/ 212 h 571"/>
                    <a:gd name="T38" fmla="*/ 371 w 499"/>
                    <a:gd name="T39" fmla="*/ 184 h 571"/>
                    <a:gd name="T40" fmla="*/ 396 w 499"/>
                    <a:gd name="T41" fmla="*/ 246 h 571"/>
                    <a:gd name="T42" fmla="*/ 440 w 499"/>
                    <a:gd name="T43" fmla="*/ 165 h 571"/>
                    <a:gd name="T44" fmla="*/ 195 w 499"/>
                    <a:gd name="T45" fmla="*/ 212 h 571"/>
                    <a:gd name="T46" fmla="*/ 245 w 499"/>
                    <a:gd name="T47" fmla="*/ 236 h 571"/>
                    <a:gd name="T48" fmla="*/ 247 w 499"/>
                    <a:gd name="T49" fmla="*/ 370 h 571"/>
                    <a:gd name="T50" fmla="*/ 241 w 499"/>
                    <a:gd name="T51" fmla="*/ 394 h 571"/>
                    <a:gd name="T52" fmla="*/ 209 w 499"/>
                    <a:gd name="T53" fmla="*/ 446 h 571"/>
                    <a:gd name="T54" fmla="*/ 247 w 499"/>
                    <a:gd name="T55" fmla="*/ 338 h 571"/>
                    <a:gd name="T56" fmla="*/ 343 w 499"/>
                    <a:gd name="T57" fmla="*/ 340 h 571"/>
                    <a:gd name="T58" fmla="*/ 277 w 499"/>
                    <a:gd name="T59" fmla="*/ 428 h 571"/>
                    <a:gd name="T60" fmla="*/ 305 w 499"/>
                    <a:gd name="T61" fmla="*/ 378 h 571"/>
                    <a:gd name="T62" fmla="*/ 273 w 499"/>
                    <a:gd name="T63" fmla="*/ 324 h 5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499" h="571">
                      <a:moveTo>
                        <a:pt x="440" y="165"/>
                      </a:moveTo>
                      <a:cubicBezTo>
                        <a:pt x="381" y="138"/>
                        <a:pt x="296" y="139"/>
                        <a:pt x="296" y="139"/>
                      </a:cubicBezTo>
                      <a:cubicBezTo>
                        <a:pt x="296" y="139"/>
                        <a:pt x="298" y="110"/>
                        <a:pt x="303" y="105"/>
                      </a:cubicBezTo>
                      <a:cubicBezTo>
                        <a:pt x="308" y="100"/>
                        <a:pt x="312" y="102"/>
                        <a:pt x="327" y="99"/>
                      </a:cubicBezTo>
                      <a:cubicBezTo>
                        <a:pt x="342" y="96"/>
                        <a:pt x="346" y="83"/>
                        <a:pt x="346" y="83"/>
                      </a:cubicBezTo>
                      <a:cubicBezTo>
                        <a:pt x="352" y="68"/>
                        <a:pt x="292" y="41"/>
                        <a:pt x="292" y="41"/>
                      </a:cubicBezTo>
                      <a:cubicBezTo>
                        <a:pt x="222" y="42"/>
                        <a:pt x="184" y="0"/>
                        <a:pt x="184" y="0"/>
                      </a:cubicBezTo>
                      <a:cubicBezTo>
                        <a:pt x="168" y="82"/>
                        <a:pt x="255" y="94"/>
                        <a:pt x="265" y="100"/>
                      </a:cubicBezTo>
                      <a:cubicBezTo>
                        <a:pt x="275" y="106"/>
                        <a:pt x="262" y="138"/>
                        <a:pt x="255" y="146"/>
                      </a:cubicBezTo>
                      <a:cubicBezTo>
                        <a:pt x="248" y="154"/>
                        <a:pt x="211" y="155"/>
                        <a:pt x="160" y="185"/>
                      </a:cubicBezTo>
                      <a:cubicBezTo>
                        <a:pt x="109" y="215"/>
                        <a:pt x="152" y="168"/>
                        <a:pt x="152" y="168"/>
                      </a:cubicBezTo>
                      <a:cubicBezTo>
                        <a:pt x="196" y="142"/>
                        <a:pt x="157" y="142"/>
                        <a:pt x="157" y="142"/>
                      </a:cubicBezTo>
                      <a:cubicBezTo>
                        <a:pt x="97" y="155"/>
                        <a:pt x="40" y="210"/>
                        <a:pt x="20" y="238"/>
                      </a:cubicBezTo>
                      <a:cubicBezTo>
                        <a:pt x="0" y="266"/>
                        <a:pt x="10" y="272"/>
                        <a:pt x="10" y="272"/>
                      </a:cubicBezTo>
                      <a:cubicBezTo>
                        <a:pt x="23" y="289"/>
                        <a:pt x="45" y="301"/>
                        <a:pt x="45" y="301"/>
                      </a:cubicBezTo>
                      <a:cubicBezTo>
                        <a:pt x="46" y="291"/>
                        <a:pt x="169" y="224"/>
                        <a:pt x="169" y="224"/>
                      </a:cubicBezTo>
                      <a:cubicBezTo>
                        <a:pt x="169" y="257"/>
                        <a:pt x="198" y="295"/>
                        <a:pt x="206" y="296"/>
                      </a:cubicBezTo>
                      <a:cubicBezTo>
                        <a:pt x="214" y="297"/>
                        <a:pt x="245" y="270"/>
                        <a:pt x="245" y="270"/>
                      </a:cubicBezTo>
                      <a:cubicBezTo>
                        <a:pt x="245" y="307"/>
                        <a:pt x="245" y="307"/>
                        <a:pt x="245" y="307"/>
                      </a:cubicBezTo>
                      <a:cubicBezTo>
                        <a:pt x="232" y="334"/>
                        <a:pt x="160" y="355"/>
                        <a:pt x="160" y="355"/>
                      </a:cubicBezTo>
                      <a:cubicBezTo>
                        <a:pt x="156" y="351"/>
                        <a:pt x="165" y="335"/>
                        <a:pt x="165" y="335"/>
                      </a:cubicBezTo>
                      <a:cubicBezTo>
                        <a:pt x="176" y="318"/>
                        <a:pt x="161" y="319"/>
                        <a:pt x="161" y="319"/>
                      </a:cubicBezTo>
                      <a:cubicBezTo>
                        <a:pt x="132" y="349"/>
                        <a:pt x="138" y="374"/>
                        <a:pt x="138" y="374"/>
                      </a:cubicBezTo>
                      <a:cubicBezTo>
                        <a:pt x="138" y="374"/>
                        <a:pt x="183" y="440"/>
                        <a:pt x="186" y="452"/>
                      </a:cubicBezTo>
                      <a:cubicBezTo>
                        <a:pt x="189" y="464"/>
                        <a:pt x="195" y="483"/>
                        <a:pt x="209" y="483"/>
                      </a:cubicBezTo>
                      <a:cubicBezTo>
                        <a:pt x="223" y="483"/>
                        <a:pt x="221" y="471"/>
                        <a:pt x="221" y="471"/>
                      </a:cubicBezTo>
                      <a:cubicBezTo>
                        <a:pt x="247" y="471"/>
                        <a:pt x="247" y="471"/>
                        <a:pt x="247" y="471"/>
                      </a:cubicBezTo>
                      <a:cubicBezTo>
                        <a:pt x="253" y="484"/>
                        <a:pt x="291" y="533"/>
                        <a:pt x="343" y="552"/>
                      </a:cubicBezTo>
                      <a:cubicBezTo>
                        <a:pt x="395" y="571"/>
                        <a:pt x="399" y="506"/>
                        <a:pt x="372" y="505"/>
                      </a:cubicBezTo>
                      <a:cubicBezTo>
                        <a:pt x="345" y="504"/>
                        <a:pt x="310" y="487"/>
                        <a:pt x="296" y="473"/>
                      </a:cubicBezTo>
                      <a:cubicBezTo>
                        <a:pt x="282" y="459"/>
                        <a:pt x="305" y="453"/>
                        <a:pt x="308" y="456"/>
                      </a:cubicBezTo>
                      <a:cubicBezTo>
                        <a:pt x="311" y="459"/>
                        <a:pt x="317" y="465"/>
                        <a:pt x="342" y="458"/>
                      </a:cubicBezTo>
                      <a:cubicBezTo>
                        <a:pt x="367" y="451"/>
                        <a:pt x="407" y="341"/>
                        <a:pt x="407" y="341"/>
                      </a:cubicBezTo>
                      <a:cubicBezTo>
                        <a:pt x="376" y="276"/>
                        <a:pt x="273" y="298"/>
                        <a:pt x="273" y="298"/>
                      </a:cubicBezTo>
                      <a:cubicBezTo>
                        <a:pt x="273" y="298"/>
                        <a:pt x="271" y="245"/>
                        <a:pt x="271" y="240"/>
                      </a:cubicBezTo>
                      <a:cubicBezTo>
                        <a:pt x="271" y="235"/>
                        <a:pt x="288" y="221"/>
                        <a:pt x="308" y="248"/>
                      </a:cubicBezTo>
                      <a:cubicBezTo>
                        <a:pt x="328" y="275"/>
                        <a:pt x="353" y="288"/>
                        <a:pt x="345" y="254"/>
                      </a:cubicBezTo>
                      <a:cubicBezTo>
                        <a:pt x="337" y="220"/>
                        <a:pt x="273" y="212"/>
                        <a:pt x="273" y="212"/>
                      </a:cubicBezTo>
                      <a:cubicBezTo>
                        <a:pt x="273" y="212"/>
                        <a:pt x="268" y="184"/>
                        <a:pt x="280" y="182"/>
                      </a:cubicBezTo>
                      <a:cubicBezTo>
                        <a:pt x="292" y="180"/>
                        <a:pt x="313" y="167"/>
                        <a:pt x="371" y="184"/>
                      </a:cubicBezTo>
                      <a:cubicBezTo>
                        <a:pt x="429" y="201"/>
                        <a:pt x="400" y="222"/>
                        <a:pt x="396" y="228"/>
                      </a:cubicBezTo>
                      <a:cubicBezTo>
                        <a:pt x="392" y="234"/>
                        <a:pt x="396" y="246"/>
                        <a:pt x="396" y="246"/>
                      </a:cubicBezTo>
                      <a:cubicBezTo>
                        <a:pt x="430" y="254"/>
                        <a:pt x="469" y="238"/>
                        <a:pt x="475" y="229"/>
                      </a:cubicBezTo>
                      <a:cubicBezTo>
                        <a:pt x="481" y="220"/>
                        <a:pt x="499" y="192"/>
                        <a:pt x="440" y="165"/>
                      </a:cubicBezTo>
                      <a:close/>
                      <a:moveTo>
                        <a:pt x="217" y="266"/>
                      </a:moveTo>
                      <a:cubicBezTo>
                        <a:pt x="217" y="266"/>
                        <a:pt x="195" y="270"/>
                        <a:pt x="195" y="212"/>
                      </a:cubicBezTo>
                      <a:cubicBezTo>
                        <a:pt x="195" y="212"/>
                        <a:pt x="233" y="196"/>
                        <a:pt x="245" y="196"/>
                      </a:cubicBezTo>
                      <a:cubicBezTo>
                        <a:pt x="245" y="236"/>
                        <a:pt x="245" y="236"/>
                        <a:pt x="245" y="236"/>
                      </a:cubicBezTo>
                      <a:lnTo>
                        <a:pt x="217" y="266"/>
                      </a:lnTo>
                      <a:close/>
                      <a:moveTo>
                        <a:pt x="247" y="370"/>
                      </a:moveTo>
                      <a:cubicBezTo>
                        <a:pt x="247" y="370"/>
                        <a:pt x="215" y="384"/>
                        <a:pt x="215" y="390"/>
                      </a:cubicBezTo>
                      <a:cubicBezTo>
                        <a:pt x="215" y="396"/>
                        <a:pt x="241" y="394"/>
                        <a:pt x="241" y="394"/>
                      </a:cubicBezTo>
                      <a:cubicBezTo>
                        <a:pt x="241" y="440"/>
                        <a:pt x="241" y="440"/>
                        <a:pt x="241" y="440"/>
                      </a:cubicBezTo>
                      <a:cubicBezTo>
                        <a:pt x="209" y="446"/>
                        <a:pt x="209" y="446"/>
                        <a:pt x="209" y="446"/>
                      </a:cubicBezTo>
                      <a:cubicBezTo>
                        <a:pt x="159" y="378"/>
                        <a:pt x="159" y="378"/>
                        <a:pt x="159" y="378"/>
                      </a:cubicBezTo>
                      <a:cubicBezTo>
                        <a:pt x="159" y="378"/>
                        <a:pt x="221" y="368"/>
                        <a:pt x="247" y="338"/>
                      </a:cubicBezTo>
                      <a:lnTo>
                        <a:pt x="247" y="370"/>
                      </a:lnTo>
                      <a:close/>
                      <a:moveTo>
                        <a:pt x="343" y="340"/>
                      </a:moveTo>
                      <a:cubicBezTo>
                        <a:pt x="355" y="370"/>
                        <a:pt x="315" y="418"/>
                        <a:pt x="315" y="418"/>
                      </a:cubicBezTo>
                      <a:cubicBezTo>
                        <a:pt x="277" y="428"/>
                        <a:pt x="277" y="428"/>
                        <a:pt x="277" y="428"/>
                      </a:cubicBezTo>
                      <a:cubicBezTo>
                        <a:pt x="279" y="396"/>
                        <a:pt x="279" y="396"/>
                        <a:pt x="279" y="396"/>
                      </a:cubicBezTo>
                      <a:cubicBezTo>
                        <a:pt x="279" y="396"/>
                        <a:pt x="305" y="396"/>
                        <a:pt x="305" y="378"/>
                      </a:cubicBezTo>
                      <a:cubicBezTo>
                        <a:pt x="305" y="360"/>
                        <a:pt x="277" y="366"/>
                        <a:pt x="277" y="366"/>
                      </a:cubicBezTo>
                      <a:cubicBezTo>
                        <a:pt x="273" y="324"/>
                        <a:pt x="273" y="324"/>
                        <a:pt x="273" y="324"/>
                      </a:cubicBezTo>
                      <a:cubicBezTo>
                        <a:pt x="273" y="324"/>
                        <a:pt x="331" y="310"/>
                        <a:pt x="343" y="34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6" name="任意多边形: 形状 15"/>
                <p:cNvSpPr/>
                <p:nvPr/>
              </p:nvSpPr>
              <p:spPr bwMode="auto">
                <a:xfrm>
                  <a:off x="6367463" y="1965326"/>
                  <a:ext cx="642938" cy="658813"/>
                </a:xfrm>
                <a:custGeom>
                  <a:avLst/>
                  <a:gdLst>
                    <a:gd name="T0" fmla="*/ 29 w 419"/>
                    <a:gd name="T1" fmla="*/ 28 h 427"/>
                    <a:gd name="T2" fmla="*/ 65 w 419"/>
                    <a:gd name="T3" fmla="*/ 34 h 427"/>
                    <a:gd name="T4" fmla="*/ 223 w 419"/>
                    <a:gd name="T5" fmla="*/ 2 h 427"/>
                    <a:gd name="T6" fmla="*/ 309 w 419"/>
                    <a:gd name="T7" fmla="*/ 4 h 427"/>
                    <a:gd name="T8" fmla="*/ 349 w 419"/>
                    <a:gd name="T9" fmla="*/ 42 h 427"/>
                    <a:gd name="T10" fmla="*/ 273 w 419"/>
                    <a:gd name="T11" fmla="*/ 108 h 427"/>
                    <a:gd name="T12" fmla="*/ 287 w 419"/>
                    <a:gd name="T13" fmla="*/ 152 h 427"/>
                    <a:gd name="T14" fmla="*/ 369 w 419"/>
                    <a:gd name="T15" fmla="*/ 148 h 427"/>
                    <a:gd name="T16" fmla="*/ 391 w 419"/>
                    <a:gd name="T17" fmla="*/ 208 h 427"/>
                    <a:gd name="T18" fmla="*/ 350 w 419"/>
                    <a:gd name="T19" fmla="*/ 197 h 427"/>
                    <a:gd name="T20" fmla="*/ 302 w 419"/>
                    <a:gd name="T21" fmla="*/ 205 h 427"/>
                    <a:gd name="T22" fmla="*/ 273 w 419"/>
                    <a:gd name="T23" fmla="*/ 349 h 427"/>
                    <a:gd name="T24" fmla="*/ 190 w 419"/>
                    <a:gd name="T25" fmla="*/ 355 h 427"/>
                    <a:gd name="T26" fmla="*/ 164 w 419"/>
                    <a:gd name="T27" fmla="*/ 253 h 427"/>
                    <a:gd name="T28" fmla="*/ 217 w 419"/>
                    <a:gd name="T29" fmla="*/ 312 h 427"/>
                    <a:gd name="T30" fmla="*/ 262 w 419"/>
                    <a:gd name="T31" fmla="*/ 203 h 427"/>
                    <a:gd name="T32" fmla="*/ 124 w 419"/>
                    <a:gd name="T33" fmla="*/ 240 h 427"/>
                    <a:gd name="T34" fmla="*/ 81 w 419"/>
                    <a:gd name="T35" fmla="*/ 189 h 427"/>
                    <a:gd name="T36" fmla="*/ 105 w 419"/>
                    <a:gd name="T37" fmla="*/ 176 h 427"/>
                    <a:gd name="T38" fmla="*/ 216 w 419"/>
                    <a:gd name="T39" fmla="*/ 164 h 427"/>
                    <a:gd name="T40" fmla="*/ 225 w 419"/>
                    <a:gd name="T41" fmla="*/ 132 h 427"/>
                    <a:gd name="T42" fmla="*/ 232 w 419"/>
                    <a:gd name="T43" fmla="*/ 95 h 427"/>
                    <a:gd name="T44" fmla="*/ 270 w 419"/>
                    <a:gd name="T45" fmla="*/ 48 h 427"/>
                    <a:gd name="T46" fmla="*/ 205 w 419"/>
                    <a:gd name="T47" fmla="*/ 48 h 427"/>
                    <a:gd name="T48" fmla="*/ 88 w 419"/>
                    <a:gd name="T49" fmla="*/ 88 h 427"/>
                    <a:gd name="T50" fmla="*/ 50 w 419"/>
                    <a:gd name="T51" fmla="*/ 88 h 427"/>
                    <a:gd name="T52" fmla="*/ 29 w 419"/>
                    <a:gd name="T53" fmla="*/ 28 h 4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19" h="427">
                      <a:moveTo>
                        <a:pt x="29" y="28"/>
                      </a:moveTo>
                      <a:cubicBezTo>
                        <a:pt x="29" y="28"/>
                        <a:pt x="35" y="42"/>
                        <a:pt x="65" y="34"/>
                      </a:cubicBezTo>
                      <a:cubicBezTo>
                        <a:pt x="95" y="26"/>
                        <a:pt x="197" y="4"/>
                        <a:pt x="223" y="2"/>
                      </a:cubicBezTo>
                      <a:cubicBezTo>
                        <a:pt x="249" y="0"/>
                        <a:pt x="295" y="6"/>
                        <a:pt x="309" y="4"/>
                      </a:cubicBezTo>
                      <a:cubicBezTo>
                        <a:pt x="323" y="2"/>
                        <a:pt x="349" y="26"/>
                        <a:pt x="349" y="42"/>
                      </a:cubicBezTo>
                      <a:cubicBezTo>
                        <a:pt x="349" y="58"/>
                        <a:pt x="273" y="108"/>
                        <a:pt x="273" y="108"/>
                      </a:cubicBezTo>
                      <a:cubicBezTo>
                        <a:pt x="273" y="108"/>
                        <a:pt x="259" y="122"/>
                        <a:pt x="287" y="152"/>
                      </a:cubicBezTo>
                      <a:cubicBezTo>
                        <a:pt x="369" y="148"/>
                        <a:pt x="369" y="148"/>
                        <a:pt x="369" y="148"/>
                      </a:cubicBezTo>
                      <a:cubicBezTo>
                        <a:pt x="369" y="148"/>
                        <a:pt x="419" y="176"/>
                        <a:pt x="391" y="208"/>
                      </a:cubicBezTo>
                      <a:cubicBezTo>
                        <a:pt x="391" y="208"/>
                        <a:pt x="364" y="197"/>
                        <a:pt x="350" y="197"/>
                      </a:cubicBezTo>
                      <a:cubicBezTo>
                        <a:pt x="337" y="197"/>
                        <a:pt x="302" y="205"/>
                        <a:pt x="302" y="205"/>
                      </a:cubicBezTo>
                      <a:cubicBezTo>
                        <a:pt x="302" y="205"/>
                        <a:pt x="294" y="304"/>
                        <a:pt x="273" y="349"/>
                      </a:cubicBezTo>
                      <a:cubicBezTo>
                        <a:pt x="252" y="395"/>
                        <a:pt x="278" y="427"/>
                        <a:pt x="190" y="355"/>
                      </a:cubicBezTo>
                      <a:cubicBezTo>
                        <a:pt x="190" y="355"/>
                        <a:pt x="161" y="309"/>
                        <a:pt x="164" y="253"/>
                      </a:cubicBezTo>
                      <a:cubicBezTo>
                        <a:pt x="164" y="253"/>
                        <a:pt x="174" y="315"/>
                        <a:pt x="217" y="312"/>
                      </a:cubicBezTo>
                      <a:cubicBezTo>
                        <a:pt x="260" y="309"/>
                        <a:pt x="262" y="203"/>
                        <a:pt x="262" y="203"/>
                      </a:cubicBezTo>
                      <a:cubicBezTo>
                        <a:pt x="262" y="203"/>
                        <a:pt x="137" y="227"/>
                        <a:pt x="124" y="240"/>
                      </a:cubicBezTo>
                      <a:cubicBezTo>
                        <a:pt x="124" y="240"/>
                        <a:pt x="92" y="245"/>
                        <a:pt x="81" y="189"/>
                      </a:cubicBezTo>
                      <a:cubicBezTo>
                        <a:pt x="81" y="189"/>
                        <a:pt x="100" y="147"/>
                        <a:pt x="105" y="176"/>
                      </a:cubicBezTo>
                      <a:cubicBezTo>
                        <a:pt x="105" y="176"/>
                        <a:pt x="106" y="196"/>
                        <a:pt x="216" y="164"/>
                      </a:cubicBezTo>
                      <a:cubicBezTo>
                        <a:pt x="216" y="164"/>
                        <a:pt x="269" y="167"/>
                        <a:pt x="225" y="132"/>
                      </a:cubicBezTo>
                      <a:cubicBezTo>
                        <a:pt x="200" y="111"/>
                        <a:pt x="230" y="100"/>
                        <a:pt x="232" y="95"/>
                      </a:cubicBezTo>
                      <a:cubicBezTo>
                        <a:pt x="233" y="89"/>
                        <a:pt x="272" y="55"/>
                        <a:pt x="270" y="48"/>
                      </a:cubicBezTo>
                      <a:cubicBezTo>
                        <a:pt x="269" y="41"/>
                        <a:pt x="225" y="41"/>
                        <a:pt x="205" y="48"/>
                      </a:cubicBezTo>
                      <a:cubicBezTo>
                        <a:pt x="185" y="55"/>
                        <a:pt x="93" y="79"/>
                        <a:pt x="88" y="88"/>
                      </a:cubicBezTo>
                      <a:cubicBezTo>
                        <a:pt x="82" y="97"/>
                        <a:pt x="66" y="96"/>
                        <a:pt x="50" y="88"/>
                      </a:cubicBezTo>
                      <a:cubicBezTo>
                        <a:pt x="34" y="80"/>
                        <a:pt x="0" y="60"/>
                        <a:pt x="29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7" name="任意多边形: 形状 16"/>
                <p:cNvSpPr/>
                <p:nvPr/>
              </p:nvSpPr>
              <p:spPr bwMode="auto">
                <a:xfrm>
                  <a:off x="7200901" y="1852613"/>
                  <a:ext cx="342900" cy="198438"/>
                </a:xfrm>
                <a:custGeom>
                  <a:avLst/>
                  <a:gdLst>
                    <a:gd name="T0" fmla="*/ 177 w 223"/>
                    <a:gd name="T1" fmla="*/ 42 h 128"/>
                    <a:gd name="T2" fmla="*/ 208 w 223"/>
                    <a:gd name="T3" fmla="*/ 42 h 128"/>
                    <a:gd name="T4" fmla="*/ 171 w 223"/>
                    <a:gd name="T5" fmla="*/ 112 h 128"/>
                    <a:gd name="T6" fmla="*/ 41 w 223"/>
                    <a:gd name="T7" fmla="*/ 128 h 128"/>
                    <a:gd name="T8" fmla="*/ 0 w 223"/>
                    <a:gd name="T9" fmla="*/ 104 h 128"/>
                    <a:gd name="T10" fmla="*/ 177 w 223"/>
                    <a:gd name="T11" fmla="*/ 42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3" h="128">
                      <a:moveTo>
                        <a:pt x="177" y="42"/>
                      </a:moveTo>
                      <a:cubicBezTo>
                        <a:pt x="177" y="42"/>
                        <a:pt x="193" y="0"/>
                        <a:pt x="208" y="42"/>
                      </a:cubicBezTo>
                      <a:cubicBezTo>
                        <a:pt x="223" y="84"/>
                        <a:pt x="195" y="105"/>
                        <a:pt x="171" y="112"/>
                      </a:cubicBezTo>
                      <a:cubicBezTo>
                        <a:pt x="146" y="118"/>
                        <a:pt x="69" y="128"/>
                        <a:pt x="41" y="128"/>
                      </a:cubicBezTo>
                      <a:cubicBezTo>
                        <a:pt x="13" y="127"/>
                        <a:pt x="4" y="113"/>
                        <a:pt x="0" y="104"/>
                      </a:cubicBezTo>
                      <a:cubicBezTo>
                        <a:pt x="0" y="104"/>
                        <a:pt x="141" y="89"/>
                        <a:pt x="177" y="4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 bwMode="auto">
                <a:xfrm>
                  <a:off x="7116763" y="1866901"/>
                  <a:ext cx="854075" cy="833438"/>
                </a:xfrm>
                <a:custGeom>
                  <a:avLst/>
                  <a:gdLst>
                    <a:gd name="T0" fmla="*/ 0 w 556"/>
                    <a:gd name="T1" fmla="*/ 224 h 541"/>
                    <a:gd name="T2" fmla="*/ 52 w 556"/>
                    <a:gd name="T3" fmla="*/ 231 h 541"/>
                    <a:gd name="T4" fmla="*/ 124 w 556"/>
                    <a:gd name="T5" fmla="*/ 208 h 541"/>
                    <a:gd name="T6" fmla="*/ 196 w 556"/>
                    <a:gd name="T7" fmla="*/ 181 h 541"/>
                    <a:gd name="T8" fmla="*/ 214 w 556"/>
                    <a:gd name="T9" fmla="*/ 132 h 541"/>
                    <a:gd name="T10" fmla="*/ 248 w 556"/>
                    <a:gd name="T11" fmla="*/ 152 h 541"/>
                    <a:gd name="T12" fmla="*/ 322 w 556"/>
                    <a:gd name="T13" fmla="*/ 206 h 541"/>
                    <a:gd name="T14" fmla="*/ 368 w 556"/>
                    <a:gd name="T15" fmla="*/ 235 h 541"/>
                    <a:gd name="T16" fmla="*/ 382 w 556"/>
                    <a:gd name="T17" fmla="*/ 241 h 541"/>
                    <a:gd name="T18" fmla="*/ 380 w 556"/>
                    <a:gd name="T19" fmla="*/ 179 h 541"/>
                    <a:gd name="T20" fmla="*/ 311 w 556"/>
                    <a:gd name="T21" fmla="*/ 124 h 541"/>
                    <a:gd name="T22" fmla="*/ 334 w 556"/>
                    <a:gd name="T23" fmla="*/ 110 h 541"/>
                    <a:gd name="T24" fmla="*/ 387 w 556"/>
                    <a:gd name="T25" fmla="*/ 136 h 541"/>
                    <a:gd name="T26" fmla="*/ 386 w 556"/>
                    <a:gd name="T27" fmla="*/ 46 h 541"/>
                    <a:gd name="T28" fmla="*/ 374 w 556"/>
                    <a:gd name="T29" fmla="*/ 0 h 541"/>
                    <a:gd name="T30" fmla="*/ 425 w 556"/>
                    <a:gd name="T31" fmla="*/ 37 h 541"/>
                    <a:gd name="T32" fmla="*/ 427 w 556"/>
                    <a:gd name="T33" fmla="*/ 109 h 541"/>
                    <a:gd name="T34" fmla="*/ 417 w 556"/>
                    <a:gd name="T35" fmla="*/ 241 h 541"/>
                    <a:gd name="T36" fmla="*/ 498 w 556"/>
                    <a:gd name="T37" fmla="*/ 231 h 541"/>
                    <a:gd name="T38" fmla="*/ 534 w 556"/>
                    <a:gd name="T39" fmla="*/ 275 h 541"/>
                    <a:gd name="T40" fmla="*/ 470 w 556"/>
                    <a:gd name="T41" fmla="*/ 285 h 541"/>
                    <a:gd name="T42" fmla="*/ 421 w 556"/>
                    <a:gd name="T43" fmla="*/ 305 h 541"/>
                    <a:gd name="T44" fmla="*/ 417 w 556"/>
                    <a:gd name="T45" fmla="*/ 536 h 541"/>
                    <a:gd name="T46" fmla="*/ 373 w 556"/>
                    <a:gd name="T47" fmla="*/ 503 h 541"/>
                    <a:gd name="T48" fmla="*/ 376 w 556"/>
                    <a:gd name="T49" fmla="*/ 320 h 541"/>
                    <a:gd name="T50" fmla="*/ 344 w 556"/>
                    <a:gd name="T51" fmla="*/ 332 h 541"/>
                    <a:gd name="T52" fmla="*/ 288 w 556"/>
                    <a:gd name="T53" fmla="*/ 331 h 541"/>
                    <a:gd name="T54" fmla="*/ 289 w 556"/>
                    <a:gd name="T55" fmla="*/ 285 h 541"/>
                    <a:gd name="T56" fmla="*/ 334 w 556"/>
                    <a:gd name="T57" fmla="*/ 273 h 541"/>
                    <a:gd name="T58" fmla="*/ 324 w 556"/>
                    <a:gd name="T59" fmla="*/ 243 h 541"/>
                    <a:gd name="T60" fmla="*/ 273 w 556"/>
                    <a:gd name="T61" fmla="*/ 207 h 541"/>
                    <a:gd name="T62" fmla="*/ 236 w 556"/>
                    <a:gd name="T63" fmla="*/ 229 h 541"/>
                    <a:gd name="T64" fmla="*/ 252 w 556"/>
                    <a:gd name="T65" fmla="*/ 232 h 541"/>
                    <a:gd name="T66" fmla="*/ 277 w 556"/>
                    <a:gd name="T67" fmla="*/ 237 h 541"/>
                    <a:gd name="T68" fmla="*/ 229 w 556"/>
                    <a:gd name="T69" fmla="*/ 300 h 541"/>
                    <a:gd name="T70" fmla="*/ 218 w 556"/>
                    <a:gd name="T71" fmla="*/ 392 h 541"/>
                    <a:gd name="T72" fmla="*/ 173 w 556"/>
                    <a:gd name="T73" fmla="*/ 405 h 541"/>
                    <a:gd name="T74" fmla="*/ 172 w 556"/>
                    <a:gd name="T75" fmla="*/ 357 h 541"/>
                    <a:gd name="T76" fmla="*/ 149 w 556"/>
                    <a:gd name="T77" fmla="*/ 349 h 541"/>
                    <a:gd name="T78" fmla="*/ 60 w 556"/>
                    <a:gd name="T79" fmla="*/ 375 h 541"/>
                    <a:gd name="T80" fmla="*/ 61 w 556"/>
                    <a:gd name="T81" fmla="*/ 331 h 541"/>
                    <a:gd name="T82" fmla="*/ 132 w 556"/>
                    <a:gd name="T83" fmla="*/ 256 h 541"/>
                    <a:gd name="T84" fmla="*/ 164 w 556"/>
                    <a:gd name="T85" fmla="*/ 256 h 541"/>
                    <a:gd name="T86" fmla="*/ 158 w 556"/>
                    <a:gd name="T87" fmla="*/ 285 h 541"/>
                    <a:gd name="T88" fmla="*/ 140 w 556"/>
                    <a:gd name="T89" fmla="*/ 297 h 541"/>
                    <a:gd name="T90" fmla="*/ 149 w 556"/>
                    <a:gd name="T91" fmla="*/ 303 h 541"/>
                    <a:gd name="T92" fmla="*/ 186 w 556"/>
                    <a:gd name="T93" fmla="*/ 271 h 541"/>
                    <a:gd name="T94" fmla="*/ 190 w 556"/>
                    <a:gd name="T95" fmla="*/ 243 h 541"/>
                    <a:gd name="T96" fmla="*/ 171 w 556"/>
                    <a:gd name="T97" fmla="*/ 223 h 541"/>
                    <a:gd name="T98" fmla="*/ 74 w 556"/>
                    <a:gd name="T99" fmla="*/ 250 h 541"/>
                    <a:gd name="T100" fmla="*/ 40 w 556"/>
                    <a:gd name="T101" fmla="*/ 271 h 541"/>
                    <a:gd name="T102" fmla="*/ 12 w 556"/>
                    <a:gd name="T103" fmla="*/ 265 h 541"/>
                    <a:gd name="T104" fmla="*/ 0 w 556"/>
                    <a:gd name="T105" fmla="*/ 224 h 5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556" h="541">
                      <a:moveTo>
                        <a:pt x="0" y="224"/>
                      </a:moveTo>
                      <a:cubicBezTo>
                        <a:pt x="0" y="224"/>
                        <a:pt x="31" y="236"/>
                        <a:pt x="52" y="231"/>
                      </a:cubicBezTo>
                      <a:cubicBezTo>
                        <a:pt x="72" y="225"/>
                        <a:pt x="106" y="212"/>
                        <a:pt x="124" y="208"/>
                      </a:cubicBezTo>
                      <a:cubicBezTo>
                        <a:pt x="142" y="204"/>
                        <a:pt x="182" y="202"/>
                        <a:pt x="196" y="181"/>
                      </a:cubicBezTo>
                      <a:cubicBezTo>
                        <a:pt x="211" y="159"/>
                        <a:pt x="214" y="132"/>
                        <a:pt x="214" y="132"/>
                      </a:cubicBezTo>
                      <a:cubicBezTo>
                        <a:pt x="214" y="132"/>
                        <a:pt x="234" y="133"/>
                        <a:pt x="248" y="152"/>
                      </a:cubicBezTo>
                      <a:cubicBezTo>
                        <a:pt x="262" y="171"/>
                        <a:pt x="315" y="205"/>
                        <a:pt x="322" y="206"/>
                      </a:cubicBezTo>
                      <a:cubicBezTo>
                        <a:pt x="330" y="207"/>
                        <a:pt x="364" y="227"/>
                        <a:pt x="368" y="235"/>
                      </a:cubicBezTo>
                      <a:cubicBezTo>
                        <a:pt x="372" y="244"/>
                        <a:pt x="382" y="241"/>
                        <a:pt x="382" y="241"/>
                      </a:cubicBezTo>
                      <a:cubicBezTo>
                        <a:pt x="380" y="179"/>
                        <a:pt x="380" y="179"/>
                        <a:pt x="380" y="179"/>
                      </a:cubicBezTo>
                      <a:cubicBezTo>
                        <a:pt x="380" y="179"/>
                        <a:pt x="316" y="137"/>
                        <a:pt x="311" y="124"/>
                      </a:cubicBezTo>
                      <a:cubicBezTo>
                        <a:pt x="306" y="111"/>
                        <a:pt x="318" y="105"/>
                        <a:pt x="334" y="110"/>
                      </a:cubicBezTo>
                      <a:cubicBezTo>
                        <a:pt x="349" y="115"/>
                        <a:pt x="380" y="138"/>
                        <a:pt x="387" y="136"/>
                      </a:cubicBezTo>
                      <a:cubicBezTo>
                        <a:pt x="394" y="134"/>
                        <a:pt x="391" y="61"/>
                        <a:pt x="386" y="46"/>
                      </a:cubicBezTo>
                      <a:cubicBezTo>
                        <a:pt x="382" y="31"/>
                        <a:pt x="374" y="0"/>
                        <a:pt x="374" y="0"/>
                      </a:cubicBezTo>
                      <a:cubicBezTo>
                        <a:pt x="374" y="0"/>
                        <a:pt x="411" y="15"/>
                        <a:pt x="425" y="37"/>
                      </a:cubicBezTo>
                      <a:cubicBezTo>
                        <a:pt x="439" y="59"/>
                        <a:pt x="430" y="99"/>
                        <a:pt x="427" y="109"/>
                      </a:cubicBezTo>
                      <a:cubicBezTo>
                        <a:pt x="424" y="118"/>
                        <a:pt x="414" y="221"/>
                        <a:pt x="417" y="241"/>
                      </a:cubicBezTo>
                      <a:cubicBezTo>
                        <a:pt x="417" y="241"/>
                        <a:pt x="474" y="227"/>
                        <a:pt x="498" y="231"/>
                      </a:cubicBezTo>
                      <a:cubicBezTo>
                        <a:pt x="523" y="234"/>
                        <a:pt x="556" y="267"/>
                        <a:pt x="534" y="275"/>
                      </a:cubicBezTo>
                      <a:cubicBezTo>
                        <a:pt x="512" y="284"/>
                        <a:pt x="484" y="283"/>
                        <a:pt x="470" y="285"/>
                      </a:cubicBezTo>
                      <a:cubicBezTo>
                        <a:pt x="452" y="288"/>
                        <a:pt x="434" y="285"/>
                        <a:pt x="421" y="305"/>
                      </a:cubicBezTo>
                      <a:cubicBezTo>
                        <a:pt x="417" y="536"/>
                        <a:pt x="417" y="536"/>
                        <a:pt x="417" y="536"/>
                      </a:cubicBezTo>
                      <a:cubicBezTo>
                        <a:pt x="417" y="536"/>
                        <a:pt x="386" y="541"/>
                        <a:pt x="373" y="503"/>
                      </a:cubicBezTo>
                      <a:cubicBezTo>
                        <a:pt x="376" y="320"/>
                        <a:pt x="376" y="320"/>
                        <a:pt x="376" y="320"/>
                      </a:cubicBezTo>
                      <a:cubicBezTo>
                        <a:pt x="376" y="320"/>
                        <a:pt x="350" y="323"/>
                        <a:pt x="344" y="332"/>
                      </a:cubicBezTo>
                      <a:cubicBezTo>
                        <a:pt x="337" y="341"/>
                        <a:pt x="301" y="344"/>
                        <a:pt x="288" y="331"/>
                      </a:cubicBezTo>
                      <a:cubicBezTo>
                        <a:pt x="274" y="317"/>
                        <a:pt x="238" y="277"/>
                        <a:pt x="289" y="285"/>
                      </a:cubicBezTo>
                      <a:cubicBezTo>
                        <a:pt x="289" y="285"/>
                        <a:pt x="317" y="287"/>
                        <a:pt x="334" y="273"/>
                      </a:cubicBezTo>
                      <a:cubicBezTo>
                        <a:pt x="352" y="260"/>
                        <a:pt x="340" y="251"/>
                        <a:pt x="324" y="243"/>
                      </a:cubicBezTo>
                      <a:cubicBezTo>
                        <a:pt x="308" y="235"/>
                        <a:pt x="280" y="209"/>
                        <a:pt x="273" y="207"/>
                      </a:cubicBezTo>
                      <a:cubicBezTo>
                        <a:pt x="266" y="204"/>
                        <a:pt x="244" y="188"/>
                        <a:pt x="236" y="229"/>
                      </a:cubicBezTo>
                      <a:cubicBezTo>
                        <a:pt x="236" y="229"/>
                        <a:pt x="242" y="240"/>
                        <a:pt x="252" y="232"/>
                      </a:cubicBezTo>
                      <a:cubicBezTo>
                        <a:pt x="252" y="232"/>
                        <a:pt x="277" y="213"/>
                        <a:pt x="277" y="237"/>
                      </a:cubicBezTo>
                      <a:cubicBezTo>
                        <a:pt x="277" y="261"/>
                        <a:pt x="233" y="299"/>
                        <a:pt x="229" y="300"/>
                      </a:cubicBezTo>
                      <a:cubicBezTo>
                        <a:pt x="225" y="301"/>
                        <a:pt x="218" y="392"/>
                        <a:pt x="218" y="392"/>
                      </a:cubicBezTo>
                      <a:cubicBezTo>
                        <a:pt x="218" y="392"/>
                        <a:pt x="210" y="479"/>
                        <a:pt x="173" y="405"/>
                      </a:cubicBezTo>
                      <a:cubicBezTo>
                        <a:pt x="172" y="357"/>
                        <a:pt x="172" y="357"/>
                        <a:pt x="172" y="357"/>
                      </a:cubicBezTo>
                      <a:cubicBezTo>
                        <a:pt x="172" y="357"/>
                        <a:pt x="178" y="329"/>
                        <a:pt x="149" y="349"/>
                      </a:cubicBezTo>
                      <a:cubicBezTo>
                        <a:pt x="120" y="369"/>
                        <a:pt x="88" y="400"/>
                        <a:pt x="60" y="375"/>
                      </a:cubicBezTo>
                      <a:cubicBezTo>
                        <a:pt x="32" y="349"/>
                        <a:pt x="54" y="339"/>
                        <a:pt x="61" y="331"/>
                      </a:cubicBezTo>
                      <a:cubicBezTo>
                        <a:pt x="68" y="323"/>
                        <a:pt x="132" y="256"/>
                        <a:pt x="132" y="256"/>
                      </a:cubicBezTo>
                      <a:cubicBezTo>
                        <a:pt x="132" y="256"/>
                        <a:pt x="148" y="243"/>
                        <a:pt x="164" y="256"/>
                      </a:cubicBezTo>
                      <a:cubicBezTo>
                        <a:pt x="180" y="269"/>
                        <a:pt x="162" y="285"/>
                        <a:pt x="158" y="285"/>
                      </a:cubicBezTo>
                      <a:cubicBezTo>
                        <a:pt x="154" y="285"/>
                        <a:pt x="140" y="297"/>
                        <a:pt x="140" y="297"/>
                      </a:cubicBezTo>
                      <a:cubicBezTo>
                        <a:pt x="140" y="297"/>
                        <a:pt x="127" y="315"/>
                        <a:pt x="149" y="303"/>
                      </a:cubicBezTo>
                      <a:cubicBezTo>
                        <a:pt x="171" y="290"/>
                        <a:pt x="186" y="271"/>
                        <a:pt x="186" y="271"/>
                      </a:cubicBezTo>
                      <a:cubicBezTo>
                        <a:pt x="186" y="271"/>
                        <a:pt x="191" y="251"/>
                        <a:pt x="190" y="243"/>
                      </a:cubicBezTo>
                      <a:cubicBezTo>
                        <a:pt x="190" y="236"/>
                        <a:pt x="194" y="215"/>
                        <a:pt x="171" y="223"/>
                      </a:cubicBezTo>
                      <a:cubicBezTo>
                        <a:pt x="148" y="232"/>
                        <a:pt x="102" y="230"/>
                        <a:pt x="74" y="250"/>
                      </a:cubicBezTo>
                      <a:cubicBezTo>
                        <a:pt x="46" y="270"/>
                        <a:pt x="44" y="267"/>
                        <a:pt x="40" y="271"/>
                      </a:cubicBezTo>
                      <a:cubicBezTo>
                        <a:pt x="37" y="276"/>
                        <a:pt x="19" y="277"/>
                        <a:pt x="12" y="265"/>
                      </a:cubicBezTo>
                      <a:cubicBezTo>
                        <a:pt x="4" y="253"/>
                        <a:pt x="0" y="224"/>
                        <a:pt x="0" y="22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 bwMode="auto">
                <a:xfrm>
                  <a:off x="8037513" y="1895476"/>
                  <a:ext cx="500063" cy="747713"/>
                </a:xfrm>
                <a:custGeom>
                  <a:avLst/>
                  <a:gdLst>
                    <a:gd name="T0" fmla="*/ 0 w 326"/>
                    <a:gd name="T1" fmla="*/ 144 h 486"/>
                    <a:gd name="T2" fmla="*/ 90 w 326"/>
                    <a:gd name="T3" fmla="*/ 142 h 486"/>
                    <a:gd name="T4" fmla="*/ 160 w 326"/>
                    <a:gd name="T5" fmla="*/ 122 h 486"/>
                    <a:gd name="T6" fmla="*/ 214 w 326"/>
                    <a:gd name="T7" fmla="*/ 80 h 486"/>
                    <a:gd name="T8" fmla="*/ 288 w 326"/>
                    <a:gd name="T9" fmla="*/ 0 h 486"/>
                    <a:gd name="T10" fmla="*/ 294 w 326"/>
                    <a:gd name="T11" fmla="*/ 30 h 486"/>
                    <a:gd name="T12" fmla="*/ 258 w 326"/>
                    <a:gd name="T13" fmla="*/ 84 h 486"/>
                    <a:gd name="T14" fmla="*/ 282 w 326"/>
                    <a:gd name="T15" fmla="*/ 92 h 486"/>
                    <a:gd name="T16" fmla="*/ 236 w 326"/>
                    <a:gd name="T17" fmla="*/ 130 h 486"/>
                    <a:gd name="T18" fmla="*/ 224 w 326"/>
                    <a:gd name="T19" fmla="*/ 178 h 486"/>
                    <a:gd name="T20" fmla="*/ 258 w 326"/>
                    <a:gd name="T21" fmla="*/ 188 h 486"/>
                    <a:gd name="T22" fmla="*/ 264 w 326"/>
                    <a:gd name="T23" fmla="*/ 218 h 486"/>
                    <a:gd name="T24" fmla="*/ 212 w 326"/>
                    <a:gd name="T25" fmla="*/ 270 h 486"/>
                    <a:gd name="T26" fmla="*/ 202 w 326"/>
                    <a:gd name="T27" fmla="*/ 468 h 486"/>
                    <a:gd name="T28" fmla="*/ 162 w 326"/>
                    <a:gd name="T29" fmla="*/ 470 h 486"/>
                    <a:gd name="T30" fmla="*/ 108 w 326"/>
                    <a:gd name="T31" fmla="*/ 386 h 486"/>
                    <a:gd name="T32" fmla="*/ 72 w 326"/>
                    <a:gd name="T33" fmla="*/ 326 h 486"/>
                    <a:gd name="T34" fmla="*/ 177 w 326"/>
                    <a:gd name="T35" fmla="*/ 219 h 486"/>
                    <a:gd name="T36" fmla="*/ 194 w 326"/>
                    <a:gd name="T37" fmla="*/ 145 h 486"/>
                    <a:gd name="T38" fmla="*/ 118 w 326"/>
                    <a:gd name="T39" fmla="*/ 159 h 486"/>
                    <a:gd name="T40" fmla="*/ 0 w 326"/>
                    <a:gd name="T41" fmla="*/ 144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26" h="486">
                      <a:moveTo>
                        <a:pt x="0" y="144"/>
                      </a:moveTo>
                      <a:cubicBezTo>
                        <a:pt x="0" y="144"/>
                        <a:pt x="60" y="152"/>
                        <a:pt x="90" y="142"/>
                      </a:cubicBezTo>
                      <a:cubicBezTo>
                        <a:pt x="120" y="132"/>
                        <a:pt x="136" y="124"/>
                        <a:pt x="160" y="122"/>
                      </a:cubicBezTo>
                      <a:cubicBezTo>
                        <a:pt x="184" y="120"/>
                        <a:pt x="196" y="114"/>
                        <a:pt x="214" y="80"/>
                      </a:cubicBezTo>
                      <a:cubicBezTo>
                        <a:pt x="232" y="46"/>
                        <a:pt x="250" y="0"/>
                        <a:pt x="288" y="0"/>
                      </a:cubicBezTo>
                      <a:cubicBezTo>
                        <a:pt x="326" y="0"/>
                        <a:pt x="314" y="26"/>
                        <a:pt x="294" y="30"/>
                      </a:cubicBezTo>
                      <a:cubicBezTo>
                        <a:pt x="274" y="34"/>
                        <a:pt x="256" y="68"/>
                        <a:pt x="258" y="84"/>
                      </a:cubicBezTo>
                      <a:cubicBezTo>
                        <a:pt x="260" y="100"/>
                        <a:pt x="288" y="86"/>
                        <a:pt x="282" y="92"/>
                      </a:cubicBezTo>
                      <a:cubicBezTo>
                        <a:pt x="276" y="98"/>
                        <a:pt x="252" y="118"/>
                        <a:pt x="236" y="130"/>
                      </a:cubicBezTo>
                      <a:cubicBezTo>
                        <a:pt x="220" y="142"/>
                        <a:pt x="224" y="178"/>
                        <a:pt x="224" y="178"/>
                      </a:cubicBezTo>
                      <a:cubicBezTo>
                        <a:pt x="224" y="178"/>
                        <a:pt x="256" y="174"/>
                        <a:pt x="258" y="188"/>
                      </a:cubicBezTo>
                      <a:cubicBezTo>
                        <a:pt x="260" y="202"/>
                        <a:pt x="264" y="218"/>
                        <a:pt x="264" y="218"/>
                      </a:cubicBezTo>
                      <a:cubicBezTo>
                        <a:pt x="264" y="218"/>
                        <a:pt x="218" y="246"/>
                        <a:pt x="212" y="270"/>
                      </a:cubicBezTo>
                      <a:cubicBezTo>
                        <a:pt x="206" y="294"/>
                        <a:pt x="202" y="468"/>
                        <a:pt x="202" y="468"/>
                      </a:cubicBezTo>
                      <a:cubicBezTo>
                        <a:pt x="202" y="468"/>
                        <a:pt x="184" y="486"/>
                        <a:pt x="162" y="470"/>
                      </a:cubicBezTo>
                      <a:cubicBezTo>
                        <a:pt x="140" y="454"/>
                        <a:pt x="108" y="386"/>
                        <a:pt x="108" y="386"/>
                      </a:cubicBezTo>
                      <a:cubicBezTo>
                        <a:pt x="108" y="386"/>
                        <a:pt x="36" y="377"/>
                        <a:pt x="72" y="326"/>
                      </a:cubicBezTo>
                      <a:cubicBezTo>
                        <a:pt x="72" y="326"/>
                        <a:pt x="170" y="227"/>
                        <a:pt x="177" y="219"/>
                      </a:cubicBezTo>
                      <a:cubicBezTo>
                        <a:pt x="183" y="211"/>
                        <a:pt x="194" y="151"/>
                        <a:pt x="194" y="145"/>
                      </a:cubicBezTo>
                      <a:cubicBezTo>
                        <a:pt x="194" y="145"/>
                        <a:pt x="151" y="139"/>
                        <a:pt x="118" y="159"/>
                      </a:cubicBezTo>
                      <a:cubicBezTo>
                        <a:pt x="85" y="179"/>
                        <a:pt x="35" y="177"/>
                        <a:pt x="0" y="1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0" name="任意多边形: 形状 19"/>
                <p:cNvSpPr/>
                <p:nvPr/>
              </p:nvSpPr>
              <p:spPr bwMode="auto">
                <a:xfrm>
                  <a:off x="8229601" y="2335213"/>
                  <a:ext cx="82550" cy="207963"/>
                </a:xfrm>
                <a:custGeom>
                  <a:avLst/>
                  <a:gdLst>
                    <a:gd name="T0" fmla="*/ 53 w 54"/>
                    <a:gd name="T1" fmla="*/ 0 h 135"/>
                    <a:gd name="T2" fmla="*/ 49 w 54"/>
                    <a:gd name="T3" fmla="*/ 123 h 135"/>
                    <a:gd name="T4" fmla="*/ 21 w 54"/>
                    <a:gd name="T5" fmla="*/ 120 h 135"/>
                    <a:gd name="T6" fmla="*/ 0 w 54"/>
                    <a:gd name="T7" fmla="*/ 85 h 135"/>
                    <a:gd name="T8" fmla="*/ 53 w 54"/>
                    <a:gd name="T9" fmla="*/ 0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" h="135">
                      <a:moveTo>
                        <a:pt x="53" y="0"/>
                      </a:moveTo>
                      <a:cubicBezTo>
                        <a:pt x="53" y="0"/>
                        <a:pt x="54" y="111"/>
                        <a:pt x="49" y="123"/>
                      </a:cubicBezTo>
                      <a:cubicBezTo>
                        <a:pt x="44" y="135"/>
                        <a:pt x="32" y="135"/>
                        <a:pt x="21" y="120"/>
                      </a:cubicBezTo>
                      <a:cubicBezTo>
                        <a:pt x="10" y="105"/>
                        <a:pt x="0" y="89"/>
                        <a:pt x="0" y="85"/>
                      </a:cubicBezTo>
                      <a:cubicBezTo>
                        <a:pt x="0" y="81"/>
                        <a:pt x="36" y="4"/>
                        <a:pt x="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1" name="任意多边形: 形状 20"/>
                <p:cNvSpPr>
                  <a:spLocks noEditPoints="1"/>
                </p:cNvSpPr>
                <p:nvPr/>
              </p:nvSpPr>
              <p:spPr bwMode="auto">
                <a:xfrm>
                  <a:off x="8435976" y="1885951"/>
                  <a:ext cx="563563" cy="654050"/>
                </a:xfrm>
                <a:custGeom>
                  <a:avLst/>
                  <a:gdLst>
                    <a:gd name="T0" fmla="*/ 291 w 367"/>
                    <a:gd name="T1" fmla="*/ 336 h 425"/>
                    <a:gd name="T2" fmla="*/ 208 w 367"/>
                    <a:gd name="T3" fmla="*/ 303 h 425"/>
                    <a:gd name="T4" fmla="*/ 214 w 367"/>
                    <a:gd name="T5" fmla="*/ 229 h 425"/>
                    <a:gd name="T6" fmla="*/ 155 w 367"/>
                    <a:gd name="T7" fmla="*/ 180 h 425"/>
                    <a:gd name="T8" fmla="*/ 180 w 367"/>
                    <a:gd name="T9" fmla="*/ 141 h 425"/>
                    <a:gd name="T10" fmla="*/ 240 w 367"/>
                    <a:gd name="T11" fmla="*/ 100 h 425"/>
                    <a:gd name="T12" fmla="*/ 174 w 367"/>
                    <a:gd name="T13" fmla="*/ 69 h 425"/>
                    <a:gd name="T14" fmla="*/ 180 w 367"/>
                    <a:gd name="T15" fmla="*/ 37 h 425"/>
                    <a:gd name="T16" fmla="*/ 134 w 367"/>
                    <a:gd name="T17" fmla="*/ 0 h 425"/>
                    <a:gd name="T18" fmla="*/ 124 w 367"/>
                    <a:gd name="T19" fmla="*/ 91 h 425"/>
                    <a:gd name="T20" fmla="*/ 50 w 367"/>
                    <a:gd name="T21" fmla="*/ 135 h 425"/>
                    <a:gd name="T22" fmla="*/ 38 w 367"/>
                    <a:gd name="T23" fmla="*/ 164 h 425"/>
                    <a:gd name="T24" fmla="*/ 88 w 367"/>
                    <a:gd name="T25" fmla="*/ 172 h 425"/>
                    <a:gd name="T26" fmla="*/ 106 w 367"/>
                    <a:gd name="T27" fmla="*/ 183 h 425"/>
                    <a:gd name="T28" fmla="*/ 92 w 367"/>
                    <a:gd name="T29" fmla="*/ 212 h 425"/>
                    <a:gd name="T30" fmla="*/ 72 w 367"/>
                    <a:gd name="T31" fmla="*/ 223 h 425"/>
                    <a:gd name="T32" fmla="*/ 27 w 367"/>
                    <a:gd name="T33" fmla="*/ 189 h 425"/>
                    <a:gd name="T34" fmla="*/ 24 w 367"/>
                    <a:gd name="T35" fmla="*/ 233 h 425"/>
                    <a:gd name="T36" fmla="*/ 18 w 367"/>
                    <a:gd name="T37" fmla="*/ 256 h 425"/>
                    <a:gd name="T38" fmla="*/ 36 w 367"/>
                    <a:gd name="T39" fmla="*/ 245 h 425"/>
                    <a:gd name="T40" fmla="*/ 111 w 367"/>
                    <a:gd name="T41" fmla="*/ 293 h 425"/>
                    <a:gd name="T42" fmla="*/ 110 w 367"/>
                    <a:gd name="T43" fmla="*/ 336 h 425"/>
                    <a:gd name="T44" fmla="*/ 39 w 367"/>
                    <a:gd name="T45" fmla="*/ 339 h 425"/>
                    <a:gd name="T46" fmla="*/ 0 w 367"/>
                    <a:gd name="T47" fmla="*/ 315 h 425"/>
                    <a:gd name="T48" fmla="*/ 118 w 367"/>
                    <a:gd name="T49" fmla="*/ 395 h 425"/>
                    <a:gd name="T50" fmla="*/ 203 w 367"/>
                    <a:gd name="T51" fmla="*/ 352 h 425"/>
                    <a:gd name="T52" fmla="*/ 311 w 367"/>
                    <a:gd name="T53" fmla="*/ 403 h 425"/>
                    <a:gd name="T54" fmla="*/ 347 w 367"/>
                    <a:gd name="T55" fmla="*/ 404 h 425"/>
                    <a:gd name="T56" fmla="*/ 291 w 367"/>
                    <a:gd name="T57" fmla="*/ 336 h 425"/>
                    <a:gd name="T58" fmla="*/ 150 w 367"/>
                    <a:gd name="T59" fmla="*/ 272 h 425"/>
                    <a:gd name="T60" fmla="*/ 131 w 367"/>
                    <a:gd name="T61" fmla="*/ 248 h 425"/>
                    <a:gd name="T62" fmla="*/ 172 w 367"/>
                    <a:gd name="T63" fmla="*/ 251 h 425"/>
                    <a:gd name="T64" fmla="*/ 150 w 367"/>
                    <a:gd name="T65" fmla="*/ 272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67" h="425">
                      <a:moveTo>
                        <a:pt x="291" y="336"/>
                      </a:moveTo>
                      <a:cubicBezTo>
                        <a:pt x="252" y="312"/>
                        <a:pt x="206" y="311"/>
                        <a:pt x="208" y="303"/>
                      </a:cubicBezTo>
                      <a:cubicBezTo>
                        <a:pt x="211" y="295"/>
                        <a:pt x="223" y="259"/>
                        <a:pt x="214" y="229"/>
                      </a:cubicBezTo>
                      <a:cubicBezTo>
                        <a:pt x="204" y="200"/>
                        <a:pt x="155" y="180"/>
                        <a:pt x="155" y="180"/>
                      </a:cubicBezTo>
                      <a:cubicBezTo>
                        <a:pt x="155" y="180"/>
                        <a:pt x="158" y="155"/>
                        <a:pt x="180" y="141"/>
                      </a:cubicBezTo>
                      <a:cubicBezTo>
                        <a:pt x="203" y="128"/>
                        <a:pt x="242" y="123"/>
                        <a:pt x="240" y="100"/>
                      </a:cubicBezTo>
                      <a:cubicBezTo>
                        <a:pt x="239" y="77"/>
                        <a:pt x="175" y="73"/>
                        <a:pt x="174" y="69"/>
                      </a:cubicBezTo>
                      <a:cubicBezTo>
                        <a:pt x="172" y="65"/>
                        <a:pt x="179" y="60"/>
                        <a:pt x="180" y="37"/>
                      </a:cubicBezTo>
                      <a:cubicBezTo>
                        <a:pt x="182" y="15"/>
                        <a:pt x="134" y="0"/>
                        <a:pt x="134" y="0"/>
                      </a:cubicBezTo>
                      <a:cubicBezTo>
                        <a:pt x="134" y="0"/>
                        <a:pt x="135" y="76"/>
                        <a:pt x="124" y="91"/>
                      </a:cubicBezTo>
                      <a:cubicBezTo>
                        <a:pt x="114" y="105"/>
                        <a:pt x="87" y="125"/>
                        <a:pt x="50" y="135"/>
                      </a:cubicBezTo>
                      <a:cubicBezTo>
                        <a:pt x="12" y="144"/>
                        <a:pt x="31" y="156"/>
                        <a:pt x="38" y="164"/>
                      </a:cubicBezTo>
                      <a:cubicBezTo>
                        <a:pt x="44" y="172"/>
                        <a:pt x="80" y="183"/>
                        <a:pt x="88" y="172"/>
                      </a:cubicBezTo>
                      <a:cubicBezTo>
                        <a:pt x="96" y="161"/>
                        <a:pt x="107" y="176"/>
                        <a:pt x="106" y="183"/>
                      </a:cubicBezTo>
                      <a:cubicBezTo>
                        <a:pt x="104" y="189"/>
                        <a:pt x="91" y="201"/>
                        <a:pt x="92" y="212"/>
                      </a:cubicBezTo>
                      <a:cubicBezTo>
                        <a:pt x="94" y="223"/>
                        <a:pt x="99" y="256"/>
                        <a:pt x="72" y="223"/>
                      </a:cubicBezTo>
                      <a:cubicBezTo>
                        <a:pt x="46" y="189"/>
                        <a:pt x="27" y="189"/>
                        <a:pt x="27" y="189"/>
                      </a:cubicBezTo>
                      <a:cubicBezTo>
                        <a:pt x="27" y="189"/>
                        <a:pt x="24" y="225"/>
                        <a:pt x="24" y="233"/>
                      </a:cubicBezTo>
                      <a:cubicBezTo>
                        <a:pt x="24" y="241"/>
                        <a:pt x="18" y="256"/>
                        <a:pt x="18" y="256"/>
                      </a:cubicBezTo>
                      <a:cubicBezTo>
                        <a:pt x="24" y="247"/>
                        <a:pt x="36" y="245"/>
                        <a:pt x="36" y="245"/>
                      </a:cubicBezTo>
                      <a:cubicBezTo>
                        <a:pt x="36" y="245"/>
                        <a:pt x="79" y="265"/>
                        <a:pt x="111" y="293"/>
                      </a:cubicBezTo>
                      <a:cubicBezTo>
                        <a:pt x="143" y="321"/>
                        <a:pt x="110" y="336"/>
                        <a:pt x="110" y="336"/>
                      </a:cubicBezTo>
                      <a:cubicBezTo>
                        <a:pt x="110" y="336"/>
                        <a:pt x="63" y="348"/>
                        <a:pt x="39" y="339"/>
                      </a:cubicBezTo>
                      <a:cubicBezTo>
                        <a:pt x="15" y="329"/>
                        <a:pt x="0" y="315"/>
                        <a:pt x="0" y="315"/>
                      </a:cubicBezTo>
                      <a:cubicBezTo>
                        <a:pt x="19" y="387"/>
                        <a:pt x="103" y="399"/>
                        <a:pt x="118" y="395"/>
                      </a:cubicBezTo>
                      <a:cubicBezTo>
                        <a:pt x="132" y="391"/>
                        <a:pt x="187" y="336"/>
                        <a:pt x="203" y="352"/>
                      </a:cubicBezTo>
                      <a:cubicBezTo>
                        <a:pt x="219" y="368"/>
                        <a:pt x="311" y="403"/>
                        <a:pt x="311" y="403"/>
                      </a:cubicBezTo>
                      <a:cubicBezTo>
                        <a:pt x="311" y="403"/>
                        <a:pt x="339" y="425"/>
                        <a:pt x="347" y="404"/>
                      </a:cubicBezTo>
                      <a:cubicBezTo>
                        <a:pt x="367" y="371"/>
                        <a:pt x="291" y="336"/>
                        <a:pt x="291" y="336"/>
                      </a:cubicBezTo>
                      <a:close/>
                      <a:moveTo>
                        <a:pt x="150" y="272"/>
                      </a:moveTo>
                      <a:cubicBezTo>
                        <a:pt x="142" y="269"/>
                        <a:pt x="131" y="255"/>
                        <a:pt x="131" y="248"/>
                      </a:cubicBezTo>
                      <a:cubicBezTo>
                        <a:pt x="131" y="248"/>
                        <a:pt x="171" y="228"/>
                        <a:pt x="172" y="251"/>
                      </a:cubicBezTo>
                      <a:cubicBezTo>
                        <a:pt x="174" y="273"/>
                        <a:pt x="158" y="275"/>
                        <a:pt x="150" y="27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 bwMode="auto">
                <a:xfrm>
                  <a:off x="9091613" y="1884363"/>
                  <a:ext cx="712788" cy="741363"/>
                </a:xfrm>
                <a:custGeom>
                  <a:avLst/>
                  <a:gdLst>
                    <a:gd name="T0" fmla="*/ 32 w 464"/>
                    <a:gd name="T1" fmla="*/ 177 h 481"/>
                    <a:gd name="T2" fmla="*/ 87 w 464"/>
                    <a:gd name="T3" fmla="*/ 174 h 481"/>
                    <a:gd name="T4" fmla="*/ 149 w 464"/>
                    <a:gd name="T5" fmla="*/ 150 h 481"/>
                    <a:gd name="T6" fmla="*/ 175 w 464"/>
                    <a:gd name="T7" fmla="*/ 84 h 481"/>
                    <a:gd name="T8" fmla="*/ 181 w 464"/>
                    <a:gd name="T9" fmla="*/ 40 h 481"/>
                    <a:gd name="T10" fmla="*/ 153 w 464"/>
                    <a:gd name="T11" fmla="*/ 12 h 481"/>
                    <a:gd name="T12" fmla="*/ 209 w 464"/>
                    <a:gd name="T13" fmla="*/ 16 h 481"/>
                    <a:gd name="T14" fmla="*/ 240 w 464"/>
                    <a:gd name="T15" fmla="*/ 89 h 481"/>
                    <a:gd name="T16" fmla="*/ 231 w 464"/>
                    <a:gd name="T17" fmla="*/ 133 h 481"/>
                    <a:gd name="T18" fmla="*/ 327 w 464"/>
                    <a:gd name="T19" fmla="*/ 152 h 481"/>
                    <a:gd name="T20" fmla="*/ 317 w 464"/>
                    <a:gd name="T21" fmla="*/ 206 h 481"/>
                    <a:gd name="T22" fmla="*/ 260 w 464"/>
                    <a:gd name="T23" fmla="*/ 216 h 481"/>
                    <a:gd name="T24" fmla="*/ 253 w 464"/>
                    <a:gd name="T25" fmla="*/ 264 h 481"/>
                    <a:gd name="T26" fmla="*/ 364 w 464"/>
                    <a:gd name="T27" fmla="*/ 325 h 481"/>
                    <a:gd name="T28" fmla="*/ 453 w 464"/>
                    <a:gd name="T29" fmla="*/ 382 h 481"/>
                    <a:gd name="T30" fmla="*/ 347 w 464"/>
                    <a:gd name="T31" fmla="*/ 381 h 481"/>
                    <a:gd name="T32" fmla="*/ 203 w 464"/>
                    <a:gd name="T33" fmla="*/ 296 h 481"/>
                    <a:gd name="T34" fmla="*/ 169 w 464"/>
                    <a:gd name="T35" fmla="*/ 432 h 481"/>
                    <a:gd name="T36" fmla="*/ 32 w 464"/>
                    <a:gd name="T37" fmla="*/ 425 h 481"/>
                    <a:gd name="T38" fmla="*/ 24 w 464"/>
                    <a:gd name="T39" fmla="*/ 332 h 481"/>
                    <a:gd name="T40" fmla="*/ 113 w 464"/>
                    <a:gd name="T41" fmla="*/ 317 h 481"/>
                    <a:gd name="T42" fmla="*/ 124 w 464"/>
                    <a:gd name="T43" fmla="*/ 256 h 481"/>
                    <a:gd name="T44" fmla="*/ 32 w 464"/>
                    <a:gd name="T45" fmla="*/ 177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64" h="481">
                      <a:moveTo>
                        <a:pt x="32" y="177"/>
                      </a:moveTo>
                      <a:cubicBezTo>
                        <a:pt x="32" y="177"/>
                        <a:pt x="75" y="181"/>
                        <a:pt x="87" y="174"/>
                      </a:cubicBezTo>
                      <a:cubicBezTo>
                        <a:pt x="99" y="168"/>
                        <a:pt x="143" y="154"/>
                        <a:pt x="149" y="150"/>
                      </a:cubicBezTo>
                      <a:cubicBezTo>
                        <a:pt x="156" y="146"/>
                        <a:pt x="175" y="96"/>
                        <a:pt x="175" y="84"/>
                      </a:cubicBezTo>
                      <a:cubicBezTo>
                        <a:pt x="175" y="72"/>
                        <a:pt x="189" y="53"/>
                        <a:pt x="181" y="40"/>
                      </a:cubicBezTo>
                      <a:cubicBezTo>
                        <a:pt x="173" y="26"/>
                        <a:pt x="153" y="12"/>
                        <a:pt x="153" y="12"/>
                      </a:cubicBezTo>
                      <a:cubicBezTo>
                        <a:pt x="153" y="12"/>
                        <a:pt x="181" y="0"/>
                        <a:pt x="209" y="16"/>
                      </a:cubicBezTo>
                      <a:cubicBezTo>
                        <a:pt x="237" y="32"/>
                        <a:pt x="244" y="65"/>
                        <a:pt x="240" y="89"/>
                      </a:cubicBezTo>
                      <a:cubicBezTo>
                        <a:pt x="236" y="113"/>
                        <a:pt x="231" y="133"/>
                        <a:pt x="231" y="133"/>
                      </a:cubicBezTo>
                      <a:cubicBezTo>
                        <a:pt x="231" y="133"/>
                        <a:pt x="297" y="113"/>
                        <a:pt x="327" y="152"/>
                      </a:cubicBezTo>
                      <a:cubicBezTo>
                        <a:pt x="356" y="190"/>
                        <a:pt x="341" y="206"/>
                        <a:pt x="317" y="206"/>
                      </a:cubicBezTo>
                      <a:cubicBezTo>
                        <a:pt x="293" y="206"/>
                        <a:pt x="268" y="214"/>
                        <a:pt x="260" y="216"/>
                      </a:cubicBezTo>
                      <a:cubicBezTo>
                        <a:pt x="252" y="217"/>
                        <a:pt x="209" y="230"/>
                        <a:pt x="253" y="264"/>
                      </a:cubicBezTo>
                      <a:cubicBezTo>
                        <a:pt x="297" y="297"/>
                        <a:pt x="336" y="318"/>
                        <a:pt x="364" y="325"/>
                      </a:cubicBezTo>
                      <a:cubicBezTo>
                        <a:pt x="392" y="332"/>
                        <a:pt x="464" y="344"/>
                        <a:pt x="453" y="382"/>
                      </a:cubicBezTo>
                      <a:cubicBezTo>
                        <a:pt x="443" y="421"/>
                        <a:pt x="383" y="400"/>
                        <a:pt x="347" y="381"/>
                      </a:cubicBezTo>
                      <a:cubicBezTo>
                        <a:pt x="311" y="362"/>
                        <a:pt x="213" y="301"/>
                        <a:pt x="203" y="296"/>
                      </a:cubicBezTo>
                      <a:cubicBezTo>
                        <a:pt x="203" y="296"/>
                        <a:pt x="193" y="404"/>
                        <a:pt x="169" y="432"/>
                      </a:cubicBezTo>
                      <a:cubicBezTo>
                        <a:pt x="145" y="460"/>
                        <a:pt x="69" y="481"/>
                        <a:pt x="32" y="425"/>
                      </a:cubicBezTo>
                      <a:cubicBezTo>
                        <a:pt x="0" y="357"/>
                        <a:pt x="24" y="332"/>
                        <a:pt x="24" y="332"/>
                      </a:cubicBezTo>
                      <a:cubicBezTo>
                        <a:pt x="24" y="332"/>
                        <a:pt x="100" y="354"/>
                        <a:pt x="113" y="317"/>
                      </a:cubicBezTo>
                      <a:cubicBezTo>
                        <a:pt x="127" y="280"/>
                        <a:pt x="124" y="256"/>
                        <a:pt x="124" y="256"/>
                      </a:cubicBezTo>
                      <a:cubicBezTo>
                        <a:pt x="124" y="256"/>
                        <a:pt x="65" y="266"/>
                        <a:pt x="32" y="17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3" name="任意多边形: 形状 22"/>
                <p:cNvSpPr/>
                <p:nvPr/>
              </p:nvSpPr>
              <p:spPr bwMode="auto">
                <a:xfrm>
                  <a:off x="9883776" y="1816101"/>
                  <a:ext cx="776288" cy="704850"/>
                </a:xfrm>
                <a:custGeom>
                  <a:avLst/>
                  <a:gdLst>
                    <a:gd name="T0" fmla="*/ 78 w 506"/>
                    <a:gd name="T1" fmla="*/ 154 h 457"/>
                    <a:gd name="T2" fmla="*/ 18 w 506"/>
                    <a:gd name="T3" fmla="*/ 372 h 457"/>
                    <a:gd name="T4" fmla="*/ 0 w 506"/>
                    <a:gd name="T5" fmla="*/ 406 h 457"/>
                    <a:gd name="T6" fmla="*/ 42 w 506"/>
                    <a:gd name="T7" fmla="*/ 441 h 457"/>
                    <a:gd name="T8" fmla="*/ 56 w 506"/>
                    <a:gd name="T9" fmla="*/ 416 h 457"/>
                    <a:gd name="T10" fmla="*/ 85 w 506"/>
                    <a:gd name="T11" fmla="*/ 268 h 457"/>
                    <a:gd name="T12" fmla="*/ 274 w 506"/>
                    <a:gd name="T13" fmla="*/ 193 h 457"/>
                    <a:gd name="T14" fmla="*/ 376 w 506"/>
                    <a:gd name="T15" fmla="*/ 193 h 457"/>
                    <a:gd name="T16" fmla="*/ 381 w 506"/>
                    <a:gd name="T17" fmla="*/ 236 h 457"/>
                    <a:gd name="T18" fmla="*/ 425 w 506"/>
                    <a:gd name="T19" fmla="*/ 270 h 457"/>
                    <a:gd name="T20" fmla="*/ 468 w 506"/>
                    <a:gd name="T21" fmla="*/ 196 h 457"/>
                    <a:gd name="T22" fmla="*/ 404 w 506"/>
                    <a:gd name="T23" fmla="*/ 150 h 457"/>
                    <a:gd name="T24" fmla="*/ 296 w 506"/>
                    <a:gd name="T25" fmla="*/ 149 h 457"/>
                    <a:gd name="T26" fmla="*/ 356 w 506"/>
                    <a:gd name="T27" fmla="*/ 57 h 457"/>
                    <a:gd name="T28" fmla="*/ 276 w 506"/>
                    <a:gd name="T29" fmla="*/ 25 h 457"/>
                    <a:gd name="T30" fmla="*/ 242 w 506"/>
                    <a:gd name="T31" fmla="*/ 57 h 457"/>
                    <a:gd name="T32" fmla="*/ 161 w 506"/>
                    <a:gd name="T33" fmla="*/ 82 h 457"/>
                    <a:gd name="T34" fmla="*/ 136 w 506"/>
                    <a:gd name="T35" fmla="*/ 68 h 457"/>
                    <a:gd name="T36" fmla="*/ 142 w 506"/>
                    <a:gd name="T37" fmla="*/ 124 h 457"/>
                    <a:gd name="T38" fmla="*/ 180 w 506"/>
                    <a:gd name="T39" fmla="*/ 113 h 457"/>
                    <a:gd name="T40" fmla="*/ 216 w 506"/>
                    <a:gd name="T41" fmla="*/ 90 h 457"/>
                    <a:gd name="T42" fmla="*/ 257 w 506"/>
                    <a:gd name="T43" fmla="*/ 97 h 457"/>
                    <a:gd name="T44" fmla="*/ 270 w 506"/>
                    <a:gd name="T45" fmla="*/ 52 h 457"/>
                    <a:gd name="T46" fmla="*/ 305 w 506"/>
                    <a:gd name="T47" fmla="*/ 37 h 457"/>
                    <a:gd name="T48" fmla="*/ 281 w 506"/>
                    <a:gd name="T49" fmla="*/ 89 h 457"/>
                    <a:gd name="T50" fmla="*/ 185 w 506"/>
                    <a:gd name="T51" fmla="*/ 190 h 457"/>
                    <a:gd name="T52" fmla="*/ 97 w 506"/>
                    <a:gd name="T53" fmla="*/ 217 h 457"/>
                    <a:gd name="T54" fmla="*/ 78 w 506"/>
                    <a:gd name="T55" fmla="*/ 154 h 4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506" h="457">
                      <a:moveTo>
                        <a:pt x="78" y="154"/>
                      </a:moveTo>
                      <a:cubicBezTo>
                        <a:pt x="78" y="154"/>
                        <a:pt x="28" y="345"/>
                        <a:pt x="18" y="372"/>
                      </a:cubicBezTo>
                      <a:cubicBezTo>
                        <a:pt x="9" y="398"/>
                        <a:pt x="0" y="406"/>
                        <a:pt x="0" y="406"/>
                      </a:cubicBezTo>
                      <a:cubicBezTo>
                        <a:pt x="0" y="406"/>
                        <a:pt x="4" y="434"/>
                        <a:pt x="42" y="441"/>
                      </a:cubicBezTo>
                      <a:cubicBezTo>
                        <a:pt x="42" y="441"/>
                        <a:pt x="50" y="457"/>
                        <a:pt x="56" y="416"/>
                      </a:cubicBezTo>
                      <a:cubicBezTo>
                        <a:pt x="61" y="374"/>
                        <a:pt x="78" y="270"/>
                        <a:pt x="85" y="268"/>
                      </a:cubicBezTo>
                      <a:cubicBezTo>
                        <a:pt x="92" y="265"/>
                        <a:pt x="256" y="198"/>
                        <a:pt x="274" y="193"/>
                      </a:cubicBezTo>
                      <a:cubicBezTo>
                        <a:pt x="293" y="188"/>
                        <a:pt x="356" y="181"/>
                        <a:pt x="376" y="193"/>
                      </a:cubicBezTo>
                      <a:cubicBezTo>
                        <a:pt x="396" y="205"/>
                        <a:pt x="394" y="230"/>
                        <a:pt x="381" y="236"/>
                      </a:cubicBezTo>
                      <a:cubicBezTo>
                        <a:pt x="381" y="236"/>
                        <a:pt x="372" y="281"/>
                        <a:pt x="425" y="270"/>
                      </a:cubicBezTo>
                      <a:cubicBezTo>
                        <a:pt x="478" y="260"/>
                        <a:pt x="506" y="241"/>
                        <a:pt x="468" y="196"/>
                      </a:cubicBezTo>
                      <a:cubicBezTo>
                        <a:pt x="429" y="150"/>
                        <a:pt x="404" y="150"/>
                        <a:pt x="404" y="150"/>
                      </a:cubicBezTo>
                      <a:cubicBezTo>
                        <a:pt x="296" y="149"/>
                        <a:pt x="296" y="149"/>
                        <a:pt x="296" y="149"/>
                      </a:cubicBezTo>
                      <a:cubicBezTo>
                        <a:pt x="296" y="149"/>
                        <a:pt x="353" y="84"/>
                        <a:pt x="356" y="57"/>
                      </a:cubicBezTo>
                      <a:cubicBezTo>
                        <a:pt x="358" y="30"/>
                        <a:pt x="321" y="0"/>
                        <a:pt x="276" y="25"/>
                      </a:cubicBezTo>
                      <a:cubicBezTo>
                        <a:pt x="242" y="57"/>
                        <a:pt x="242" y="57"/>
                        <a:pt x="242" y="57"/>
                      </a:cubicBezTo>
                      <a:cubicBezTo>
                        <a:pt x="242" y="57"/>
                        <a:pt x="214" y="36"/>
                        <a:pt x="161" y="82"/>
                      </a:cubicBezTo>
                      <a:cubicBezTo>
                        <a:pt x="161" y="82"/>
                        <a:pt x="138" y="78"/>
                        <a:pt x="136" y="68"/>
                      </a:cubicBezTo>
                      <a:cubicBezTo>
                        <a:pt x="136" y="68"/>
                        <a:pt x="118" y="101"/>
                        <a:pt x="142" y="124"/>
                      </a:cubicBezTo>
                      <a:cubicBezTo>
                        <a:pt x="166" y="146"/>
                        <a:pt x="181" y="132"/>
                        <a:pt x="180" y="113"/>
                      </a:cubicBezTo>
                      <a:cubicBezTo>
                        <a:pt x="178" y="94"/>
                        <a:pt x="202" y="44"/>
                        <a:pt x="216" y="90"/>
                      </a:cubicBezTo>
                      <a:cubicBezTo>
                        <a:pt x="257" y="97"/>
                        <a:pt x="257" y="97"/>
                        <a:pt x="257" y="97"/>
                      </a:cubicBezTo>
                      <a:cubicBezTo>
                        <a:pt x="257" y="97"/>
                        <a:pt x="261" y="60"/>
                        <a:pt x="270" y="52"/>
                      </a:cubicBezTo>
                      <a:cubicBezTo>
                        <a:pt x="280" y="44"/>
                        <a:pt x="297" y="29"/>
                        <a:pt x="305" y="37"/>
                      </a:cubicBezTo>
                      <a:cubicBezTo>
                        <a:pt x="313" y="45"/>
                        <a:pt x="301" y="64"/>
                        <a:pt x="281" y="89"/>
                      </a:cubicBezTo>
                      <a:cubicBezTo>
                        <a:pt x="261" y="114"/>
                        <a:pt x="217" y="174"/>
                        <a:pt x="185" y="190"/>
                      </a:cubicBezTo>
                      <a:cubicBezTo>
                        <a:pt x="153" y="206"/>
                        <a:pt x="97" y="217"/>
                        <a:pt x="97" y="217"/>
                      </a:cubicBezTo>
                      <a:cubicBezTo>
                        <a:pt x="97" y="217"/>
                        <a:pt x="121" y="166"/>
                        <a:pt x="78" y="1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4" name="任意多边形: 形状 23"/>
                <p:cNvSpPr/>
                <p:nvPr/>
              </p:nvSpPr>
              <p:spPr bwMode="auto">
                <a:xfrm>
                  <a:off x="10123488" y="2149476"/>
                  <a:ext cx="433388" cy="592138"/>
                </a:xfrm>
                <a:custGeom>
                  <a:avLst/>
                  <a:gdLst>
                    <a:gd name="T0" fmla="*/ 2 w 282"/>
                    <a:gd name="T1" fmla="*/ 54 h 384"/>
                    <a:gd name="T2" fmla="*/ 17 w 282"/>
                    <a:gd name="T3" fmla="*/ 57 h 384"/>
                    <a:gd name="T4" fmla="*/ 52 w 282"/>
                    <a:gd name="T5" fmla="*/ 46 h 384"/>
                    <a:gd name="T6" fmla="*/ 128 w 282"/>
                    <a:gd name="T7" fmla="*/ 16 h 384"/>
                    <a:gd name="T8" fmla="*/ 198 w 282"/>
                    <a:gd name="T9" fmla="*/ 29 h 384"/>
                    <a:gd name="T10" fmla="*/ 174 w 282"/>
                    <a:gd name="T11" fmla="*/ 85 h 384"/>
                    <a:gd name="T12" fmla="*/ 174 w 282"/>
                    <a:gd name="T13" fmla="*/ 106 h 384"/>
                    <a:gd name="T14" fmla="*/ 263 w 282"/>
                    <a:gd name="T15" fmla="*/ 118 h 384"/>
                    <a:gd name="T16" fmla="*/ 266 w 282"/>
                    <a:gd name="T17" fmla="*/ 168 h 384"/>
                    <a:gd name="T18" fmla="*/ 195 w 282"/>
                    <a:gd name="T19" fmla="*/ 168 h 384"/>
                    <a:gd name="T20" fmla="*/ 181 w 282"/>
                    <a:gd name="T21" fmla="*/ 185 h 384"/>
                    <a:gd name="T22" fmla="*/ 137 w 282"/>
                    <a:gd name="T23" fmla="*/ 365 h 384"/>
                    <a:gd name="T24" fmla="*/ 19 w 282"/>
                    <a:gd name="T25" fmla="*/ 239 h 384"/>
                    <a:gd name="T26" fmla="*/ 116 w 282"/>
                    <a:gd name="T27" fmla="*/ 279 h 384"/>
                    <a:gd name="T28" fmla="*/ 137 w 282"/>
                    <a:gd name="T29" fmla="*/ 181 h 384"/>
                    <a:gd name="T30" fmla="*/ 49 w 282"/>
                    <a:gd name="T31" fmla="*/ 210 h 384"/>
                    <a:gd name="T32" fmla="*/ 0 w 282"/>
                    <a:gd name="T33" fmla="*/ 152 h 384"/>
                    <a:gd name="T34" fmla="*/ 39 w 282"/>
                    <a:gd name="T35" fmla="*/ 136 h 384"/>
                    <a:gd name="T36" fmla="*/ 91 w 282"/>
                    <a:gd name="T37" fmla="*/ 130 h 384"/>
                    <a:gd name="T38" fmla="*/ 110 w 282"/>
                    <a:gd name="T39" fmla="*/ 122 h 384"/>
                    <a:gd name="T40" fmla="*/ 114 w 282"/>
                    <a:gd name="T41" fmla="*/ 84 h 384"/>
                    <a:gd name="T42" fmla="*/ 105 w 282"/>
                    <a:gd name="T43" fmla="*/ 55 h 384"/>
                    <a:gd name="T44" fmla="*/ 40 w 282"/>
                    <a:gd name="T45" fmla="*/ 97 h 384"/>
                    <a:gd name="T46" fmla="*/ 2 w 282"/>
                    <a:gd name="T47" fmla="*/ 54 h 3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82" h="384">
                      <a:moveTo>
                        <a:pt x="2" y="54"/>
                      </a:moveTo>
                      <a:cubicBezTo>
                        <a:pt x="2" y="54"/>
                        <a:pt x="9" y="52"/>
                        <a:pt x="17" y="57"/>
                      </a:cubicBezTo>
                      <a:cubicBezTo>
                        <a:pt x="25" y="62"/>
                        <a:pt x="44" y="53"/>
                        <a:pt x="52" y="46"/>
                      </a:cubicBezTo>
                      <a:cubicBezTo>
                        <a:pt x="60" y="40"/>
                        <a:pt x="113" y="20"/>
                        <a:pt x="128" y="16"/>
                      </a:cubicBezTo>
                      <a:cubicBezTo>
                        <a:pt x="142" y="12"/>
                        <a:pt x="186" y="0"/>
                        <a:pt x="198" y="29"/>
                      </a:cubicBezTo>
                      <a:cubicBezTo>
                        <a:pt x="210" y="58"/>
                        <a:pt x="180" y="77"/>
                        <a:pt x="174" y="85"/>
                      </a:cubicBezTo>
                      <a:cubicBezTo>
                        <a:pt x="169" y="93"/>
                        <a:pt x="174" y="106"/>
                        <a:pt x="174" y="106"/>
                      </a:cubicBezTo>
                      <a:cubicBezTo>
                        <a:pt x="174" y="106"/>
                        <a:pt x="249" y="100"/>
                        <a:pt x="263" y="118"/>
                      </a:cubicBezTo>
                      <a:cubicBezTo>
                        <a:pt x="263" y="118"/>
                        <a:pt x="282" y="150"/>
                        <a:pt x="266" y="168"/>
                      </a:cubicBezTo>
                      <a:cubicBezTo>
                        <a:pt x="249" y="186"/>
                        <a:pt x="203" y="164"/>
                        <a:pt x="195" y="168"/>
                      </a:cubicBezTo>
                      <a:cubicBezTo>
                        <a:pt x="187" y="172"/>
                        <a:pt x="181" y="168"/>
                        <a:pt x="181" y="185"/>
                      </a:cubicBezTo>
                      <a:cubicBezTo>
                        <a:pt x="181" y="202"/>
                        <a:pt x="185" y="346"/>
                        <a:pt x="137" y="365"/>
                      </a:cubicBezTo>
                      <a:cubicBezTo>
                        <a:pt x="89" y="384"/>
                        <a:pt x="14" y="288"/>
                        <a:pt x="19" y="239"/>
                      </a:cubicBezTo>
                      <a:cubicBezTo>
                        <a:pt x="19" y="239"/>
                        <a:pt x="87" y="288"/>
                        <a:pt x="116" y="279"/>
                      </a:cubicBezTo>
                      <a:cubicBezTo>
                        <a:pt x="145" y="270"/>
                        <a:pt x="138" y="187"/>
                        <a:pt x="137" y="181"/>
                      </a:cubicBezTo>
                      <a:cubicBezTo>
                        <a:pt x="136" y="175"/>
                        <a:pt x="62" y="209"/>
                        <a:pt x="49" y="210"/>
                      </a:cubicBezTo>
                      <a:cubicBezTo>
                        <a:pt x="36" y="211"/>
                        <a:pt x="0" y="170"/>
                        <a:pt x="0" y="152"/>
                      </a:cubicBezTo>
                      <a:cubicBezTo>
                        <a:pt x="0" y="134"/>
                        <a:pt x="21" y="127"/>
                        <a:pt x="39" y="136"/>
                      </a:cubicBezTo>
                      <a:cubicBezTo>
                        <a:pt x="57" y="145"/>
                        <a:pt x="87" y="133"/>
                        <a:pt x="91" y="130"/>
                      </a:cubicBezTo>
                      <a:cubicBezTo>
                        <a:pt x="95" y="127"/>
                        <a:pt x="107" y="122"/>
                        <a:pt x="110" y="122"/>
                      </a:cubicBezTo>
                      <a:cubicBezTo>
                        <a:pt x="113" y="122"/>
                        <a:pt x="114" y="87"/>
                        <a:pt x="114" y="84"/>
                      </a:cubicBezTo>
                      <a:cubicBezTo>
                        <a:pt x="114" y="81"/>
                        <a:pt x="167" y="20"/>
                        <a:pt x="105" y="55"/>
                      </a:cubicBezTo>
                      <a:cubicBezTo>
                        <a:pt x="43" y="90"/>
                        <a:pt x="45" y="97"/>
                        <a:pt x="40" y="97"/>
                      </a:cubicBezTo>
                      <a:cubicBezTo>
                        <a:pt x="35" y="97"/>
                        <a:pt x="7" y="86"/>
                        <a:pt x="2" y="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</p:grpSp>
        </p:grpSp>
      </p:grpSp>
      <p:cxnSp>
        <p:nvCxnSpPr>
          <p:cNvPr id="88" name="直接连接符 87"/>
          <p:cNvCxnSpPr/>
          <p:nvPr userDrawn="1"/>
        </p:nvCxnSpPr>
        <p:spPr>
          <a:xfrm flipV="1">
            <a:off x="-450086" y="1594630"/>
            <a:ext cx="1821670" cy="182167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 userDrawn="1"/>
        </p:nvCxnSpPr>
        <p:spPr>
          <a:xfrm flipV="1">
            <a:off x="722280" y="-563669"/>
            <a:ext cx="2399075" cy="239907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占位符 89"/>
          <p:cNvSpPr>
            <a:spLocks noGrp="1"/>
          </p:cNvSpPr>
          <p:nvPr>
            <p:ph type="body" sz="quarter" idx="10"/>
          </p:nvPr>
        </p:nvSpPr>
        <p:spPr>
          <a:xfrm>
            <a:off x="6476336" y="2346516"/>
            <a:ext cx="5159545" cy="682625"/>
          </a:xfrm>
          <a:prstGeom prst="rect">
            <a:avLst/>
          </a:prstGeom>
        </p:spPr>
        <p:txBody>
          <a:bodyPr tIns="108000"/>
          <a:lstStyle>
            <a:lvl1pPr marL="0" indent="0">
              <a:buFontTx/>
              <a:buNone/>
              <a:defRPr sz="2800">
                <a:latin typeface="+mj-ea"/>
                <a:ea typeface="+mj-ea"/>
              </a:defRPr>
            </a:lvl1pPr>
            <a:lvl2pPr>
              <a:defRPr sz="3200">
                <a:latin typeface="+mj-ea"/>
                <a:ea typeface="+mj-ea"/>
              </a:defRPr>
            </a:lvl2pPr>
            <a:lvl3pPr>
              <a:defRPr sz="3200">
                <a:latin typeface="+mj-ea"/>
                <a:ea typeface="+mj-ea"/>
              </a:defRPr>
            </a:lvl3pPr>
            <a:lvl4pPr>
              <a:defRPr sz="3200">
                <a:latin typeface="+mj-ea"/>
                <a:ea typeface="+mj-ea"/>
              </a:defRPr>
            </a:lvl4pPr>
            <a:lvl5pPr>
              <a:defRPr sz="32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1" name="文本占位符 90"/>
          <p:cNvSpPr>
            <a:spLocks noGrp="1"/>
          </p:cNvSpPr>
          <p:nvPr>
            <p:ph type="body" sz="quarter" idx="11"/>
          </p:nvPr>
        </p:nvSpPr>
        <p:spPr>
          <a:xfrm>
            <a:off x="6476336" y="3226098"/>
            <a:ext cx="5159545" cy="682625"/>
          </a:xfrm>
          <a:prstGeom prst="rect">
            <a:avLst/>
          </a:prstGeom>
        </p:spPr>
        <p:txBody>
          <a:bodyPr tIns="108000"/>
          <a:lstStyle>
            <a:lvl1pPr marL="0" indent="0">
              <a:buFontTx/>
              <a:buNone/>
              <a:defRPr sz="2800">
                <a:latin typeface="+mj-ea"/>
                <a:ea typeface="+mj-ea"/>
              </a:defRPr>
            </a:lvl1pPr>
            <a:lvl2pPr>
              <a:defRPr sz="3200">
                <a:latin typeface="+mj-ea"/>
                <a:ea typeface="+mj-ea"/>
              </a:defRPr>
            </a:lvl2pPr>
            <a:lvl3pPr>
              <a:defRPr sz="3200">
                <a:latin typeface="+mj-ea"/>
                <a:ea typeface="+mj-ea"/>
              </a:defRPr>
            </a:lvl3pPr>
            <a:lvl4pPr>
              <a:defRPr sz="3200">
                <a:latin typeface="+mj-ea"/>
                <a:ea typeface="+mj-ea"/>
              </a:defRPr>
            </a:lvl4pPr>
            <a:lvl5pPr>
              <a:defRPr sz="32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2" name="文本占位符 91"/>
          <p:cNvSpPr>
            <a:spLocks noGrp="1"/>
          </p:cNvSpPr>
          <p:nvPr>
            <p:ph type="body" sz="quarter" idx="12"/>
          </p:nvPr>
        </p:nvSpPr>
        <p:spPr>
          <a:xfrm>
            <a:off x="6476336" y="4084926"/>
            <a:ext cx="5159545" cy="682625"/>
          </a:xfrm>
          <a:prstGeom prst="rect">
            <a:avLst/>
          </a:prstGeom>
        </p:spPr>
        <p:txBody>
          <a:bodyPr tIns="108000"/>
          <a:lstStyle>
            <a:lvl1pPr marL="0" indent="0">
              <a:buFontTx/>
              <a:buNone/>
              <a:defRPr sz="2800">
                <a:latin typeface="+mj-ea"/>
                <a:ea typeface="+mj-ea"/>
              </a:defRPr>
            </a:lvl1pPr>
            <a:lvl2pPr>
              <a:defRPr sz="3200">
                <a:latin typeface="+mj-ea"/>
                <a:ea typeface="+mj-ea"/>
              </a:defRPr>
            </a:lvl2pPr>
            <a:lvl3pPr>
              <a:defRPr sz="3200">
                <a:latin typeface="+mj-ea"/>
                <a:ea typeface="+mj-ea"/>
              </a:defRPr>
            </a:lvl3pPr>
            <a:lvl4pPr>
              <a:defRPr sz="3200">
                <a:latin typeface="+mj-ea"/>
                <a:ea typeface="+mj-ea"/>
              </a:defRPr>
            </a:lvl4pPr>
            <a:lvl5pPr>
              <a:defRPr sz="32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3" name="文本占位符 92"/>
          <p:cNvSpPr>
            <a:spLocks noGrp="1"/>
          </p:cNvSpPr>
          <p:nvPr>
            <p:ph type="body" sz="quarter" idx="13"/>
          </p:nvPr>
        </p:nvSpPr>
        <p:spPr>
          <a:xfrm>
            <a:off x="6476336" y="4913995"/>
            <a:ext cx="5159545" cy="682625"/>
          </a:xfrm>
          <a:prstGeom prst="rect">
            <a:avLst/>
          </a:prstGeom>
        </p:spPr>
        <p:txBody>
          <a:bodyPr tIns="108000"/>
          <a:lstStyle>
            <a:lvl1pPr marL="0" indent="0">
              <a:buFontTx/>
              <a:buNone/>
              <a:defRPr sz="2800">
                <a:latin typeface="+mj-ea"/>
                <a:ea typeface="+mj-ea"/>
              </a:defRPr>
            </a:lvl1pPr>
            <a:lvl2pPr>
              <a:defRPr sz="3200">
                <a:latin typeface="+mj-ea"/>
                <a:ea typeface="+mj-ea"/>
              </a:defRPr>
            </a:lvl2pPr>
            <a:lvl3pPr>
              <a:defRPr sz="3200">
                <a:latin typeface="+mj-ea"/>
                <a:ea typeface="+mj-ea"/>
              </a:defRPr>
            </a:lvl3pPr>
            <a:lvl4pPr>
              <a:defRPr sz="3200">
                <a:latin typeface="+mj-ea"/>
                <a:ea typeface="+mj-ea"/>
              </a:defRPr>
            </a:lvl4pPr>
            <a:lvl5pPr>
              <a:defRPr sz="32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94" name="直接连接符 93"/>
          <p:cNvCxnSpPr/>
          <p:nvPr userDrawn="1"/>
        </p:nvCxnSpPr>
        <p:spPr>
          <a:xfrm>
            <a:off x="6603336" y="3066945"/>
            <a:ext cx="3035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 userDrawn="1"/>
        </p:nvCxnSpPr>
        <p:spPr>
          <a:xfrm>
            <a:off x="6603336" y="3929948"/>
            <a:ext cx="3035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 userDrawn="1"/>
        </p:nvCxnSpPr>
        <p:spPr>
          <a:xfrm>
            <a:off x="6603336" y="4792951"/>
            <a:ext cx="3035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827314" y="-25399"/>
            <a:ext cx="11364686" cy="6890657"/>
          </a:xfrm>
          <a:custGeom>
            <a:avLst/>
            <a:gdLst>
              <a:gd name="connsiteX0" fmla="*/ 7193949 w 11364686"/>
              <a:gd name="connsiteY0" fmla="*/ 0 h 6890657"/>
              <a:gd name="connsiteX1" fmla="*/ 11364686 w 11364686"/>
              <a:gd name="connsiteY1" fmla="*/ 0 h 6890657"/>
              <a:gd name="connsiteX2" fmla="*/ 11364686 w 11364686"/>
              <a:gd name="connsiteY2" fmla="*/ 3784599 h 6890657"/>
              <a:gd name="connsiteX3" fmla="*/ 8265886 w 11364686"/>
              <a:gd name="connsiteY3" fmla="*/ 6883399 h 6890657"/>
              <a:gd name="connsiteX4" fmla="*/ 11364686 w 11364686"/>
              <a:gd name="connsiteY4" fmla="*/ 6883399 h 6890657"/>
              <a:gd name="connsiteX5" fmla="*/ 11364686 w 11364686"/>
              <a:gd name="connsiteY5" fmla="*/ 6890657 h 6890657"/>
              <a:gd name="connsiteX6" fmla="*/ 0 w 11364686"/>
              <a:gd name="connsiteY6" fmla="*/ 6876143 h 689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64686" h="6890657">
                <a:moveTo>
                  <a:pt x="7193949" y="0"/>
                </a:moveTo>
                <a:lnTo>
                  <a:pt x="11364686" y="0"/>
                </a:lnTo>
                <a:lnTo>
                  <a:pt x="11364686" y="3784599"/>
                </a:lnTo>
                <a:lnTo>
                  <a:pt x="8265886" y="6883399"/>
                </a:lnTo>
                <a:lnTo>
                  <a:pt x="11364686" y="6883399"/>
                </a:lnTo>
                <a:lnTo>
                  <a:pt x="11364686" y="6890657"/>
                </a:lnTo>
                <a:lnTo>
                  <a:pt x="0" y="68761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0" y="-25399"/>
            <a:ext cx="8013700" cy="6908799"/>
          </a:xfrm>
          <a:custGeom>
            <a:avLst/>
            <a:gdLst>
              <a:gd name="connsiteX0" fmla="*/ 12700 w 8229600"/>
              <a:gd name="connsiteY0" fmla="*/ 0 h 6870700"/>
              <a:gd name="connsiteX1" fmla="*/ 0 w 8229600"/>
              <a:gd name="connsiteY1" fmla="*/ 6870700 h 6870700"/>
              <a:gd name="connsiteX2" fmla="*/ 1155700 w 8229600"/>
              <a:gd name="connsiteY2" fmla="*/ 6870700 h 6870700"/>
              <a:gd name="connsiteX3" fmla="*/ 8229600 w 8229600"/>
              <a:gd name="connsiteY3" fmla="*/ 12700 h 6870700"/>
              <a:gd name="connsiteX4" fmla="*/ 12700 w 8229600"/>
              <a:gd name="connsiteY4" fmla="*/ 0 h 6870700"/>
              <a:gd name="connsiteX0-1" fmla="*/ 12700 w 8013700"/>
              <a:gd name="connsiteY0-2" fmla="*/ 0 h 6870700"/>
              <a:gd name="connsiteX1-3" fmla="*/ 0 w 8013700"/>
              <a:gd name="connsiteY1-4" fmla="*/ 6870700 h 6870700"/>
              <a:gd name="connsiteX2-5" fmla="*/ 1155700 w 8013700"/>
              <a:gd name="connsiteY2-6" fmla="*/ 6870700 h 6870700"/>
              <a:gd name="connsiteX3-7" fmla="*/ 8013700 w 8013700"/>
              <a:gd name="connsiteY3-8" fmla="*/ 0 h 6870700"/>
              <a:gd name="connsiteX4-9" fmla="*/ 12700 w 8013700"/>
              <a:gd name="connsiteY4-10" fmla="*/ 0 h 6870700"/>
              <a:gd name="connsiteX0-11" fmla="*/ 12700 w 8013700"/>
              <a:gd name="connsiteY0-12" fmla="*/ 0 h 6883400"/>
              <a:gd name="connsiteX1-13" fmla="*/ 0 w 8013700"/>
              <a:gd name="connsiteY1-14" fmla="*/ 6870700 h 6883400"/>
              <a:gd name="connsiteX2-15" fmla="*/ 927100 w 8013700"/>
              <a:gd name="connsiteY2-16" fmla="*/ 6883400 h 6883400"/>
              <a:gd name="connsiteX3-17" fmla="*/ 8013700 w 8013700"/>
              <a:gd name="connsiteY3-18" fmla="*/ 0 h 6883400"/>
              <a:gd name="connsiteX4-19" fmla="*/ 12700 w 8013700"/>
              <a:gd name="connsiteY4-20" fmla="*/ 0 h 6883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13700" h="6883400">
                <a:moveTo>
                  <a:pt x="12700" y="0"/>
                </a:moveTo>
                <a:cubicBezTo>
                  <a:pt x="8467" y="2290233"/>
                  <a:pt x="4233" y="4580467"/>
                  <a:pt x="0" y="6870700"/>
                </a:cubicBezTo>
                <a:lnTo>
                  <a:pt x="927100" y="6883400"/>
                </a:lnTo>
                <a:lnTo>
                  <a:pt x="8013700" y="0"/>
                </a:lnTo>
                <a:lnTo>
                  <a:pt x="127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平行四边形 18"/>
          <p:cNvSpPr/>
          <p:nvPr userDrawn="1"/>
        </p:nvSpPr>
        <p:spPr>
          <a:xfrm>
            <a:off x="717345" y="-25399"/>
            <a:ext cx="7461250" cy="6883399"/>
          </a:xfrm>
          <a:prstGeom prst="parallelogram">
            <a:avLst>
              <a:gd name="adj" fmla="val 10317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>
          <a:xfrm rot="18900000" flipH="1">
            <a:off x="-795496" y="4150565"/>
            <a:ext cx="2153148" cy="2928254"/>
          </a:xfrm>
          <a:custGeom>
            <a:avLst/>
            <a:gdLst>
              <a:gd name="connsiteX0" fmla="*/ 0 w 2153148"/>
              <a:gd name="connsiteY0" fmla="*/ 0 h 2928254"/>
              <a:gd name="connsiteX1" fmla="*/ 0 w 2153148"/>
              <a:gd name="connsiteY1" fmla="*/ 2928254 h 2928254"/>
              <a:gd name="connsiteX2" fmla="*/ 1370749 w 2153148"/>
              <a:gd name="connsiteY2" fmla="*/ 2928254 h 2928254"/>
              <a:gd name="connsiteX3" fmla="*/ 2153148 w 2153148"/>
              <a:gd name="connsiteY3" fmla="*/ 2145856 h 292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148" h="2928254">
                <a:moveTo>
                  <a:pt x="0" y="0"/>
                </a:moveTo>
                <a:lnTo>
                  <a:pt x="0" y="2928254"/>
                </a:lnTo>
                <a:lnTo>
                  <a:pt x="1370749" y="2928254"/>
                </a:lnTo>
                <a:lnTo>
                  <a:pt x="2153148" y="214585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1"/>
          </p:nvPr>
        </p:nvSpPr>
        <p:spPr>
          <a:xfrm>
            <a:off x="717345" y="2542066"/>
            <a:ext cx="2855153" cy="2678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+mn-ea"/>
                <a:ea typeface="+mn-ea"/>
              </a:defRPr>
            </a:lvl1pPr>
            <a:lvl2pPr>
              <a:defRPr sz="3200">
                <a:latin typeface="+mj-ea"/>
                <a:ea typeface="+mj-ea"/>
              </a:defRPr>
            </a:lvl2pPr>
            <a:lvl3pPr>
              <a:defRPr sz="3200">
                <a:latin typeface="+mj-ea"/>
                <a:ea typeface="+mj-ea"/>
              </a:defRPr>
            </a:lvl3pPr>
            <a:lvl4pPr>
              <a:defRPr sz="3200">
                <a:latin typeface="+mj-ea"/>
                <a:ea typeface="+mj-ea"/>
              </a:defRPr>
            </a:lvl4pPr>
            <a:lvl5pPr>
              <a:defRPr sz="32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2" hasCustomPrompt="1"/>
          </p:nvPr>
        </p:nvSpPr>
        <p:spPr>
          <a:xfrm>
            <a:off x="717345" y="3476833"/>
            <a:ext cx="3105978" cy="3822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>
                <a:latin typeface="+mj-ea"/>
                <a:ea typeface="+mj-ea"/>
              </a:defRPr>
            </a:lvl1pPr>
            <a:lvl2pPr>
              <a:defRPr sz="3200">
                <a:latin typeface="+mj-ea"/>
                <a:ea typeface="+mj-ea"/>
              </a:defRPr>
            </a:lvl2pPr>
            <a:lvl3pPr>
              <a:defRPr sz="3200">
                <a:latin typeface="+mj-ea"/>
                <a:ea typeface="+mj-ea"/>
              </a:defRPr>
            </a:lvl3pPr>
            <a:lvl4pPr>
              <a:defRPr sz="3200">
                <a:latin typeface="+mj-ea"/>
                <a:ea typeface="+mj-ea"/>
              </a:defRPr>
            </a:lvl4pPr>
            <a:lvl5pPr>
              <a:defRPr sz="32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</a:t>
            </a:r>
            <a:endParaRPr lang="zh-CN" altLang="en-US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717345" y="417377"/>
            <a:ext cx="2593527" cy="434480"/>
            <a:chOff x="9484204" y="6156095"/>
            <a:chExt cx="2593527" cy="434480"/>
          </a:xfrm>
        </p:grpSpPr>
        <p:grpSp>
          <p:nvGrpSpPr>
            <p:cNvPr id="24" name="组合 23"/>
            <p:cNvGrpSpPr/>
            <p:nvPr/>
          </p:nvGrpSpPr>
          <p:grpSpPr>
            <a:xfrm>
              <a:off x="9484204" y="6156095"/>
              <a:ext cx="392243" cy="393549"/>
              <a:chOff x="1727201" y="1657351"/>
              <a:chExt cx="1430338" cy="1435100"/>
            </a:xfrm>
            <a:solidFill>
              <a:schemeClr val="accent1"/>
            </a:solidFill>
          </p:grpSpPr>
          <p:sp>
            <p:nvSpPr>
              <p:cNvPr id="42" name="任意多边形: 形状 41"/>
              <p:cNvSpPr>
                <a:spLocks noEditPoints="1"/>
              </p:cNvSpPr>
              <p:nvPr/>
            </p:nvSpPr>
            <p:spPr bwMode="auto">
              <a:xfrm>
                <a:off x="1982788" y="1912938"/>
                <a:ext cx="920750" cy="923925"/>
              </a:xfrm>
              <a:custGeom>
                <a:avLst/>
                <a:gdLst>
                  <a:gd name="T0" fmla="*/ 300 w 599"/>
                  <a:gd name="T1" fmla="*/ 599 h 599"/>
                  <a:gd name="T2" fmla="*/ 0 w 599"/>
                  <a:gd name="T3" fmla="*/ 300 h 599"/>
                  <a:gd name="T4" fmla="*/ 300 w 599"/>
                  <a:gd name="T5" fmla="*/ 0 h 599"/>
                  <a:gd name="T6" fmla="*/ 599 w 599"/>
                  <a:gd name="T7" fmla="*/ 300 h 599"/>
                  <a:gd name="T8" fmla="*/ 300 w 599"/>
                  <a:gd name="T9" fmla="*/ 599 h 599"/>
                  <a:gd name="T10" fmla="*/ 300 w 599"/>
                  <a:gd name="T11" fmla="*/ 6 h 599"/>
                  <a:gd name="T12" fmla="*/ 6 w 599"/>
                  <a:gd name="T13" fmla="*/ 300 h 599"/>
                  <a:gd name="T14" fmla="*/ 300 w 599"/>
                  <a:gd name="T15" fmla="*/ 593 h 599"/>
                  <a:gd name="T16" fmla="*/ 593 w 599"/>
                  <a:gd name="T17" fmla="*/ 300 h 599"/>
                  <a:gd name="T18" fmla="*/ 300 w 599"/>
                  <a:gd name="T19" fmla="*/ 6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9" h="599">
                    <a:moveTo>
                      <a:pt x="300" y="599"/>
                    </a:moveTo>
                    <a:cubicBezTo>
                      <a:pt x="135" y="599"/>
                      <a:pt x="0" y="464"/>
                      <a:pt x="0" y="300"/>
                    </a:cubicBezTo>
                    <a:cubicBezTo>
                      <a:pt x="0" y="135"/>
                      <a:pt x="135" y="0"/>
                      <a:pt x="300" y="0"/>
                    </a:cubicBezTo>
                    <a:cubicBezTo>
                      <a:pt x="464" y="0"/>
                      <a:pt x="599" y="135"/>
                      <a:pt x="599" y="300"/>
                    </a:cubicBezTo>
                    <a:cubicBezTo>
                      <a:pt x="599" y="464"/>
                      <a:pt x="464" y="599"/>
                      <a:pt x="300" y="599"/>
                    </a:cubicBezTo>
                    <a:close/>
                    <a:moveTo>
                      <a:pt x="300" y="6"/>
                    </a:moveTo>
                    <a:cubicBezTo>
                      <a:pt x="138" y="6"/>
                      <a:pt x="6" y="138"/>
                      <a:pt x="6" y="300"/>
                    </a:cubicBezTo>
                    <a:cubicBezTo>
                      <a:pt x="6" y="461"/>
                      <a:pt x="138" y="593"/>
                      <a:pt x="300" y="593"/>
                    </a:cubicBezTo>
                    <a:cubicBezTo>
                      <a:pt x="461" y="593"/>
                      <a:pt x="593" y="461"/>
                      <a:pt x="593" y="300"/>
                    </a:cubicBezTo>
                    <a:cubicBezTo>
                      <a:pt x="593" y="138"/>
                      <a:pt x="461" y="6"/>
                      <a:pt x="30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3" name="任意多边形: 形状 42"/>
              <p:cNvSpPr>
                <a:spLocks noEditPoints="1"/>
              </p:cNvSpPr>
              <p:nvPr/>
            </p:nvSpPr>
            <p:spPr bwMode="auto">
              <a:xfrm>
                <a:off x="1727201" y="1657351"/>
                <a:ext cx="1430338" cy="1435100"/>
              </a:xfrm>
              <a:custGeom>
                <a:avLst/>
                <a:gdLst>
                  <a:gd name="T0" fmla="*/ 466 w 931"/>
                  <a:gd name="T1" fmla="*/ 931 h 931"/>
                  <a:gd name="T2" fmla="*/ 0 w 931"/>
                  <a:gd name="T3" fmla="*/ 466 h 931"/>
                  <a:gd name="T4" fmla="*/ 466 w 931"/>
                  <a:gd name="T5" fmla="*/ 0 h 931"/>
                  <a:gd name="T6" fmla="*/ 931 w 931"/>
                  <a:gd name="T7" fmla="*/ 466 h 931"/>
                  <a:gd name="T8" fmla="*/ 466 w 931"/>
                  <a:gd name="T9" fmla="*/ 931 h 931"/>
                  <a:gd name="T10" fmla="*/ 466 w 931"/>
                  <a:gd name="T11" fmla="*/ 8 h 931"/>
                  <a:gd name="T12" fmla="*/ 8 w 931"/>
                  <a:gd name="T13" fmla="*/ 466 h 931"/>
                  <a:gd name="T14" fmla="*/ 466 w 931"/>
                  <a:gd name="T15" fmla="*/ 923 h 931"/>
                  <a:gd name="T16" fmla="*/ 923 w 931"/>
                  <a:gd name="T17" fmla="*/ 466 h 931"/>
                  <a:gd name="T18" fmla="*/ 466 w 931"/>
                  <a:gd name="T19" fmla="*/ 8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931">
                    <a:moveTo>
                      <a:pt x="466" y="931"/>
                    </a:moveTo>
                    <a:cubicBezTo>
                      <a:pt x="209" y="931"/>
                      <a:pt x="0" y="722"/>
                      <a:pt x="0" y="466"/>
                    </a:cubicBezTo>
                    <a:cubicBezTo>
                      <a:pt x="0" y="209"/>
                      <a:pt x="209" y="0"/>
                      <a:pt x="466" y="0"/>
                    </a:cubicBezTo>
                    <a:cubicBezTo>
                      <a:pt x="722" y="0"/>
                      <a:pt x="931" y="209"/>
                      <a:pt x="931" y="466"/>
                    </a:cubicBezTo>
                    <a:cubicBezTo>
                      <a:pt x="931" y="722"/>
                      <a:pt x="722" y="931"/>
                      <a:pt x="466" y="931"/>
                    </a:cubicBezTo>
                    <a:close/>
                    <a:moveTo>
                      <a:pt x="466" y="8"/>
                    </a:moveTo>
                    <a:cubicBezTo>
                      <a:pt x="213" y="8"/>
                      <a:pt x="8" y="213"/>
                      <a:pt x="8" y="466"/>
                    </a:cubicBezTo>
                    <a:cubicBezTo>
                      <a:pt x="8" y="718"/>
                      <a:pt x="213" y="923"/>
                      <a:pt x="466" y="923"/>
                    </a:cubicBezTo>
                    <a:cubicBezTo>
                      <a:pt x="718" y="923"/>
                      <a:pt x="923" y="718"/>
                      <a:pt x="923" y="466"/>
                    </a:cubicBezTo>
                    <a:cubicBezTo>
                      <a:pt x="923" y="213"/>
                      <a:pt x="718" y="8"/>
                      <a:pt x="46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 bwMode="auto">
              <a:xfrm>
                <a:off x="1831976" y="2405063"/>
                <a:ext cx="52388" cy="49213"/>
              </a:xfrm>
              <a:custGeom>
                <a:avLst/>
                <a:gdLst>
                  <a:gd name="T0" fmla="*/ 12 w 34"/>
                  <a:gd name="T1" fmla="*/ 17 h 32"/>
                  <a:gd name="T2" fmla="*/ 18 w 34"/>
                  <a:gd name="T3" fmla="*/ 16 h 32"/>
                  <a:gd name="T4" fmla="*/ 19 w 34"/>
                  <a:gd name="T5" fmla="*/ 30 h 32"/>
                  <a:gd name="T6" fmla="*/ 6 w 34"/>
                  <a:gd name="T7" fmla="*/ 32 h 32"/>
                  <a:gd name="T8" fmla="*/ 2 w 34"/>
                  <a:gd name="T9" fmla="*/ 26 h 32"/>
                  <a:gd name="T10" fmla="*/ 0 w 34"/>
                  <a:gd name="T11" fmla="*/ 18 h 32"/>
                  <a:gd name="T12" fmla="*/ 1 w 34"/>
                  <a:gd name="T13" fmla="*/ 9 h 32"/>
                  <a:gd name="T14" fmla="*/ 7 w 34"/>
                  <a:gd name="T15" fmla="*/ 3 h 32"/>
                  <a:gd name="T16" fmla="*/ 15 w 34"/>
                  <a:gd name="T17" fmla="*/ 0 h 32"/>
                  <a:gd name="T18" fmla="*/ 25 w 34"/>
                  <a:gd name="T19" fmla="*/ 1 h 32"/>
                  <a:gd name="T20" fmla="*/ 31 w 34"/>
                  <a:gd name="T21" fmla="*/ 7 h 32"/>
                  <a:gd name="T22" fmla="*/ 34 w 34"/>
                  <a:gd name="T23" fmla="*/ 15 h 32"/>
                  <a:gd name="T24" fmla="*/ 32 w 34"/>
                  <a:gd name="T25" fmla="*/ 24 h 32"/>
                  <a:gd name="T26" fmla="*/ 25 w 34"/>
                  <a:gd name="T27" fmla="*/ 29 h 32"/>
                  <a:gd name="T28" fmla="*/ 23 w 34"/>
                  <a:gd name="T29" fmla="*/ 23 h 32"/>
                  <a:gd name="T30" fmla="*/ 27 w 34"/>
                  <a:gd name="T31" fmla="*/ 20 h 32"/>
                  <a:gd name="T32" fmla="*/ 28 w 34"/>
                  <a:gd name="T33" fmla="*/ 15 h 32"/>
                  <a:gd name="T34" fmla="*/ 25 w 34"/>
                  <a:gd name="T35" fmla="*/ 8 h 32"/>
                  <a:gd name="T36" fmla="*/ 16 w 34"/>
                  <a:gd name="T37" fmla="*/ 7 h 32"/>
                  <a:gd name="T38" fmla="*/ 8 w 34"/>
                  <a:gd name="T39" fmla="*/ 10 h 32"/>
                  <a:gd name="T40" fmla="*/ 5 w 34"/>
                  <a:gd name="T41" fmla="*/ 17 h 32"/>
                  <a:gd name="T42" fmla="*/ 7 w 34"/>
                  <a:gd name="T43" fmla="*/ 21 h 32"/>
                  <a:gd name="T44" fmla="*/ 9 w 34"/>
                  <a:gd name="T45" fmla="*/ 25 h 32"/>
                  <a:gd name="T46" fmla="*/ 13 w 34"/>
                  <a:gd name="T47" fmla="*/ 24 h 32"/>
                  <a:gd name="T48" fmla="*/ 12 w 34"/>
                  <a:gd name="T49" fmla="*/ 1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" h="32">
                    <a:moveTo>
                      <a:pt x="12" y="17"/>
                    </a:moveTo>
                    <a:cubicBezTo>
                      <a:pt x="18" y="16"/>
                      <a:pt x="18" y="16"/>
                      <a:pt x="18" y="16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5" y="30"/>
                      <a:pt x="3" y="28"/>
                      <a:pt x="2" y="26"/>
                    </a:cubicBezTo>
                    <a:cubicBezTo>
                      <a:pt x="1" y="23"/>
                      <a:pt x="0" y="21"/>
                      <a:pt x="0" y="18"/>
                    </a:cubicBezTo>
                    <a:cubicBezTo>
                      <a:pt x="0" y="15"/>
                      <a:pt x="0" y="12"/>
                      <a:pt x="1" y="9"/>
                    </a:cubicBezTo>
                    <a:cubicBezTo>
                      <a:pt x="2" y="6"/>
                      <a:pt x="4" y="4"/>
                      <a:pt x="7" y="3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9" y="0"/>
                      <a:pt x="22" y="0"/>
                      <a:pt x="25" y="1"/>
                    </a:cubicBezTo>
                    <a:cubicBezTo>
                      <a:pt x="27" y="2"/>
                      <a:pt x="30" y="4"/>
                      <a:pt x="31" y="7"/>
                    </a:cubicBezTo>
                    <a:cubicBezTo>
                      <a:pt x="33" y="9"/>
                      <a:pt x="33" y="11"/>
                      <a:pt x="34" y="15"/>
                    </a:cubicBezTo>
                    <a:cubicBezTo>
                      <a:pt x="34" y="19"/>
                      <a:pt x="33" y="22"/>
                      <a:pt x="32" y="24"/>
                    </a:cubicBezTo>
                    <a:cubicBezTo>
                      <a:pt x="30" y="27"/>
                      <a:pt x="28" y="28"/>
                      <a:pt x="25" y="29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5" y="22"/>
                      <a:pt x="26" y="21"/>
                      <a:pt x="27" y="20"/>
                    </a:cubicBezTo>
                    <a:cubicBezTo>
                      <a:pt x="28" y="19"/>
                      <a:pt x="28" y="17"/>
                      <a:pt x="28" y="15"/>
                    </a:cubicBezTo>
                    <a:cubicBezTo>
                      <a:pt x="28" y="12"/>
                      <a:pt x="27" y="10"/>
                      <a:pt x="25" y="8"/>
                    </a:cubicBezTo>
                    <a:cubicBezTo>
                      <a:pt x="23" y="7"/>
                      <a:pt x="20" y="6"/>
                      <a:pt x="16" y="7"/>
                    </a:cubicBezTo>
                    <a:cubicBezTo>
                      <a:pt x="12" y="7"/>
                      <a:pt x="10" y="8"/>
                      <a:pt x="8" y="10"/>
                    </a:cubicBezTo>
                    <a:cubicBezTo>
                      <a:pt x="6" y="12"/>
                      <a:pt x="5" y="14"/>
                      <a:pt x="5" y="17"/>
                    </a:cubicBezTo>
                    <a:cubicBezTo>
                      <a:pt x="6" y="18"/>
                      <a:pt x="6" y="20"/>
                      <a:pt x="7" y="21"/>
                    </a:cubicBezTo>
                    <a:cubicBezTo>
                      <a:pt x="7" y="23"/>
                      <a:pt x="8" y="24"/>
                      <a:pt x="9" y="25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 bwMode="auto">
              <a:xfrm>
                <a:off x="1838326" y="2457451"/>
                <a:ext cx="55563" cy="46038"/>
              </a:xfrm>
              <a:custGeom>
                <a:avLst/>
                <a:gdLst>
                  <a:gd name="T0" fmla="*/ 31 w 36"/>
                  <a:gd name="T1" fmla="*/ 0 h 30"/>
                  <a:gd name="T2" fmla="*/ 32 w 36"/>
                  <a:gd name="T3" fmla="*/ 7 h 30"/>
                  <a:gd name="T4" fmla="*/ 15 w 36"/>
                  <a:gd name="T5" fmla="*/ 10 h 30"/>
                  <a:gd name="T6" fmla="*/ 10 w 36"/>
                  <a:gd name="T7" fmla="*/ 11 h 30"/>
                  <a:gd name="T8" fmla="*/ 7 w 36"/>
                  <a:gd name="T9" fmla="*/ 14 h 30"/>
                  <a:gd name="T10" fmla="*/ 6 w 36"/>
                  <a:gd name="T11" fmla="*/ 18 h 30"/>
                  <a:gd name="T12" fmla="*/ 8 w 36"/>
                  <a:gd name="T13" fmla="*/ 22 h 30"/>
                  <a:gd name="T14" fmla="*/ 11 w 36"/>
                  <a:gd name="T15" fmla="*/ 24 h 30"/>
                  <a:gd name="T16" fmla="*/ 17 w 36"/>
                  <a:gd name="T17" fmla="*/ 23 h 30"/>
                  <a:gd name="T18" fmla="*/ 35 w 36"/>
                  <a:gd name="T19" fmla="*/ 20 h 30"/>
                  <a:gd name="T20" fmla="*/ 36 w 36"/>
                  <a:gd name="T21" fmla="*/ 26 h 30"/>
                  <a:gd name="T22" fmla="*/ 19 w 36"/>
                  <a:gd name="T23" fmla="*/ 29 h 30"/>
                  <a:gd name="T24" fmla="*/ 11 w 36"/>
                  <a:gd name="T25" fmla="*/ 30 h 30"/>
                  <a:gd name="T26" fmla="*/ 6 w 36"/>
                  <a:gd name="T27" fmla="*/ 29 h 30"/>
                  <a:gd name="T28" fmla="*/ 3 w 36"/>
                  <a:gd name="T29" fmla="*/ 26 h 30"/>
                  <a:gd name="T30" fmla="*/ 1 w 36"/>
                  <a:gd name="T31" fmla="*/ 20 h 30"/>
                  <a:gd name="T32" fmla="*/ 1 w 36"/>
                  <a:gd name="T33" fmla="*/ 12 h 30"/>
                  <a:gd name="T34" fmla="*/ 3 w 36"/>
                  <a:gd name="T35" fmla="*/ 8 h 30"/>
                  <a:gd name="T36" fmla="*/ 6 w 36"/>
                  <a:gd name="T37" fmla="*/ 6 h 30"/>
                  <a:gd name="T38" fmla="*/ 14 w 36"/>
                  <a:gd name="T39" fmla="*/ 3 h 30"/>
                  <a:gd name="T40" fmla="*/ 31 w 36"/>
                  <a:gd name="T4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" h="30">
                    <a:moveTo>
                      <a:pt x="31" y="0"/>
                    </a:moveTo>
                    <a:cubicBezTo>
                      <a:pt x="32" y="7"/>
                      <a:pt x="32" y="7"/>
                      <a:pt x="32" y="7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2" y="11"/>
                      <a:pt x="10" y="11"/>
                      <a:pt x="10" y="11"/>
                    </a:cubicBezTo>
                    <a:cubicBezTo>
                      <a:pt x="8" y="12"/>
                      <a:pt x="7" y="13"/>
                      <a:pt x="7" y="14"/>
                    </a:cubicBezTo>
                    <a:cubicBezTo>
                      <a:pt x="6" y="15"/>
                      <a:pt x="6" y="17"/>
                      <a:pt x="6" y="18"/>
                    </a:cubicBezTo>
                    <a:cubicBezTo>
                      <a:pt x="7" y="20"/>
                      <a:pt x="7" y="22"/>
                      <a:pt x="8" y="22"/>
                    </a:cubicBezTo>
                    <a:cubicBezTo>
                      <a:pt x="9" y="23"/>
                      <a:pt x="10" y="24"/>
                      <a:pt x="11" y="24"/>
                    </a:cubicBezTo>
                    <a:cubicBezTo>
                      <a:pt x="12" y="24"/>
                      <a:pt x="14" y="23"/>
                      <a:pt x="17" y="23"/>
                    </a:cubicBezTo>
                    <a:cubicBezTo>
                      <a:pt x="35" y="20"/>
                      <a:pt x="35" y="20"/>
                      <a:pt x="35" y="20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5" y="30"/>
                      <a:pt x="12" y="30"/>
                      <a:pt x="11" y="30"/>
                    </a:cubicBezTo>
                    <a:cubicBezTo>
                      <a:pt x="9" y="30"/>
                      <a:pt x="7" y="30"/>
                      <a:pt x="6" y="29"/>
                    </a:cubicBezTo>
                    <a:cubicBezTo>
                      <a:pt x="5" y="28"/>
                      <a:pt x="4" y="27"/>
                      <a:pt x="3" y="26"/>
                    </a:cubicBezTo>
                    <a:cubicBezTo>
                      <a:pt x="2" y="24"/>
                      <a:pt x="1" y="22"/>
                      <a:pt x="1" y="20"/>
                    </a:cubicBezTo>
                    <a:cubicBezTo>
                      <a:pt x="0" y="16"/>
                      <a:pt x="0" y="14"/>
                      <a:pt x="1" y="12"/>
                    </a:cubicBezTo>
                    <a:cubicBezTo>
                      <a:pt x="1" y="11"/>
                      <a:pt x="2" y="9"/>
                      <a:pt x="3" y="8"/>
                    </a:cubicBezTo>
                    <a:cubicBezTo>
                      <a:pt x="4" y="7"/>
                      <a:pt x="5" y="6"/>
                      <a:pt x="6" y="6"/>
                    </a:cubicBezTo>
                    <a:cubicBezTo>
                      <a:pt x="8" y="5"/>
                      <a:pt x="10" y="4"/>
                      <a:pt x="14" y="3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 bwMode="auto">
              <a:xfrm>
                <a:off x="1847851" y="2506663"/>
                <a:ext cx="50800" cy="23813"/>
              </a:xfrm>
              <a:custGeom>
                <a:avLst/>
                <a:gdLst>
                  <a:gd name="T0" fmla="*/ 0 w 32"/>
                  <a:gd name="T1" fmla="*/ 8 h 15"/>
                  <a:gd name="T2" fmla="*/ 31 w 32"/>
                  <a:gd name="T3" fmla="*/ 0 h 15"/>
                  <a:gd name="T4" fmla="*/ 32 w 32"/>
                  <a:gd name="T5" fmla="*/ 7 h 15"/>
                  <a:gd name="T6" fmla="*/ 1 w 32"/>
                  <a:gd name="T7" fmla="*/ 15 h 15"/>
                  <a:gd name="T8" fmla="*/ 0 w 32"/>
                  <a:gd name="T9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5">
                    <a:moveTo>
                      <a:pt x="0" y="8"/>
                    </a:moveTo>
                    <a:lnTo>
                      <a:pt x="31" y="0"/>
                    </a:lnTo>
                    <a:lnTo>
                      <a:pt x="32" y="7"/>
                    </a:lnTo>
                    <a:lnTo>
                      <a:pt x="1" y="15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 bwMode="auto">
              <a:xfrm>
                <a:off x="1851026" y="2527301"/>
                <a:ext cx="50800" cy="47625"/>
              </a:xfrm>
              <a:custGeom>
                <a:avLst/>
                <a:gdLst>
                  <a:gd name="T0" fmla="*/ 0 w 32"/>
                  <a:gd name="T1" fmla="*/ 8 h 30"/>
                  <a:gd name="T2" fmla="*/ 30 w 32"/>
                  <a:gd name="T3" fmla="*/ 0 h 30"/>
                  <a:gd name="T4" fmla="*/ 32 w 32"/>
                  <a:gd name="T5" fmla="*/ 5 h 30"/>
                  <a:gd name="T6" fmla="*/ 7 w 32"/>
                  <a:gd name="T7" fmla="*/ 13 h 30"/>
                  <a:gd name="T8" fmla="*/ 12 w 32"/>
                  <a:gd name="T9" fmla="*/ 29 h 30"/>
                  <a:gd name="T10" fmla="*/ 7 w 32"/>
                  <a:gd name="T11" fmla="*/ 30 h 30"/>
                  <a:gd name="T12" fmla="*/ 0 w 32"/>
                  <a:gd name="T13" fmla="*/ 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0">
                    <a:moveTo>
                      <a:pt x="0" y="8"/>
                    </a:moveTo>
                    <a:lnTo>
                      <a:pt x="30" y="0"/>
                    </a:lnTo>
                    <a:lnTo>
                      <a:pt x="32" y="5"/>
                    </a:lnTo>
                    <a:lnTo>
                      <a:pt x="7" y="13"/>
                    </a:lnTo>
                    <a:lnTo>
                      <a:pt x="12" y="29"/>
                    </a:lnTo>
                    <a:lnTo>
                      <a:pt x="7" y="30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 bwMode="auto">
              <a:xfrm>
                <a:off x="1865313" y="2566988"/>
                <a:ext cx="50800" cy="25400"/>
              </a:xfrm>
              <a:custGeom>
                <a:avLst/>
                <a:gdLst>
                  <a:gd name="T0" fmla="*/ 0 w 32"/>
                  <a:gd name="T1" fmla="*/ 11 h 16"/>
                  <a:gd name="T2" fmla="*/ 30 w 32"/>
                  <a:gd name="T3" fmla="*/ 0 h 16"/>
                  <a:gd name="T4" fmla="*/ 32 w 32"/>
                  <a:gd name="T5" fmla="*/ 6 h 16"/>
                  <a:gd name="T6" fmla="*/ 2 w 32"/>
                  <a:gd name="T7" fmla="*/ 16 h 16"/>
                  <a:gd name="T8" fmla="*/ 0 w 32"/>
                  <a:gd name="T9" fmla="*/ 1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6">
                    <a:moveTo>
                      <a:pt x="0" y="11"/>
                    </a:moveTo>
                    <a:lnTo>
                      <a:pt x="30" y="0"/>
                    </a:lnTo>
                    <a:lnTo>
                      <a:pt x="32" y="6"/>
                    </a:lnTo>
                    <a:lnTo>
                      <a:pt x="2" y="16"/>
                    </a:ln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 bwMode="auto">
              <a:xfrm>
                <a:off x="1873251" y="2586038"/>
                <a:ext cx="63500" cy="55563"/>
              </a:xfrm>
              <a:custGeom>
                <a:avLst/>
                <a:gdLst>
                  <a:gd name="T0" fmla="*/ 0 w 40"/>
                  <a:gd name="T1" fmla="*/ 12 h 35"/>
                  <a:gd name="T2" fmla="*/ 29 w 40"/>
                  <a:gd name="T3" fmla="*/ 0 h 35"/>
                  <a:gd name="T4" fmla="*/ 32 w 40"/>
                  <a:gd name="T5" fmla="*/ 5 h 35"/>
                  <a:gd name="T6" fmla="*/ 17 w 40"/>
                  <a:gd name="T7" fmla="*/ 26 h 35"/>
                  <a:gd name="T8" fmla="*/ 37 w 40"/>
                  <a:gd name="T9" fmla="*/ 17 h 35"/>
                  <a:gd name="T10" fmla="*/ 40 w 40"/>
                  <a:gd name="T11" fmla="*/ 23 h 35"/>
                  <a:gd name="T12" fmla="*/ 11 w 40"/>
                  <a:gd name="T13" fmla="*/ 35 h 35"/>
                  <a:gd name="T14" fmla="*/ 8 w 40"/>
                  <a:gd name="T15" fmla="*/ 30 h 35"/>
                  <a:gd name="T16" fmla="*/ 21 w 40"/>
                  <a:gd name="T17" fmla="*/ 9 h 35"/>
                  <a:gd name="T18" fmla="*/ 3 w 40"/>
                  <a:gd name="T19" fmla="*/ 18 h 35"/>
                  <a:gd name="T20" fmla="*/ 0 w 40"/>
                  <a:gd name="T2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35">
                    <a:moveTo>
                      <a:pt x="0" y="12"/>
                    </a:moveTo>
                    <a:lnTo>
                      <a:pt x="29" y="0"/>
                    </a:lnTo>
                    <a:lnTo>
                      <a:pt x="32" y="5"/>
                    </a:lnTo>
                    <a:lnTo>
                      <a:pt x="17" y="26"/>
                    </a:lnTo>
                    <a:lnTo>
                      <a:pt x="37" y="17"/>
                    </a:lnTo>
                    <a:lnTo>
                      <a:pt x="40" y="23"/>
                    </a:lnTo>
                    <a:lnTo>
                      <a:pt x="11" y="35"/>
                    </a:lnTo>
                    <a:lnTo>
                      <a:pt x="8" y="30"/>
                    </a:lnTo>
                    <a:lnTo>
                      <a:pt x="21" y="9"/>
                    </a:lnTo>
                    <a:lnTo>
                      <a:pt x="3" y="18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 bwMode="auto">
              <a:xfrm>
                <a:off x="1914526" y="2654301"/>
                <a:ext cx="60325" cy="55563"/>
              </a:xfrm>
              <a:custGeom>
                <a:avLst/>
                <a:gdLst>
                  <a:gd name="T0" fmla="*/ 25 w 39"/>
                  <a:gd name="T1" fmla="*/ 0 h 36"/>
                  <a:gd name="T2" fmla="*/ 28 w 39"/>
                  <a:gd name="T3" fmla="*/ 6 h 36"/>
                  <a:gd name="T4" fmla="*/ 13 w 39"/>
                  <a:gd name="T5" fmla="*/ 15 h 36"/>
                  <a:gd name="T6" fmla="*/ 9 w 39"/>
                  <a:gd name="T7" fmla="*/ 18 h 36"/>
                  <a:gd name="T8" fmla="*/ 7 w 39"/>
                  <a:gd name="T9" fmla="*/ 22 h 36"/>
                  <a:gd name="T10" fmla="*/ 8 w 39"/>
                  <a:gd name="T11" fmla="*/ 26 h 36"/>
                  <a:gd name="T12" fmla="*/ 11 w 39"/>
                  <a:gd name="T13" fmla="*/ 29 h 36"/>
                  <a:gd name="T14" fmla="*/ 15 w 39"/>
                  <a:gd name="T15" fmla="*/ 29 h 36"/>
                  <a:gd name="T16" fmla="*/ 20 w 39"/>
                  <a:gd name="T17" fmla="*/ 26 h 36"/>
                  <a:gd name="T18" fmla="*/ 35 w 39"/>
                  <a:gd name="T19" fmla="*/ 17 h 36"/>
                  <a:gd name="T20" fmla="*/ 39 w 39"/>
                  <a:gd name="T21" fmla="*/ 23 h 36"/>
                  <a:gd name="T22" fmla="*/ 24 w 39"/>
                  <a:gd name="T23" fmla="*/ 32 h 36"/>
                  <a:gd name="T24" fmla="*/ 16 w 39"/>
                  <a:gd name="T25" fmla="*/ 35 h 36"/>
                  <a:gd name="T26" fmla="*/ 12 w 39"/>
                  <a:gd name="T27" fmla="*/ 36 h 36"/>
                  <a:gd name="T28" fmla="*/ 8 w 39"/>
                  <a:gd name="T29" fmla="*/ 34 h 36"/>
                  <a:gd name="T30" fmla="*/ 3 w 39"/>
                  <a:gd name="T31" fmla="*/ 29 h 36"/>
                  <a:gd name="T32" fmla="*/ 1 w 39"/>
                  <a:gd name="T33" fmla="*/ 23 h 36"/>
                  <a:gd name="T34" fmla="*/ 1 w 39"/>
                  <a:gd name="T35" fmla="*/ 18 h 36"/>
                  <a:gd name="T36" fmla="*/ 3 w 39"/>
                  <a:gd name="T37" fmla="*/ 14 h 36"/>
                  <a:gd name="T38" fmla="*/ 10 w 39"/>
                  <a:gd name="T39" fmla="*/ 9 h 36"/>
                  <a:gd name="T40" fmla="*/ 25 w 39"/>
                  <a:gd name="T4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9" h="36">
                    <a:moveTo>
                      <a:pt x="25" y="0"/>
                    </a:moveTo>
                    <a:cubicBezTo>
                      <a:pt x="28" y="6"/>
                      <a:pt x="28" y="6"/>
                      <a:pt x="28" y="6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1" y="17"/>
                      <a:pt x="9" y="18"/>
                      <a:pt x="9" y="18"/>
                    </a:cubicBezTo>
                    <a:cubicBezTo>
                      <a:pt x="8" y="19"/>
                      <a:pt x="7" y="20"/>
                      <a:pt x="7" y="22"/>
                    </a:cubicBezTo>
                    <a:cubicBezTo>
                      <a:pt x="7" y="23"/>
                      <a:pt x="7" y="24"/>
                      <a:pt x="8" y="26"/>
                    </a:cubicBezTo>
                    <a:cubicBezTo>
                      <a:pt x="9" y="28"/>
                      <a:pt x="10" y="29"/>
                      <a:pt x="11" y="29"/>
                    </a:cubicBezTo>
                    <a:cubicBezTo>
                      <a:pt x="12" y="29"/>
                      <a:pt x="14" y="29"/>
                      <a:pt x="15" y="29"/>
                    </a:cubicBezTo>
                    <a:cubicBezTo>
                      <a:pt x="16" y="29"/>
                      <a:pt x="17" y="28"/>
                      <a:pt x="20" y="26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0" y="34"/>
                      <a:pt x="18" y="35"/>
                      <a:pt x="16" y="35"/>
                    </a:cubicBezTo>
                    <a:cubicBezTo>
                      <a:pt x="15" y="36"/>
                      <a:pt x="13" y="36"/>
                      <a:pt x="12" y="36"/>
                    </a:cubicBezTo>
                    <a:cubicBezTo>
                      <a:pt x="10" y="36"/>
                      <a:pt x="9" y="35"/>
                      <a:pt x="8" y="34"/>
                    </a:cubicBezTo>
                    <a:cubicBezTo>
                      <a:pt x="6" y="33"/>
                      <a:pt x="5" y="31"/>
                      <a:pt x="3" y="29"/>
                    </a:cubicBezTo>
                    <a:cubicBezTo>
                      <a:pt x="2" y="27"/>
                      <a:pt x="1" y="24"/>
                      <a:pt x="1" y="23"/>
                    </a:cubicBezTo>
                    <a:cubicBezTo>
                      <a:pt x="0" y="21"/>
                      <a:pt x="0" y="19"/>
                      <a:pt x="1" y="18"/>
                    </a:cubicBezTo>
                    <a:cubicBezTo>
                      <a:pt x="1" y="16"/>
                      <a:pt x="2" y="15"/>
                      <a:pt x="3" y="14"/>
                    </a:cubicBezTo>
                    <a:cubicBezTo>
                      <a:pt x="4" y="13"/>
                      <a:pt x="7" y="11"/>
                      <a:pt x="10" y="9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 bwMode="auto">
              <a:xfrm>
                <a:off x="1938338" y="2695576"/>
                <a:ext cx="63500" cy="63500"/>
              </a:xfrm>
              <a:custGeom>
                <a:avLst/>
                <a:gdLst>
                  <a:gd name="T0" fmla="*/ 0 w 40"/>
                  <a:gd name="T1" fmla="*/ 20 h 40"/>
                  <a:gd name="T2" fmla="*/ 26 w 40"/>
                  <a:gd name="T3" fmla="*/ 0 h 40"/>
                  <a:gd name="T4" fmla="*/ 30 w 40"/>
                  <a:gd name="T5" fmla="*/ 6 h 40"/>
                  <a:gd name="T6" fmla="*/ 20 w 40"/>
                  <a:gd name="T7" fmla="*/ 29 h 40"/>
                  <a:gd name="T8" fmla="*/ 37 w 40"/>
                  <a:gd name="T9" fmla="*/ 16 h 40"/>
                  <a:gd name="T10" fmla="*/ 40 w 40"/>
                  <a:gd name="T11" fmla="*/ 21 h 40"/>
                  <a:gd name="T12" fmla="*/ 15 w 40"/>
                  <a:gd name="T13" fmla="*/ 40 h 40"/>
                  <a:gd name="T14" fmla="*/ 11 w 40"/>
                  <a:gd name="T15" fmla="*/ 35 h 40"/>
                  <a:gd name="T16" fmla="*/ 20 w 40"/>
                  <a:gd name="T17" fmla="*/ 12 h 40"/>
                  <a:gd name="T18" fmla="*/ 4 w 40"/>
                  <a:gd name="T19" fmla="*/ 25 h 40"/>
                  <a:gd name="T20" fmla="*/ 0 w 40"/>
                  <a:gd name="T21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0">
                    <a:moveTo>
                      <a:pt x="0" y="20"/>
                    </a:moveTo>
                    <a:lnTo>
                      <a:pt x="26" y="0"/>
                    </a:lnTo>
                    <a:lnTo>
                      <a:pt x="30" y="6"/>
                    </a:lnTo>
                    <a:lnTo>
                      <a:pt x="20" y="29"/>
                    </a:lnTo>
                    <a:lnTo>
                      <a:pt x="37" y="16"/>
                    </a:lnTo>
                    <a:lnTo>
                      <a:pt x="40" y="21"/>
                    </a:lnTo>
                    <a:lnTo>
                      <a:pt x="15" y="40"/>
                    </a:lnTo>
                    <a:lnTo>
                      <a:pt x="11" y="35"/>
                    </a:lnTo>
                    <a:lnTo>
                      <a:pt x="20" y="12"/>
                    </a:lnTo>
                    <a:lnTo>
                      <a:pt x="4" y="25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 bwMode="auto">
              <a:xfrm>
                <a:off x="1970088" y="2736851"/>
                <a:ext cx="46038" cy="39688"/>
              </a:xfrm>
              <a:custGeom>
                <a:avLst/>
                <a:gdLst>
                  <a:gd name="T0" fmla="*/ 0 w 29"/>
                  <a:gd name="T1" fmla="*/ 20 h 25"/>
                  <a:gd name="T2" fmla="*/ 24 w 29"/>
                  <a:gd name="T3" fmla="*/ 0 h 25"/>
                  <a:gd name="T4" fmla="*/ 29 w 29"/>
                  <a:gd name="T5" fmla="*/ 5 h 25"/>
                  <a:gd name="T6" fmla="*/ 4 w 29"/>
                  <a:gd name="T7" fmla="*/ 25 h 25"/>
                  <a:gd name="T8" fmla="*/ 0 w 29"/>
                  <a:gd name="T9" fmla="*/ 2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5">
                    <a:moveTo>
                      <a:pt x="0" y="20"/>
                    </a:moveTo>
                    <a:lnTo>
                      <a:pt x="24" y="0"/>
                    </a:lnTo>
                    <a:lnTo>
                      <a:pt x="29" y="5"/>
                    </a:lnTo>
                    <a:lnTo>
                      <a:pt x="4" y="25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 bwMode="auto">
              <a:xfrm>
                <a:off x="1993901" y="2746376"/>
                <a:ext cx="55563" cy="55563"/>
              </a:xfrm>
              <a:custGeom>
                <a:avLst/>
                <a:gdLst>
                  <a:gd name="T0" fmla="*/ 0 w 35"/>
                  <a:gd name="T1" fmla="*/ 31 h 35"/>
                  <a:gd name="T2" fmla="*/ 15 w 35"/>
                  <a:gd name="T3" fmla="*/ 0 h 35"/>
                  <a:gd name="T4" fmla="*/ 20 w 35"/>
                  <a:gd name="T5" fmla="*/ 5 h 35"/>
                  <a:gd name="T6" fmla="*/ 8 w 35"/>
                  <a:gd name="T7" fmla="*/ 28 h 35"/>
                  <a:gd name="T8" fmla="*/ 30 w 35"/>
                  <a:gd name="T9" fmla="*/ 17 h 35"/>
                  <a:gd name="T10" fmla="*/ 35 w 35"/>
                  <a:gd name="T11" fmla="*/ 22 h 35"/>
                  <a:gd name="T12" fmla="*/ 4 w 35"/>
                  <a:gd name="T13" fmla="*/ 35 h 35"/>
                  <a:gd name="T14" fmla="*/ 0 w 35"/>
                  <a:gd name="T15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35">
                    <a:moveTo>
                      <a:pt x="0" y="31"/>
                    </a:moveTo>
                    <a:lnTo>
                      <a:pt x="15" y="0"/>
                    </a:lnTo>
                    <a:lnTo>
                      <a:pt x="20" y="5"/>
                    </a:lnTo>
                    <a:lnTo>
                      <a:pt x="8" y="28"/>
                    </a:lnTo>
                    <a:lnTo>
                      <a:pt x="30" y="17"/>
                    </a:lnTo>
                    <a:lnTo>
                      <a:pt x="35" y="22"/>
                    </a:lnTo>
                    <a:lnTo>
                      <a:pt x="4" y="35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 bwMode="auto">
              <a:xfrm>
                <a:off x="2017713" y="2784476"/>
                <a:ext cx="63500" cy="63500"/>
              </a:xfrm>
              <a:custGeom>
                <a:avLst/>
                <a:gdLst>
                  <a:gd name="T0" fmla="*/ 0 w 40"/>
                  <a:gd name="T1" fmla="*/ 23 h 40"/>
                  <a:gd name="T2" fmla="*/ 21 w 40"/>
                  <a:gd name="T3" fmla="*/ 0 h 40"/>
                  <a:gd name="T4" fmla="*/ 40 w 40"/>
                  <a:gd name="T5" fmla="*/ 15 h 40"/>
                  <a:gd name="T6" fmla="*/ 36 w 40"/>
                  <a:gd name="T7" fmla="*/ 19 h 40"/>
                  <a:gd name="T8" fmla="*/ 23 w 40"/>
                  <a:gd name="T9" fmla="*/ 8 h 40"/>
                  <a:gd name="T10" fmla="*/ 18 w 40"/>
                  <a:gd name="T11" fmla="*/ 13 h 40"/>
                  <a:gd name="T12" fmla="*/ 30 w 40"/>
                  <a:gd name="T13" fmla="*/ 24 h 40"/>
                  <a:gd name="T14" fmla="*/ 26 w 40"/>
                  <a:gd name="T15" fmla="*/ 28 h 40"/>
                  <a:gd name="T16" fmla="*/ 15 w 40"/>
                  <a:gd name="T17" fmla="*/ 17 h 40"/>
                  <a:gd name="T18" fmla="*/ 9 w 40"/>
                  <a:gd name="T19" fmla="*/ 23 h 40"/>
                  <a:gd name="T20" fmla="*/ 22 w 40"/>
                  <a:gd name="T21" fmla="*/ 36 h 40"/>
                  <a:gd name="T22" fmla="*/ 18 w 40"/>
                  <a:gd name="T23" fmla="*/ 40 h 40"/>
                  <a:gd name="T24" fmla="*/ 0 w 40"/>
                  <a:gd name="T25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40">
                    <a:moveTo>
                      <a:pt x="0" y="23"/>
                    </a:moveTo>
                    <a:lnTo>
                      <a:pt x="21" y="0"/>
                    </a:lnTo>
                    <a:lnTo>
                      <a:pt x="40" y="15"/>
                    </a:lnTo>
                    <a:lnTo>
                      <a:pt x="36" y="19"/>
                    </a:lnTo>
                    <a:lnTo>
                      <a:pt x="23" y="8"/>
                    </a:lnTo>
                    <a:lnTo>
                      <a:pt x="18" y="13"/>
                    </a:lnTo>
                    <a:lnTo>
                      <a:pt x="30" y="24"/>
                    </a:lnTo>
                    <a:lnTo>
                      <a:pt x="26" y="28"/>
                    </a:lnTo>
                    <a:lnTo>
                      <a:pt x="15" y="17"/>
                    </a:lnTo>
                    <a:lnTo>
                      <a:pt x="9" y="23"/>
                    </a:lnTo>
                    <a:lnTo>
                      <a:pt x="22" y="36"/>
                    </a:lnTo>
                    <a:lnTo>
                      <a:pt x="18" y="40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5" name="任意多边形: 形状 54"/>
              <p:cNvSpPr>
                <a:spLocks noEditPoints="1"/>
              </p:cNvSpPr>
              <p:nvPr/>
            </p:nvSpPr>
            <p:spPr bwMode="auto">
              <a:xfrm>
                <a:off x="2055813" y="2813051"/>
                <a:ext cx="57150" cy="68263"/>
              </a:xfrm>
              <a:custGeom>
                <a:avLst/>
                <a:gdLst>
                  <a:gd name="T0" fmla="*/ 0 w 37"/>
                  <a:gd name="T1" fmla="*/ 27 h 44"/>
                  <a:gd name="T2" fmla="*/ 20 w 37"/>
                  <a:gd name="T3" fmla="*/ 0 h 44"/>
                  <a:gd name="T4" fmla="*/ 31 w 37"/>
                  <a:gd name="T5" fmla="*/ 9 h 44"/>
                  <a:gd name="T6" fmla="*/ 36 w 37"/>
                  <a:gd name="T7" fmla="*/ 14 h 44"/>
                  <a:gd name="T8" fmla="*/ 37 w 37"/>
                  <a:gd name="T9" fmla="*/ 19 h 44"/>
                  <a:gd name="T10" fmla="*/ 35 w 37"/>
                  <a:gd name="T11" fmla="*/ 24 h 44"/>
                  <a:gd name="T12" fmla="*/ 30 w 37"/>
                  <a:gd name="T13" fmla="*/ 28 h 44"/>
                  <a:gd name="T14" fmla="*/ 23 w 37"/>
                  <a:gd name="T15" fmla="*/ 26 h 44"/>
                  <a:gd name="T16" fmla="*/ 24 w 37"/>
                  <a:gd name="T17" fmla="*/ 30 h 44"/>
                  <a:gd name="T18" fmla="*/ 24 w 37"/>
                  <a:gd name="T19" fmla="*/ 37 h 44"/>
                  <a:gd name="T20" fmla="*/ 23 w 37"/>
                  <a:gd name="T21" fmla="*/ 44 h 44"/>
                  <a:gd name="T22" fmla="*/ 17 w 37"/>
                  <a:gd name="T23" fmla="*/ 40 h 44"/>
                  <a:gd name="T24" fmla="*/ 17 w 37"/>
                  <a:gd name="T25" fmla="*/ 31 h 44"/>
                  <a:gd name="T26" fmla="*/ 17 w 37"/>
                  <a:gd name="T27" fmla="*/ 25 h 44"/>
                  <a:gd name="T28" fmla="*/ 17 w 37"/>
                  <a:gd name="T29" fmla="*/ 23 h 44"/>
                  <a:gd name="T30" fmla="*/ 14 w 37"/>
                  <a:gd name="T31" fmla="*/ 20 h 44"/>
                  <a:gd name="T32" fmla="*/ 13 w 37"/>
                  <a:gd name="T33" fmla="*/ 20 h 44"/>
                  <a:gd name="T34" fmla="*/ 5 w 37"/>
                  <a:gd name="T35" fmla="*/ 31 h 44"/>
                  <a:gd name="T36" fmla="*/ 0 w 37"/>
                  <a:gd name="T37" fmla="*/ 27 h 44"/>
                  <a:gd name="T38" fmla="*/ 16 w 37"/>
                  <a:gd name="T39" fmla="*/ 15 h 44"/>
                  <a:gd name="T40" fmla="*/ 20 w 37"/>
                  <a:gd name="T41" fmla="*/ 18 h 44"/>
                  <a:gd name="T42" fmla="*/ 25 w 37"/>
                  <a:gd name="T43" fmla="*/ 22 h 44"/>
                  <a:gd name="T44" fmla="*/ 28 w 37"/>
                  <a:gd name="T45" fmla="*/ 22 h 44"/>
                  <a:gd name="T46" fmla="*/ 30 w 37"/>
                  <a:gd name="T47" fmla="*/ 20 h 44"/>
                  <a:gd name="T48" fmla="*/ 31 w 37"/>
                  <a:gd name="T49" fmla="*/ 18 h 44"/>
                  <a:gd name="T50" fmla="*/ 29 w 37"/>
                  <a:gd name="T51" fmla="*/ 15 h 44"/>
                  <a:gd name="T52" fmla="*/ 26 w 37"/>
                  <a:gd name="T53" fmla="*/ 12 h 44"/>
                  <a:gd name="T54" fmla="*/ 21 w 37"/>
                  <a:gd name="T55" fmla="*/ 9 h 44"/>
                  <a:gd name="T56" fmla="*/ 16 w 37"/>
                  <a:gd name="T57" fmla="*/ 15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7" h="44">
                    <a:moveTo>
                      <a:pt x="0" y="27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3" y="11"/>
                      <a:pt x="35" y="13"/>
                      <a:pt x="36" y="14"/>
                    </a:cubicBezTo>
                    <a:cubicBezTo>
                      <a:pt x="37" y="16"/>
                      <a:pt x="37" y="17"/>
                      <a:pt x="37" y="19"/>
                    </a:cubicBezTo>
                    <a:cubicBezTo>
                      <a:pt x="37" y="21"/>
                      <a:pt x="36" y="23"/>
                      <a:pt x="35" y="24"/>
                    </a:cubicBezTo>
                    <a:cubicBezTo>
                      <a:pt x="34" y="26"/>
                      <a:pt x="32" y="27"/>
                      <a:pt x="30" y="28"/>
                    </a:cubicBezTo>
                    <a:cubicBezTo>
                      <a:pt x="28" y="28"/>
                      <a:pt x="25" y="27"/>
                      <a:pt x="23" y="26"/>
                    </a:cubicBezTo>
                    <a:cubicBezTo>
                      <a:pt x="23" y="28"/>
                      <a:pt x="24" y="29"/>
                      <a:pt x="24" y="30"/>
                    </a:cubicBezTo>
                    <a:cubicBezTo>
                      <a:pt x="24" y="32"/>
                      <a:pt x="24" y="34"/>
                      <a:pt x="24" y="37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28"/>
                      <a:pt x="18" y="26"/>
                      <a:pt x="17" y="25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6" y="22"/>
                      <a:pt x="15" y="21"/>
                      <a:pt x="14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5" y="31"/>
                      <a:pt x="5" y="31"/>
                      <a:pt x="5" y="31"/>
                    </a:cubicBezTo>
                    <a:lnTo>
                      <a:pt x="0" y="27"/>
                    </a:lnTo>
                    <a:close/>
                    <a:moveTo>
                      <a:pt x="16" y="15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3" y="20"/>
                      <a:pt x="24" y="22"/>
                      <a:pt x="25" y="22"/>
                    </a:cubicBezTo>
                    <a:cubicBezTo>
                      <a:pt x="26" y="22"/>
                      <a:pt x="27" y="22"/>
                      <a:pt x="28" y="22"/>
                    </a:cubicBezTo>
                    <a:cubicBezTo>
                      <a:pt x="28" y="22"/>
                      <a:pt x="29" y="21"/>
                      <a:pt x="30" y="20"/>
                    </a:cubicBezTo>
                    <a:cubicBezTo>
                      <a:pt x="30" y="19"/>
                      <a:pt x="31" y="18"/>
                      <a:pt x="31" y="18"/>
                    </a:cubicBezTo>
                    <a:cubicBezTo>
                      <a:pt x="30" y="17"/>
                      <a:pt x="30" y="16"/>
                      <a:pt x="29" y="15"/>
                    </a:cubicBezTo>
                    <a:cubicBezTo>
                      <a:pt x="29" y="15"/>
                      <a:pt x="28" y="14"/>
                      <a:pt x="26" y="12"/>
                    </a:cubicBezTo>
                    <a:cubicBezTo>
                      <a:pt x="21" y="9"/>
                      <a:pt x="21" y="9"/>
                      <a:pt x="21" y="9"/>
                    </a:cubicBezTo>
                    <a:lnTo>
                      <a:pt x="1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 bwMode="auto">
              <a:xfrm>
                <a:off x="2101851" y="2849563"/>
                <a:ext cx="49213" cy="52388"/>
              </a:xfrm>
              <a:custGeom>
                <a:avLst/>
                <a:gdLst>
                  <a:gd name="T0" fmla="*/ 2 w 32"/>
                  <a:gd name="T1" fmla="*/ 14 h 34"/>
                  <a:gd name="T2" fmla="*/ 8 w 32"/>
                  <a:gd name="T3" fmla="*/ 17 h 34"/>
                  <a:gd name="T4" fmla="*/ 7 w 32"/>
                  <a:gd name="T5" fmla="*/ 23 h 34"/>
                  <a:gd name="T6" fmla="*/ 10 w 32"/>
                  <a:gd name="T7" fmla="*/ 27 h 34"/>
                  <a:gd name="T8" fmla="*/ 15 w 32"/>
                  <a:gd name="T9" fmla="*/ 28 h 34"/>
                  <a:gd name="T10" fmla="*/ 18 w 32"/>
                  <a:gd name="T11" fmla="*/ 26 h 34"/>
                  <a:gd name="T12" fmla="*/ 19 w 32"/>
                  <a:gd name="T13" fmla="*/ 24 h 34"/>
                  <a:gd name="T14" fmla="*/ 17 w 32"/>
                  <a:gd name="T15" fmla="*/ 22 h 34"/>
                  <a:gd name="T16" fmla="*/ 14 w 32"/>
                  <a:gd name="T17" fmla="*/ 18 h 34"/>
                  <a:gd name="T18" fmla="*/ 9 w 32"/>
                  <a:gd name="T19" fmla="*/ 11 h 34"/>
                  <a:gd name="T20" fmla="*/ 10 w 32"/>
                  <a:gd name="T21" fmla="*/ 4 h 34"/>
                  <a:gd name="T22" fmla="*/ 14 w 32"/>
                  <a:gd name="T23" fmla="*/ 0 h 34"/>
                  <a:gd name="T24" fmla="*/ 19 w 32"/>
                  <a:gd name="T25" fmla="*/ 0 h 34"/>
                  <a:gd name="T26" fmla="*/ 25 w 32"/>
                  <a:gd name="T27" fmla="*/ 2 h 34"/>
                  <a:gd name="T28" fmla="*/ 32 w 32"/>
                  <a:gd name="T29" fmla="*/ 10 h 34"/>
                  <a:gd name="T30" fmla="*/ 30 w 32"/>
                  <a:gd name="T31" fmla="*/ 18 h 34"/>
                  <a:gd name="T32" fmla="*/ 25 w 32"/>
                  <a:gd name="T33" fmla="*/ 14 h 34"/>
                  <a:gd name="T34" fmla="*/ 25 w 32"/>
                  <a:gd name="T35" fmla="*/ 10 h 34"/>
                  <a:gd name="T36" fmla="*/ 22 w 32"/>
                  <a:gd name="T37" fmla="*/ 7 h 34"/>
                  <a:gd name="T38" fmla="*/ 18 w 32"/>
                  <a:gd name="T39" fmla="*/ 6 h 34"/>
                  <a:gd name="T40" fmla="*/ 16 w 32"/>
                  <a:gd name="T41" fmla="*/ 7 h 34"/>
                  <a:gd name="T42" fmla="*/ 15 w 32"/>
                  <a:gd name="T43" fmla="*/ 9 h 34"/>
                  <a:gd name="T44" fmla="*/ 19 w 32"/>
                  <a:gd name="T45" fmla="*/ 14 h 34"/>
                  <a:gd name="T46" fmla="*/ 24 w 32"/>
                  <a:gd name="T47" fmla="*/ 20 h 34"/>
                  <a:gd name="T48" fmla="*/ 25 w 32"/>
                  <a:gd name="T49" fmla="*/ 25 h 34"/>
                  <a:gd name="T50" fmla="*/ 24 w 32"/>
                  <a:gd name="T51" fmla="*/ 30 h 34"/>
                  <a:gd name="T52" fmla="*/ 19 w 32"/>
                  <a:gd name="T53" fmla="*/ 33 h 34"/>
                  <a:gd name="T54" fmla="*/ 14 w 32"/>
                  <a:gd name="T55" fmla="*/ 34 h 34"/>
                  <a:gd name="T56" fmla="*/ 7 w 32"/>
                  <a:gd name="T57" fmla="*/ 31 h 34"/>
                  <a:gd name="T58" fmla="*/ 1 w 32"/>
                  <a:gd name="T59" fmla="*/ 24 h 34"/>
                  <a:gd name="T60" fmla="*/ 2 w 32"/>
                  <a:gd name="T61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4">
                    <a:moveTo>
                      <a:pt x="2" y="14"/>
                    </a:moveTo>
                    <a:cubicBezTo>
                      <a:pt x="8" y="17"/>
                      <a:pt x="8" y="17"/>
                      <a:pt x="8" y="17"/>
                    </a:cubicBezTo>
                    <a:cubicBezTo>
                      <a:pt x="7" y="19"/>
                      <a:pt x="6" y="21"/>
                      <a:pt x="7" y="23"/>
                    </a:cubicBezTo>
                    <a:cubicBezTo>
                      <a:pt x="7" y="24"/>
                      <a:pt x="8" y="25"/>
                      <a:pt x="10" y="27"/>
                    </a:cubicBezTo>
                    <a:cubicBezTo>
                      <a:pt x="12" y="28"/>
                      <a:pt x="14" y="28"/>
                      <a:pt x="15" y="28"/>
                    </a:cubicBezTo>
                    <a:cubicBezTo>
                      <a:pt x="16" y="28"/>
                      <a:pt x="17" y="27"/>
                      <a:pt x="18" y="26"/>
                    </a:cubicBezTo>
                    <a:cubicBezTo>
                      <a:pt x="18" y="26"/>
                      <a:pt x="19" y="25"/>
                      <a:pt x="19" y="24"/>
                    </a:cubicBezTo>
                    <a:cubicBezTo>
                      <a:pt x="18" y="23"/>
                      <a:pt x="18" y="23"/>
                      <a:pt x="17" y="22"/>
                    </a:cubicBezTo>
                    <a:cubicBezTo>
                      <a:pt x="17" y="21"/>
                      <a:pt x="16" y="20"/>
                      <a:pt x="14" y="18"/>
                    </a:cubicBezTo>
                    <a:cubicBezTo>
                      <a:pt x="11" y="15"/>
                      <a:pt x="10" y="13"/>
                      <a:pt x="9" y="11"/>
                    </a:cubicBezTo>
                    <a:cubicBezTo>
                      <a:pt x="8" y="8"/>
                      <a:pt x="9" y="6"/>
                      <a:pt x="10" y="4"/>
                    </a:cubicBezTo>
                    <a:cubicBezTo>
                      <a:pt x="11" y="2"/>
                      <a:pt x="12" y="1"/>
                      <a:pt x="14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1" y="0"/>
                      <a:pt x="23" y="1"/>
                      <a:pt x="25" y="2"/>
                    </a:cubicBezTo>
                    <a:cubicBezTo>
                      <a:pt x="29" y="5"/>
                      <a:pt x="31" y="7"/>
                      <a:pt x="32" y="10"/>
                    </a:cubicBezTo>
                    <a:cubicBezTo>
                      <a:pt x="32" y="12"/>
                      <a:pt x="32" y="15"/>
                      <a:pt x="30" y="18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3"/>
                      <a:pt x="25" y="11"/>
                      <a:pt x="25" y="10"/>
                    </a:cubicBezTo>
                    <a:cubicBezTo>
                      <a:pt x="25" y="9"/>
                      <a:pt x="24" y="8"/>
                      <a:pt x="22" y="7"/>
                    </a:cubicBezTo>
                    <a:cubicBezTo>
                      <a:pt x="20" y="6"/>
                      <a:pt x="19" y="5"/>
                      <a:pt x="18" y="6"/>
                    </a:cubicBezTo>
                    <a:cubicBezTo>
                      <a:pt x="17" y="6"/>
                      <a:pt x="16" y="6"/>
                      <a:pt x="16" y="7"/>
                    </a:cubicBezTo>
                    <a:cubicBezTo>
                      <a:pt x="15" y="7"/>
                      <a:pt x="15" y="8"/>
                      <a:pt x="15" y="9"/>
                    </a:cubicBezTo>
                    <a:cubicBezTo>
                      <a:pt x="16" y="10"/>
                      <a:pt x="17" y="12"/>
                      <a:pt x="19" y="14"/>
                    </a:cubicBezTo>
                    <a:cubicBezTo>
                      <a:pt x="22" y="16"/>
                      <a:pt x="23" y="18"/>
                      <a:pt x="24" y="20"/>
                    </a:cubicBezTo>
                    <a:cubicBezTo>
                      <a:pt x="25" y="21"/>
                      <a:pt x="25" y="23"/>
                      <a:pt x="25" y="25"/>
                    </a:cubicBezTo>
                    <a:cubicBezTo>
                      <a:pt x="25" y="26"/>
                      <a:pt x="25" y="28"/>
                      <a:pt x="24" y="30"/>
                    </a:cubicBezTo>
                    <a:cubicBezTo>
                      <a:pt x="23" y="31"/>
                      <a:pt x="21" y="33"/>
                      <a:pt x="19" y="33"/>
                    </a:cubicBezTo>
                    <a:cubicBezTo>
                      <a:pt x="18" y="34"/>
                      <a:pt x="16" y="34"/>
                      <a:pt x="14" y="34"/>
                    </a:cubicBezTo>
                    <a:cubicBezTo>
                      <a:pt x="12" y="34"/>
                      <a:pt x="9" y="33"/>
                      <a:pt x="7" y="31"/>
                    </a:cubicBezTo>
                    <a:cubicBezTo>
                      <a:pt x="4" y="29"/>
                      <a:pt x="1" y="26"/>
                      <a:pt x="1" y="24"/>
                    </a:cubicBezTo>
                    <a:cubicBezTo>
                      <a:pt x="0" y="21"/>
                      <a:pt x="0" y="18"/>
                      <a:pt x="2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 bwMode="auto">
              <a:xfrm>
                <a:off x="2138363" y="2867026"/>
                <a:ext cx="34925" cy="49213"/>
              </a:xfrm>
              <a:custGeom>
                <a:avLst/>
                <a:gdLst>
                  <a:gd name="T0" fmla="*/ 0 w 22"/>
                  <a:gd name="T1" fmla="*/ 28 h 31"/>
                  <a:gd name="T2" fmla="*/ 16 w 22"/>
                  <a:gd name="T3" fmla="*/ 0 h 31"/>
                  <a:gd name="T4" fmla="*/ 22 w 22"/>
                  <a:gd name="T5" fmla="*/ 4 h 31"/>
                  <a:gd name="T6" fmla="*/ 6 w 22"/>
                  <a:gd name="T7" fmla="*/ 31 h 31"/>
                  <a:gd name="T8" fmla="*/ 0 w 22"/>
                  <a:gd name="T9" fmla="*/ 28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0" y="28"/>
                    </a:moveTo>
                    <a:lnTo>
                      <a:pt x="16" y="0"/>
                    </a:lnTo>
                    <a:lnTo>
                      <a:pt x="22" y="4"/>
                    </a:lnTo>
                    <a:lnTo>
                      <a:pt x="6" y="31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 bwMode="auto">
              <a:xfrm>
                <a:off x="2168526" y="2874963"/>
                <a:ext cx="44450" cy="57150"/>
              </a:xfrm>
              <a:custGeom>
                <a:avLst/>
                <a:gdLst>
                  <a:gd name="T0" fmla="*/ 0 w 28"/>
                  <a:gd name="T1" fmla="*/ 33 h 36"/>
                  <a:gd name="T2" fmla="*/ 11 w 28"/>
                  <a:gd name="T3" fmla="*/ 10 h 36"/>
                  <a:gd name="T4" fmla="*/ 3 w 28"/>
                  <a:gd name="T5" fmla="*/ 5 h 36"/>
                  <a:gd name="T6" fmla="*/ 6 w 28"/>
                  <a:gd name="T7" fmla="*/ 0 h 36"/>
                  <a:gd name="T8" fmla="*/ 28 w 28"/>
                  <a:gd name="T9" fmla="*/ 12 h 36"/>
                  <a:gd name="T10" fmla="*/ 26 w 28"/>
                  <a:gd name="T11" fmla="*/ 17 h 36"/>
                  <a:gd name="T12" fmla="*/ 17 w 28"/>
                  <a:gd name="T13" fmla="*/ 13 h 36"/>
                  <a:gd name="T14" fmla="*/ 6 w 28"/>
                  <a:gd name="T15" fmla="*/ 36 h 36"/>
                  <a:gd name="T16" fmla="*/ 0 w 28"/>
                  <a:gd name="T17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6">
                    <a:moveTo>
                      <a:pt x="0" y="33"/>
                    </a:moveTo>
                    <a:lnTo>
                      <a:pt x="11" y="10"/>
                    </a:lnTo>
                    <a:lnTo>
                      <a:pt x="3" y="5"/>
                    </a:lnTo>
                    <a:lnTo>
                      <a:pt x="6" y="0"/>
                    </a:lnTo>
                    <a:lnTo>
                      <a:pt x="28" y="12"/>
                    </a:lnTo>
                    <a:lnTo>
                      <a:pt x="26" y="17"/>
                    </a:lnTo>
                    <a:lnTo>
                      <a:pt x="17" y="13"/>
                    </a:lnTo>
                    <a:lnTo>
                      <a:pt x="6" y="36"/>
                    </a:ln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 bwMode="auto">
              <a:xfrm>
                <a:off x="2211388" y="2894013"/>
                <a:ext cx="46038" cy="57150"/>
              </a:xfrm>
              <a:custGeom>
                <a:avLst/>
                <a:gdLst>
                  <a:gd name="T0" fmla="*/ 0 w 29"/>
                  <a:gd name="T1" fmla="*/ 34 h 36"/>
                  <a:gd name="T2" fmla="*/ 5 w 29"/>
                  <a:gd name="T3" fmla="*/ 21 h 36"/>
                  <a:gd name="T4" fmla="*/ 1 w 29"/>
                  <a:gd name="T5" fmla="*/ 0 h 36"/>
                  <a:gd name="T6" fmla="*/ 8 w 29"/>
                  <a:gd name="T7" fmla="*/ 3 h 36"/>
                  <a:gd name="T8" fmla="*/ 11 w 29"/>
                  <a:gd name="T9" fmla="*/ 17 h 36"/>
                  <a:gd name="T10" fmla="*/ 22 w 29"/>
                  <a:gd name="T11" fmla="*/ 8 h 36"/>
                  <a:gd name="T12" fmla="*/ 29 w 29"/>
                  <a:gd name="T13" fmla="*/ 10 h 36"/>
                  <a:gd name="T14" fmla="*/ 11 w 29"/>
                  <a:gd name="T15" fmla="*/ 24 h 36"/>
                  <a:gd name="T16" fmla="*/ 6 w 29"/>
                  <a:gd name="T17" fmla="*/ 36 h 36"/>
                  <a:gd name="T18" fmla="*/ 0 w 29"/>
                  <a:gd name="T19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36">
                    <a:moveTo>
                      <a:pt x="0" y="34"/>
                    </a:moveTo>
                    <a:lnTo>
                      <a:pt x="5" y="21"/>
                    </a:lnTo>
                    <a:lnTo>
                      <a:pt x="1" y="0"/>
                    </a:lnTo>
                    <a:lnTo>
                      <a:pt x="8" y="3"/>
                    </a:lnTo>
                    <a:lnTo>
                      <a:pt x="11" y="17"/>
                    </a:lnTo>
                    <a:lnTo>
                      <a:pt x="22" y="8"/>
                    </a:lnTo>
                    <a:lnTo>
                      <a:pt x="29" y="10"/>
                    </a:lnTo>
                    <a:lnTo>
                      <a:pt x="11" y="24"/>
                    </a:lnTo>
                    <a:lnTo>
                      <a:pt x="6" y="36"/>
                    </a:lnTo>
                    <a:lnTo>
                      <a:pt x="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0" name="任意多边形: 形状 59"/>
              <p:cNvSpPr>
                <a:spLocks noEditPoints="1"/>
              </p:cNvSpPr>
              <p:nvPr/>
            </p:nvSpPr>
            <p:spPr bwMode="auto">
              <a:xfrm>
                <a:off x="2278063" y="2924176"/>
                <a:ext cx="50800" cy="53975"/>
              </a:xfrm>
              <a:custGeom>
                <a:avLst/>
                <a:gdLst>
                  <a:gd name="T0" fmla="*/ 1 w 33"/>
                  <a:gd name="T1" fmla="*/ 14 h 35"/>
                  <a:gd name="T2" fmla="*/ 4 w 33"/>
                  <a:gd name="T3" fmla="*/ 6 h 35"/>
                  <a:gd name="T4" fmla="*/ 9 w 33"/>
                  <a:gd name="T5" fmla="*/ 2 h 35"/>
                  <a:gd name="T6" fmla="*/ 13 w 33"/>
                  <a:gd name="T7" fmla="*/ 0 h 35"/>
                  <a:gd name="T8" fmla="*/ 21 w 33"/>
                  <a:gd name="T9" fmla="*/ 1 h 35"/>
                  <a:gd name="T10" fmla="*/ 31 w 33"/>
                  <a:gd name="T11" fmla="*/ 8 h 35"/>
                  <a:gd name="T12" fmla="*/ 32 w 33"/>
                  <a:gd name="T13" fmla="*/ 21 h 35"/>
                  <a:gd name="T14" fmla="*/ 25 w 33"/>
                  <a:gd name="T15" fmla="*/ 32 h 35"/>
                  <a:gd name="T16" fmla="*/ 12 w 33"/>
                  <a:gd name="T17" fmla="*/ 34 h 35"/>
                  <a:gd name="T18" fmla="*/ 2 w 33"/>
                  <a:gd name="T19" fmla="*/ 27 h 35"/>
                  <a:gd name="T20" fmla="*/ 1 w 33"/>
                  <a:gd name="T21" fmla="*/ 14 h 35"/>
                  <a:gd name="T22" fmla="*/ 8 w 33"/>
                  <a:gd name="T23" fmla="*/ 15 h 35"/>
                  <a:gd name="T24" fmla="*/ 8 w 33"/>
                  <a:gd name="T25" fmla="*/ 24 h 35"/>
                  <a:gd name="T26" fmla="*/ 14 w 33"/>
                  <a:gd name="T27" fmla="*/ 28 h 35"/>
                  <a:gd name="T28" fmla="*/ 21 w 33"/>
                  <a:gd name="T29" fmla="*/ 27 h 35"/>
                  <a:gd name="T30" fmla="*/ 25 w 33"/>
                  <a:gd name="T31" fmla="*/ 19 h 35"/>
                  <a:gd name="T32" fmla="*/ 25 w 33"/>
                  <a:gd name="T33" fmla="*/ 11 h 35"/>
                  <a:gd name="T34" fmla="*/ 19 w 33"/>
                  <a:gd name="T35" fmla="*/ 6 h 35"/>
                  <a:gd name="T36" fmla="*/ 12 w 33"/>
                  <a:gd name="T37" fmla="*/ 7 h 35"/>
                  <a:gd name="T38" fmla="*/ 8 w 33"/>
                  <a:gd name="T39" fmla="*/ 1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5">
                    <a:moveTo>
                      <a:pt x="1" y="14"/>
                    </a:moveTo>
                    <a:cubicBezTo>
                      <a:pt x="2" y="10"/>
                      <a:pt x="3" y="8"/>
                      <a:pt x="4" y="6"/>
                    </a:cubicBezTo>
                    <a:cubicBezTo>
                      <a:pt x="6" y="4"/>
                      <a:pt x="7" y="3"/>
                      <a:pt x="9" y="2"/>
                    </a:cubicBezTo>
                    <a:cubicBezTo>
                      <a:pt x="10" y="1"/>
                      <a:pt x="12" y="1"/>
                      <a:pt x="13" y="0"/>
                    </a:cubicBezTo>
                    <a:cubicBezTo>
                      <a:pt x="16" y="0"/>
                      <a:pt x="18" y="0"/>
                      <a:pt x="21" y="1"/>
                    </a:cubicBezTo>
                    <a:cubicBezTo>
                      <a:pt x="25" y="2"/>
                      <a:pt x="29" y="4"/>
                      <a:pt x="31" y="8"/>
                    </a:cubicBezTo>
                    <a:cubicBezTo>
                      <a:pt x="33" y="12"/>
                      <a:pt x="33" y="16"/>
                      <a:pt x="32" y="21"/>
                    </a:cubicBezTo>
                    <a:cubicBezTo>
                      <a:pt x="31" y="26"/>
                      <a:pt x="28" y="30"/>
                      <a:pt x="25" y="32"/>
                    </a:cubicBezTo>
                    <a:cubicBezTo>
                      <a:pt x="21" y="34"/>
                      <a:pt x="17" y="35"/>
                      <a:pt x="12" y="34"/>
                    </a:cubicBezTo>
                    <a:cubicBezTo>
                      <a:pt x="8" y="33"/>
                      <a:pt x="4" y="30"/>
                      <a:pt x="2" y="27"/>
                    </a:cubicBezTo>
                    <a:cubicBezTo>
                      <a:pt x="0" y="23"/>
                      <a:pt x="0" y="19"/>
                      <a:pt x="1" y="14"/>
                    </a:cubicBezTo>
                    <a:close/>
                    <a:moveTo>
                      <a:pt x="8" y="15"/>
                    </a:moveTo>
                    <a:cubicBezTo>
                      <a:pt x="7" y="19"/>
                      <a:pt x="7" y="22"/>
                      <a:pt x="8" y="24"/>
                    </a:cubicBezTo>
                    <a:cubicBezTo>
                      <a:pt x="9" y="26"/>
                      <a:pt x="11" y="28"/>
                      <a:pt x="14" y="28"/>
                    </a:cubicBezTo>
                    <a:cubicBezTo>
                      <a:pt x="16" y="29"/>
                      <a:pt x="19" y="28"/>
                      <a:pt x="21" y="27"/>
                    </a:cubicBezTo>
                    <a:cubicBezTo>
                      <a:pt x="23" y="26"/>
                      <a:pt x="24" y="23"/>
                      <a:pt x="25" y="19"/>
                    </a:cubicBezTo>
                    <a:cubicBezTo>
                      <a:pt x="26" y="16"/>
                      <a:pt x="26" y="13"/>
                      <a:pt x="25" y="11"/>
                    </a:cubicBezTo>
                    <a:cubicBezTo>
                      <a:pt x="24" y="8"/>
                      <a:pt x="22" y="7"/>
                      <a:pt x="19" y="6"/>
                    </a:cubicBezTo>
                    <a:cubicBezTo>
                      <a:pt x="17" y="6"/>
                      <a:pt x="14" y="6"/>
                      <a:pt x="12" y="7"/>
                    </a:cubicBezTo>
                    <a:cubicBezTo>
                      <a:pt x="10" y="9"/>
                      <a:pt x="9" y="11"/>
                      <a:pt x="8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 bwMode="auto">
              <a:xfrm>
                <a:off x="2330451" y="2933701"/>
                <a:ext cx="42863" cy="50800"/>
              </a:xfrm>
              <a:custGeom>
                <a:avLst/>
                <a:gdLst>
                  <a:gd name="T0" fmla="*/ 0 w 27"/>
                  <a:gd name="T1" fmla="*/ 31 h 32"/>
                  <a:gd name="T2" fmla="*/ 5 w 27"/>
                  <a:gd name="T3" fmla="*/ 0 h 32"/>
                  <a:gd name="T4" fmla="*/ 27 w 27"/>
                  <a:gd name="T5" fmla="*/ 3 h 32"/>
                  <a:gd name="T6" fmla="*/ 26 w 27"/>
                  <a:gd name="T7" fmla="*/ 9 h 32"/>
                  <a:gd name="T8" fmla="*/ 11 w 27"/>
                  <a:gd name="T9" fmla="*/ 6 h 32"/>
                  <a:gd name="T10" fmla="*/ 10 w 27"/>
                  <a:gd name="T11" fmla="*/ 14 h 32"/>
                  <a:gd name="T12" fmla="*/ 23 w 27"/>
                  <a:gd name="T13" fmla="*/ 16 h 32"/>
                  <a:gd name="T14" fmla="*/ 22 w 27"/>
                  <a:gd name="T15" fmla="*/ 21 h 32"/>
                  <a:gd name="T16" fmla="*/ 9 w 27"/>
                  <a:gd name="T17" fmla="*/ 18 h 32"/>
                  <a:gd name="T18" fmla="*/ 6 w 27"/>
                  <a:gd name="T19" fmla="*/ 32 h 32"/>
                  <a:gd name="T20" fmla="*/ 0 w 27"/>
                  <a:gd name="T21" fmla="*/ 3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32">
                    <a:moveTo>
                      <a:pt x="0" y="31"/>
                    </a:moveTo>
                    <a:lnTo>
                      <a:pt x="5" y="0"/>
                    </a:lnTo>
                    <a:lnTo>
                      <a:pt x="27" y="3"/>
                    </a:lnTo>
                    <a:lnTo>
                      <a:pt x="26" y="9"/>
                    </a:lnTo>
                    <a:lnTo>
                      <a:pt x="11" y="6"/>
                    </a:lnTo>
                    <a:lnTo>
                      <a:pt x="10" y="14"/>
                    </a:lnTo>
                    <a:lnTo>
                      <a:pt x="23" y="16"/>
                    </a:lnTo>
                    <a:lnTo>
                      <a:pt x="22" y="21"/>
                    </a:lnTo>
                    <a:lnTo>
                      <a:pt x="9" y="18"/>
                    </a:lnTo>
                    <a:lnTo>
                      <a:pt x="6" y="32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2" name="任意多边形: 形状 61"/>
              <p:cNvSpPr/>
              <p:nvPr/>
            </p:nvSpPr>
            <p:spPr bwMode="auto">
              <a:xfrm>
                <a:off x="2397126" y="2941638"/>
                <a:ext cx="39688" cy="52388"/>
              </a:xfrm>
              <a:custGeom>
                <a:avLst/>
                <a:gdLst>
                  <a:gd name="T0" fmla="*/ 0 w 25"/>
                  <a:gd name="T1" fmla="*/ 32 h 33"/>
                  <a:gd name="T2" fmla="*/ 2 w 25"/>
                  <a:gd name="T3" fmla="*/ 0 h 33"/>
                  <a:gd name="T4" fmla="*/ 25 w 25"/>
                  <a:gd name="T5" fmla="*/ 1 h 33"/>
                  <a:gd name="T6" fmla="*/ 25 w 25"/>
                  <a:gd name="T7" fmla="*/ 7 h 33"/>
                  <a:gd name="T8" fmla="*/ 8 w 25"/>
                  <a:gd name="T9" fmla="*/ 6 h 33"/>
                  <a:gd name="T10" fmla="*/ 8 w 25"/>
                  <a:gd name="T11" fmla="*/ 12 h 33"/>
                  <a:gd name="T12" fmla="*/ 23 w 25"/>
                  <a:gd name="T13" fmla="*/ 13 h 33"/>
                  <a:gd name="T14" fmla="*/ 23 w 25"/>
                  <a:gd name="T15" fmla="*/ 19 h 33"/>
                  <a:gd name="T16" fmla="*/ 8 w 25"/>
                  <a:gd name="T17" fmla="*/ 18 h 33"/>
                  <a:gd name="T18" fmla="*/ 7 w 25"/>
                  <a:gd name="T19" fmla="*/ 27 h 33"/>
                  <a:gd name="T20" fmla="*/ 25 w 25"/>
                  <a:gd name="T21" fmla="*/ 28 h 33"/>
                  <a:gd name="T22" fmla="*/ 24 w 25"/>
                  <a:gd name="T23" fmla="*/ 33 h 33"/>
                  <a:gd name="T24" fmla="*/ 0 w 25"/>
                  <a:gd name="T25" fmla="*/ 3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" h="33">
                    <a:moveTo>
                      <a:pt x="0" y="32"/>
                    </a:moveTo>
                    <a:lnTo>
                      <a:pt x="2" y="0"/>
                    </a:lnTo>
                    <a:lnTo>
                      <a:pt x="25" y="1"/>
                    </a:lnTo>
                    <a:lnTo>
                      <a:pt x="25" y="7"/>
                    </a:lnTo>
                    <a:lnTo>
                      <a:pt x="8" y="6"/>
                    </a:lnTo>
                    <a:lnTo>
                      <a:pt x="8" y="12"/>
                    </a:lnTo>
                    <a:lnTo>
                      <a:pt x="23" y="13"/>
                    </a:lnTo>
                    <a:lnTo>
                      <a:pt x="23" y="19"/>
                    </a:lnTo>
                    <a:lnTo>
                      <a:pt x="8" y="18"/>
                    </a:lnTo>
                    <a:lnTo>
                      <a:pt x="7" y="27"/>
                    </a:lnTo>
                    <a:lnTo>
                      <a:pt x="25" y="28"/>
                    </a:lnTo>
                    <a:lnTo>
                      <a:pt x="24" y="33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 bwMode="auto">
              <a:xfrm>
                <a:off x="2444751" y="2943226"/>
                <a:ext cx="36513" cy="50800"/>
              </a:xfrm>
              <a:custGeom>
                <a:avLst/>
                <a:gdLst>
                  <a:gd name="T0" fmla="*/ 0 w 23"/>
                  <a:gd name="T1" fmla="*/ 32 h 32"/>
                  <a:gd name="T2" fmla="*/ 0 w 23"/>
                  <a:gd name="T3" fmla="*/ 1 h 32"/>
                  <a:gd name="T4" fmla="*/ 6 w 23"/>
                  <a:gd name="T5" fmla="*/ 0 h 32"/>
                  <a:gd name="T6" fmla="*/ 7 w 23"/>
                  <a:gd name="T7" fmla="*/ 26 h 32"/>
                  <a:gd name="T8" fmla="*/ 22 w 23"/>
                  <a:gd name="T9" fmla="*/ 26 h 32"/>
                  <a:gd name="T10" fmla="*/ 23 w 23"/>
                  <a:gd name="T11" fmla="*/ 32 h 32"/>
                  <a:gd name="T12" fmla="*/ 0 w 23"/>
                  <a:gd name="T1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2">
                    <a:moveTo>
                      <a:pt x="0" y="32"/>
                    </a:moveTo>
                    <a:lnTo>
                      <a:pt x="0" y="1"/>
                    </a:lnTo>
                    <a:lnTo>
                      <a:pt x="6" y="0"/>
                    </a:lnTo>
                    <a:lnTo>
                      <a:pt x="7" y="26"/>
                    </a:lnTo>
                    <a:lnTo>
                      <a:pt x="22" y="26"/>
                    </a:lnTo>
                    <a:lnTo>
                      <a:pt x="23" y="32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 bwMode="auto">
              <a:xfrm>
                <a:off x="2482851" y="2938463"/>
                <a:ext cx="44450" cy="53975"/>
              </a:xfrm>
              <a:custGeom>
                <a:avLst/>
                <a:gdLst>
                  <a:gd name="T0" fmla="*/ 4 w 28"/>
                  <a:gd name="T1" fmla="*/ 34 h 34"/>
                  <a:gd name="T2" fmla="*/ 0 w 28"/>
                  <a:gd name="T3" fmla="*/ 2 h 34"/>
                  <a:gd name="T4" fmla="*/ 25 w 28"/>
                  <a:gd name="T5" fmla="*/ 0 h 34"/>
                  <a:gd name="T6" fmla="*/ 25 w 28"/>
                  <a:gd name="T7" fmla="*/ 6 h 34"/>
                  <a:gd name="T8" fmla="*/ 8 w 28"/>
                  <a:gd name="T9" fmla="*/ 7 h 34"/>
                  <a:gd name="T10" fmla="*/ 8 w 28"/>
                  <a:gd name="T11" fmla="*/ 14 h 34"/>
                  <a:gd name="T12" fmla="*/ 25 w 28"/>
                  <a:gd name="T13" fmla="*/ 13 h 34"/>
                  <a:gd name="T14" fmla="*/ 25 w 28"/>
                  <a:gd name="T15" fmla="*/ 17 h 34"/>
                  <a:gd name="T16" fmla="*/ 9 w 28"/>
                  <a:gd name="T17" fmla="*/ 19 h 34"/>
                  <a:gd name="T18" fmla="*/ 10 w 28"/>
                  <a:gd name="T19" fmla="*/ 28 h 34"/>
                  <a:gd name="T20" fmla="*/ 27 w 28"/>
                  <a:gd name="T21" fmla="*/ 26 h 34"/>
                  <a:gd name="T22" fmla="*/ 28 w 28"/>
                  <a:gd name="T23" fmla="*/ 32 h 34"/>
                  <a:gd name="T24" fmla="*/ 4 w 28"/>
                  <a:gd name="T2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34">
                    <a:moveTo>
                      <a:pt x="4" y="34"/>
                    </a:moveTo>
                    <a:lnTo>
                      <a:pt x="0" y="2"/>
                    </a:lnTo>
                    <a:lnTo>
                      <a:pt x="25" y="0"/>
                    </a:lnTo>
                    <a:lnTo>
                      <a:pt x="25" y="6"/>
                    </a:lnTo>
                    <a:lnTo>
                      <a:pt x="8" y="7"/>
                    </a:lnTo>
                    <a:lnTo>
                      <a:pt x="8" y="14"/>
                    </a:lnTo>
                    <a:lnTo>
                      <a:pt x="25" y="13"/>
                    </a:lnTo>
                    <a:lnTo>
                      <a:pt x="25" y="17"/>
                    </a:lnTo>
                    <a:lnTo>
                      <a:pt x="9" y="19"/>
                    </a:lnTo>
                    <a:lnTo>
                      <a:pt x="10" y="28"/>
                    </a:lnTo>
                    <a:lnTo>
                      <a:pt x="27" y="26"/>
                    </a:lnTo>
                    <a:lnTo>
                      <a:pt x="28" y="32"/>
                    </a:lnTo>
                    <a:lnTo>
                      <a:pt x="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 bwMode="auto">
              <a:xfrm>
                <a:off x="2527301" y="2932113"/>
                <a:ext cx="47625" cy="53975"/>
              </a:xfrm>
              <a:custGeom>
                <a:avLst/>
                <a:gdLst>
                  <a:gd name="T0" fmla="*/ 24 w 31"/>
                  <a:gd name="T1" fmla="*/ 20 h 35"/>
                  <a:gd name="T2" fmla="*/ 31 w 31"/>
                  <a:gd name="T3" fmla="*/ 21 h 35"/>
                  <a:gd name="T4" fmla="*/ 27 w 31"/>
                  <a:gd name="T5" fmla="*/ 30 h 35"/>
                  <a:gd name="T6" fmla="*/ 19 w 31"/>
                  <a:gd name="T7" fmla="*/ 34 h 35"/>
                  <a:gd name="T8" fmla="*/ 8 w 31"/>
                  <a:gd name="T9" fmla="*/ 31 h 35"/>
                  <a:gd name="T10" fmla="*/ 1 w 31"/>
                  <a:gd name="T11" fmla="*/ 20 h 35"/>
                  <a:gd name="T12" fmla="*/ 3 w 31"/>
                  <a:gd name="T13" fmla="*/ 7 h 35"/>
                  <a:gd name="T14" fmla="*/ 13 w 31"/>
                  <a:gd name="T15" fmla="*/ 0 h 35"/>
                  <a:gd name="T16" fmla="*/ 24 w 31"/>
                  <a:gd name="T17" fmla="*/ 2 h 35"/>
                  <a:gd name="T18" fmla="*/ 28 w 31"/>
                  <a:gd name="T19" fmla="*/ 8 h 35"/>
                  <a:gd name="T20" fmla="*/ 22 w 31"/>
                  <a:gd name="T21" fmla="*/ 10 h 35"/>
                  <a:gd name="T22" fmla="*/ 19 w 31"/>
                  <a:gd name="T23" fmla="*/ 7 h 35"/>
                  <a:gd name="T24" fmla="*/ 14 w 31"/>
                  <a:gd name="T25" fmla="*/ 6 h 35"/>
                  <a:gd name="T26" fmla="*/ 9 w 31"/>
                  <a:gd name="T27" fmla="*/ 10 h 35"/>
                  <a:gd name="T28" fmla="*/ 8 w 31"/>
                  <a:gd name="T29" fmla="*/ 18 h 35"/>
                  <a:gd name="T30" fmla="*/ 12 w 31"/>
                  <a:gd name="T31" fmla="*/ 27 h 35"/>
                  <a:gd name="T32" fmla="*/ 18 w 31"/>
                  <a:gd name="T33" fmla="*/ 28 h 35"/>
                  <a:gd name="T34" fmla="*/ 22 w 31"/>
                  <a:gd name="T35" fmla="*/ 26 h 35"/>
                  <a:gd name="T36" fmla="*/ 24 w 31"/>
                  <a:gd name="T37" fmla="*/ 2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1" h="35">
                    <a:moveTo>
                      <a:pt x="24" y="20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5"/>
                      <a:pt x="29" y="28"/>
                      <a:pt x="27" y="30"/>
                    </a:cubicBezTo>
                    <a:cubicBezTo>
                      <a:pt x="25" y="32"/>
                      <a:pt x="23" y="33"/>
                      <a:pt x="19" y="34"/>
                    </a:cubicBezTo>
                    <a:cubicBezTo>
                      <a:pt x="15" y="35"/>
                      <a:pt x="11" y="34"/>
                      <a:pt x="8" y="31"/>
                    </a:cubicBezTo>
                    <a:cubicBezTo>
                      <a:pt x="5" y="29"/>
                      <a:pt x="2" y="25"/>
                      <a:pt x="1" y="20"/>
                    </a:cubicBezTo>
                    <a:cubicBezTo>
                      <a:pt x="0" y="15"/>
                      <a:pt x="1" y="10"/>
                      <a:pt x="3" y="7"/>
                    </a:cubicBezTo>
                    <a:cubicBezTo>
                      <a:pt x="6" y="3"/>
                      <a:pt x="9" y="1"/>
                      <a:pt x="13" y="0"/>
                    </a:cubicBezTo>
                    <a:cubicBezTo>
                      <a:pt x="17" y="0"/>
                      <a:pt x="21" y="0"/>
                      <a:pt x="24" y="2"/>
                    </a:cubicBezTo>
                    <a:cubicBezTo>
                      <a:pt x="26" y="3"/>
                      <a:pt x="27" y="5"/>
                      <a:pt x="28" y="8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1" y="9"/>
                      <a:pt x="20" y="7"/>
                      <a:pt x="19" y="7"/>
                    </a:cubicBezTo>
                    <a:cubicBezTo>
                      <a:pt x="17" y="6"/>
                      <a:pt x="16" y="6"/>
                      <a:pt x="14" y="6"/>
                    </a:cubicBezTo>
                    <a:cubicBezTo>
                      <a:pt x="12" y="6"/>
                      <a:pt x="10" y="8"/>
                      <a:pt x="9" y="10"/>
                    </a:cubicBezTo>
                    <a:cubicBezTo>
                      <a:pt x="8" y="12"/>
                      <a:pt x="7" y="15"/>
                      <a:pt x="8" y="18"/>
                    </a:cubicBezTo>
                    <a:cubicBezTo>
                      <a:pt x="9" y="23"/>
                      <a:pt x="10" y="25"/>
                      <a:pt x="12" y="27"/>
                    </a:cubicBezTo>
                    <a:cubicBezTo>
                      <a:pt x="14" y="28"/>
                      <a:pt x="16" y="29"/>
                      <a:pt x="18" y="28"/>
                    </a:cubicBezTo>
                    <a:cubicBezTo>
                      <a:pt x="20" y="28"/>
                      <a:pt x="21" y="27"/>
                      <a:pt x="22" y="26"/>
                    </a:cubicBezTo>
                    <a:cubicBezTo>
                      <a:pt x="23" y="25"/>
                      <a:pt x="24" y="23"/>
                      <a:pt x="2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 bwMode="auto">
              <a:xfrm>
                <a:off x="2571751" y="2919413"/>
                <a:ext cx="39688" cy="55563"/>
              </a:xfrm>
              <a:custGeom>
                <a:avLst/>
                <a:gdLst>
                  <a:gd name="T0" fmla="*/ 17 w 25"/>
                  <a:gd name="T1" fmla="*/ 35 h 35"/>
                  <a:gd name="T2" fmla="*/ 10 w 25"/>
                  <a:gd name="T3" fmla="*/ 9 h 35"/>
                  <a:gd name="T4" fmla="*/ 0 w 25"/>
                  <a:gd name="T5" fmla="*/ 12 h 35"/>
                  <a:gd name="T6" fmla="*/ 0 w 25"/>
                  <a:gd name="T7" fmla="*/ 6 h 35"/>
                  <a:gd name="T8" fmla="*/ 24 w 25"/>
                  <a:gd name="T9" fmla="*/ 0 h 35"/>
                  <a:gd name="T10" fmla="*/ 25 w 25"/>
                  <a:gd name="T11" fmla="*/ 5 h 35"/>
                  <a:gd name="T12" fmla="*/ 16 w 25"/>
                  <a:gd name="T13" fmla="*/ 7 h 35"/>
                  <a:gd name="T14" fmla="*/ 23 w 25"/>
                  <a:gd name="T15" fmla="*/ 33 h 35"/>
                  <a:gd name="T16" fmla="*/ 17 w 25"/>
                  <a:gd name="T17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35">
                    <a:moveTo>
                      <a:pt x="17" y="35"/>
                    </a:moveTo>
                    <a:lnTo>
                      <a:pt x="10" y="9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24" y="0"/>
                    </a:lnTo>
                    <a:lnTo>
                      <a:pt x="25" y="5"/>
                    </a:lnTo>
                    <a:lnTo>
                      <a:pt x="16" y="7"/>
                    </a:lnTo>
                    <a:lnTo>
                      <a:pt x="23" y="33"/>
                    </a:lnTo>
                    <a:lnTo>
                      <a:pt x="17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7" name="任意多边形: 形状 66"/>
              <p:cNvSpPr>
                <a:spLocks noEditPoints="1"/>
              </p:cNvSpPr>
              <p:nvPr/>
            </p:nvSpPr>
            <p:spPr bwMode="auto">
              <a:xfrm>
                <a:off x="2613026" y="2908301"/>
                <a:ext cx="58738" cy="57150"/>
              </a:xfrm>
              <a:custGeom>
                <a:avLst/>
                <a:gdLst>
                  <a:gd name="T0" fmla="*/ 11 w 39"/>
                  <a:gd name="T1" fmla="*/ 37 h 37"/>
                  <a:gd name="T2" fmla="*/ 0 w 39"/>
                  <a:gd name="T3" fmla="*/ 6 h 37"/>
                  <a:gd name="T4" fmla="*/ 13 w 39"/>
                  <a:gd name="T5" fmla="*/ 1 h 37"/>
                  <a:gd name="T6" fmla="*/ 21 w 39"/>
                  <a:gd name="T7" fmla="*/ 0 h 37"/>
                  <a:gd name="T8" fmla="*/ 25 w 39"/>
                  <a:gd name="T9" fmla="*/ 2 h 37"/>
                  <a:gd name="T10" fmla="*/ 29 w 39"/>
                  <a:gd name="T11" fmla="*/ 6 h 37"/>
                  <a:gd name="T12" fmla="*/ 28 w 39"/>
                  <a:gd name="T13" fmla="*/ 12 h 37"/>
                  <a:gd name="T14" fmla="*/ 23 w 39"/>
                  <a:gd name="T15" fmla="*/ 17 h 37"/>
                  <a:gd name="T16" fmla="*/ 28 w 39"/>
                  <a:gd name="T17" fmla="*/ 19 h 37"/>
                  <a:gd name="T18" fmla="*/ 33 w 39"/>
                  <a:gd name="T19" fmla="*/ 23 h 37"/>
                  <a:gd name="T20" fmla="*/ 39 w 39"/>
                  <a:gd name="T21" fmla="*/ 27 h 37"/>
                  <a:gd name="T22" fmla="*/ 31 w 39"/>
                  <a:gd name="T23" fmla="*/ 30 h 37"/>
                  <a:gd name="T24" fmla="*/ 24 w 39"/>
                  <a:gd name="T25" fmla="*/ 25 h 37"/>
                  <a:gd name="T26" fmla="*/ 20 w 39"/>
                  <a:gd name="T27" fmla="*/ 21 h 37"/>
                  <a:gd name="T28" fmla="*/ 17 w 39"/>
                  <a:gd name="T29" fmla="*/ 21 h 37"/>
                  <a:gd name="T30" fmla="*/ 14 w 39"/>
                  <a:gd name="T31" fmla="*/ 22 h 37"/>
                  <a:gd name="T32" fmla="*/ 13 w 39"/>
                  <a:gd name="T33" fmla="*/ 22 h 37"/>
                  <a:gd name="T34" fmla="*/ 17 w 39"/>
                  <a:gd name="T35" fmla="*/ 35 h 37"/>
                  <a:gd name="T36" fmla="*/ 11 w 39"/>
                  <a:gd name="T37" fmla="*/ 37 h 37"/>
                  <a:gd name="T38" fmla="*/ 11 w 39"/>
                  <a:gd name="T39" fmla="*/ 17 h 37"/>
                  <a:gd name="T40" fmla="*/ 16 w 39"/>
                  <a:gd name="T41" fmla="*/ 15 h 37"/>
                  <a:gd name="T42" fmla="*/ 21 w 39"/>
                  <a:gd name="T43" fmla="*/ 13 h 37"/>
                  <a:gd name="T44" fmla="*/ 22 w 39"/>
                  <a:gd name="T45" fmla="*/ 11 h 37"/>
                  <a:gd name="T46" fmla="*/ 22 w 39"/>
                  <a:gd name="T47" fmla="*/ 9 h 37"/>
                  <a:gd name="T48" fmla="*/ 20 w 39"/>
                  <a:gd name="T49" fmla="*/ 6 h 37"/>
                  <a:gd name="T50" fmla="*/ 18 w 39"/>
                  <a:gd name="T51" fmla="*/ 6 h 37"/>
                  <a:gd name="T52" fmla="*/ 13 w 39"/>
                  <a:gd name="T53" fmla="*/ 7 h 37"/>
                  <a:gd name="T54" fmla="*/ 8 w 39"/>
                  <a:gd name="T55" fmla="*/ 9 h 37"/>
                  <a:gd name="T56" fmla="*/ 11 w 39"/>
                  <a:gd name="T57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9" h="37">
                    <a:moveTo>
                      <a:pt x="11" y="37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7" y="0"/>
                      <a:pt x="19" y="0"/>
                      <a:pt x="21" y="0"/>
                    </a:cubicBezTo>
                    <a:cubicBezTo>
                      <a:pt x="23" y="0"/>
                      <a:pt x="24" y="0"/>
                      <a:pt x="25" y="2"/>
                    </a:cubicBezTo>
                    <a:cubicBezTo>
                      <a:pt x="27" y="3"/>
                      <a:pt x="28" y="4"/>
                      <a:pt x="29" y="6"/>
                    </a:cubicBezTo>
                    <a:cubicBezTo>
                      <a:pt x="29" y="8"/>
                      <a:pt x="29" y="10"/>
                      <a:pt x="28" y="12"/>
                    </a:cubicBezTo>
                    <a:cubicBezTo>
                      <a:pt x="28" y="14"/>
                      <a:pt x="26" y="16"/>
                      <a:pt x="23" y="17"/>
                    </a:cubicBezTo>
                    <a:cubicBezTo>
                      <a:pt x="25" y="18"/>
                      <a:pt x="26" y="18"/>
                      <a:pt x="28" y="19"/>
                    </a:cubicBezTo>
                    <a:cubicBezTo>
                      <a:pt x="29" y="19"/>
                      <a:pt x="31" y="21"/>
                      <a:pt x="33" y="23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3"/>
                      <a:pt x="20" y="22"/>
                      <a:pt x="20" y="21"/>
                    </a:cubicBezTo>
                    <a:cubicBezTo>
                      <a:pt x="19" y="21"/>
                      <a:pt x="18" y="21"/>
                      <a:pt x="17" y="21"/>
                    </a:cubicBezTo>
                    <a:cubicBezTo>
                      <a:pt x="16" y="21"/>
                      <a:pt x="15" y="21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7" y="35"/>
                      <a:pt x="17" y="35"/>
                      <a:pt x="17" y="35"/>
                    </a:cubicBezTo>
                    <a:lnTo>
                      <a:pt x="11" y="37"/>
                    </a:lnTo>
                    <a:close/>
                    <a:moveTo>
                      <a:pt x="11" y="17"/>
                    </a:moveTo>
                    <a:cubicBezTo>
                      <a:pt x="16" y="15"/>
                      <a:pt x="16" y="15"/>
                      <a:pt x="16" y="15"/>
                    </a:cubicBezTo>
                    <a:cubicBezTo>
                      <a:pt x="19" y="14"/>
                      <a:pt x="20" y="14"/>
                      <a:pt x="21" y="13"/>
                    </a:cubicBezTo>
                    <a:cubicBezTo>
                      <a:pt x="22" y="13"/>
                      <a:pt x="22" y="12"/>
                      <a:pt x="22" y="11"/>
                    </a:cubicBezTo>
                    <a:cubicBezTo>
                      <a:pt x="23" y="10"/>
                      <a:pt x="23" y="10"/>
                      <a:pt x="22" y="9"/>
                    </a:cubicBezTo>
                    <a:cubicBezTo>
                      <a:pt x="22" y="8"/>
                      <a:pt x="21" y="7"/>
                      <a:pt x="20" y="6"/>
                    </a:cubicBezTo>
                    <a:cubicBezTo>
                      <a:pt x="20" y="6"/>
                      <a:pt x="19" y="6"/>
                      <a:pt x="18" y="6"/>
                    </a:cubicBezTo>
                    <a:cubicBezTo>
                      <a:pt x="17" y="6"/>
                      <a:pt x="16" y="7"/>
                      <a:pt x="13" y="7"/>
                    </a:cubicBezTo>
                    <a:cubicBezTo>
                      <a:pt x="8" y="9"/>
                      <a:pt x="8" y="9"/>
                      <a:pt x="8" y="9"/>
                    </a:cubicBezTo>
                    <a:lnTo>
                      <a:pt x="11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8" name="任意多边形: 形状 67"/>
              <p:cNvSpPr>
                <a:spLocks noEditPoints="1"/>
              </p:cNvSpPr>
              <p:nvPr/>
            </p:nvSpPr>
            <p:spPr bwMode="auto">
              <a:xfrm>
                <a:off x="2663826" y="2889251"/>
                <a:ext cx="50800" cy="55563"/>
              </a:xfrm>
              <a:custGeom>
                <a:avLst/>
                <a:gdLst>
                  <a:gd name="T0" fmla="*/ 2 w 33"/>
                  <a:gd name="T1" fmla="*/ 25 h 36"/>
                  <a:gd name="T2" fmla="*/ 0 w 33"/>
                  <a:gd name="T3" fmla="*/ 16 h 36"/>
                  <a:gd name="T4" fmla="*/ 1 w 33"/>
                  <a:gd name="T5" fmla="*/ 11 h 36"/>
                  <a:gd name="T6" fmla="*/ 3 w 33"/>
                  <a:gd name="T7" fmla="*/ 6 h 36"/>
                  <a:gd name="T8" fmla="*/ 9 w 33"/>
                  <a:gd name="T9" fmla="*/ 2 h 36"/>
                  <a:gd name="T10" fmla="*/ 22 w 33"/>
                  <a:gd name="T11" fmla="*/ 2 h 36"/>
                  <a:gd name="T12" fmla="*/ 31 w 33"/>
                  <a:gd name="T13" fmla="*/ 11 h 36"/>
                  <a:gd name="T14" fmla="*/ 32 w 33"/>
                  <a:gd name="T15" fmla="*/ 24 h 36"/>
                  <a:gd name="T16" fmla="*/ 23 w 33"/>
                  <a:gd name="T17" fmla="*/ 33 h 36"/>
                  <a:gd name="T18" fmla="*/ 11 w 33"/>
                  <a:gd name="T19" fmla="*/ 34 h 36"/>
                  <a:gd name="T20" fmla="*/ 2 w 33"/>
                  <a:gd name="T21" fmla="*/ 25 h 36"/>
                  <a:gd name="T22" fmla="*/ 8 w 33"/>
                  <a:gd name="T23" fmla="*/ 22 h 36"/>
                  <a:gd name="T24" fmla="*/ 14 w 33"/>
                  <a:gd name="T25" fmla="*/ 28 h 36"/>
                  <a:gd name="T26" fmla="*/ 21 w 33"/>
                  <a:gd name="T27" fmla="*/ 28 h 36"/>
                  <a:gd name="T28" fmla="*/ 26 w 33"/>
                  <a:gd name="T29" fmla="*/ 23 h 36"/>
                  <a:gd name="T30" fmla="*/ 24 w 33"/>
                  <a:gd name="T31" fmla="*/ 14 h 36"/>
                  <a:gd name="T32" fmla="*/ 19 w 33"/>
                  <a:gd name="T33" fmla="*/ 7 h 36"/>
                  <a:gd name="T34" fmla="*/ 12 w 33"/>
                  <a:gd name="T35" fmla="*/ 7 h 36"/>
                  <a:gd name="T36" fmla="*/ 7 w 33"/>
                  <a:gd name="T37" fmla="*/ 13 h 36"/>
                  <a:gd name="T38" fmla="*/ 8 w 33"/>
                  <a:gd name="T3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6">
                    <a:moveTo>
                      <a:pt x="2" y="25"/>
                    </a:moveTo>
                    <a:cubicBezTo>
                      <a:pt x="0" y="21"/>
                      <a:pt x="0" y="19"/>
                      <a:pt x="0" y="16"/>
                    </a:cubicBezTo>
                    <a:cubicBezTo>
                      <a:pt x="0" y="14"/>
                      <a:pt x="0" y="13"/>
                      <a:pt x="1" y="11"/>
                    </a:cubicBezTo>
                    <a:cubicBezTo>
                      <a:pt x="1" y="9"/>
                      <a:pt x="2" y="8"/>
                      <a:pt x="3" y="6"/>
                    </a:cubicBezTo>
                    <a:cubicBezTo>
                      <a:pt x="5" y="5"/>
                      <a:pt x="7" y="3"/>
                      <a:pt x="9" y="2"/>
                    </a:cubicBezTo>
                    <a:cubicBezTo>
                      <a:pt x="14" y="0"/>
                      <a:pt x="18" y="0"/>
                      <a:pt x="22" y="2"/>
                    </a:cubicBezTo>
                    <a:cubicBezTo>
                      <a:pt x="26" y="3"/>
                      <a:pt x="29" y="6"/>
                      <a:pt x="31" y="11"/>
                    </a:cubicBezTo>
                    <a:cubicBezTo>
                      <a:pt x="33" y="16"/>
                      <a:pt x="33" y="21"/>
                      <a:pt x="32" y="24"/>
                    </a:cubicBezTo>
                    <a:cubicBezTo>
                      <a:pt x="31" y="28"/>
                      <a:pt x="28" y="31"/>
                      <a:pt x="23" y="33"/>
                    </a:cubicBezTo>
                    <a:cubicBezTo>
                      <a:pt x="19" y="35"/>
                      <a:pt x="15" y="36"/>
                      <a:pt x="11" y="34"/>
                    </a:cubicBezTo>
                    <a:cubicBezTo>
                      <a:pt x="7" y="32"/>
                      <a:pt x="4" y="29"/>
                      <a:pt x="2" y="25"/>
                    </a:cubicBezTo>
                    <a:close/>
                    <a:moveTo>
                      <a:pt x="8" y="22"/>
                    </a:moveTo>
                    <a:cubicBezTo>
                      <a:pt x="9" y="25"/>
                      <a:pt x="11" y="27"/>
                      <a:pt x="14" y="28"/>
                    </a:cubicBezTo>
                    <a:cubicBezTo>
                      <a:pt x="16" y="29"/>
                      <a:pt x="18" y="29"/>
                      <a:pt x="21" y="28"/>
                    </a:cubicBezTo>
                    <a:cubicBezTo>
                      <a:pt x="23" y="27"/>
                      <a:pt x="25" y="25"/>
                      <a:pt x="26" y="23"/>
                    </a:cubicBezTo>
                    <a:cubicBezTo>
                      <a:pt x="26" y="20"/>
                      <a:pt x="26" y="17"/>
                      <a:pt x="24" y="14"/>
                    </a:cubicBezTo>
                    <a:cubicBezTo>
                      <a:pt x="23" y="11"/>
                      <a:pt x="21" y="8"/>
                      <a:pt x="19" y="7"/>
                    </a:cubicBezTo>
                    <a:cubicBezTo>
                      <a:pt x="16" y="6"/>
                      <a:pt x="14" y="6"/>
                      <a:pt x="12" y="7"/>
                    </a:cubicBezTo>
                    <a:cubicBezTo>
                      <a:pt x="9" y="9"/>
                      <a:pt x="7" y="10"/>
                      <a:pt x="7" y="13"/>
                    </a:cubicBezTo>
                    <a:cubicBezTo>
                      <a:pt x="6" y="15"/>
                      <a:pt x="6" y="18"/>
                      <a:pt x="8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 bwMode="auto">
              <a:xfrm>
                <a:off x="2705101" y="2860676"/>
                <a:ext cx="58738" cy="65088"/>
              </a:xfrm>
              <a:custGeom>
                <a:avLst/>
                <a:gdLst>
                  <a:gd name="T0" fmla="*/ 15 w 37"/>
                  <a:gd name="T1" fmla="*/ 41 h 41"/>
                  <a:gd name="T2" fmla="*/ 0 w 37"/>
                  <a:gd name="T3" fmla="*/ 13 h 41"/>
                  <a:gd name="T4" fmla="*/ 5 w 37"/>
                  <a:gd name="T5" fmla="*/ 10 h 41"/>
                  <a:gd name="T6" fmla="*/ 27 w 37"/>
                  <a:gd name="T7" fmla="*/ 22 h 41"/>
                  <a:gd name="T8" fmla="*/ 16 w 37"/>
                  <a:gd name="T9" fmla="*/ 3 h 41"/>
                  <a:gd name="T10" fmla="*/ 21 w 37"/>
                  <a:gd name="T11" fmla="*/ 0 h 41"/>
                  <a:gd name="T12" fmla="*/ 37 w 37"/>
                  <a:gd name="T13" fmla="*/ 28 h 41"/>
                  <a:gd name="T14" fmla="*/ 32 w 37"/>
                  <a:gd name="T15" fmla="*/ 31 h 41"/>
                  <a:gd name="T16" fmla="*/ 10 w 37"/>
                  <a:gd name="T17" fmla="*/ 20 h 41"/>
                  <a:gd name="T18" fmla="*/ 20 w 37"/>
                  <a:gd name="T19" fmla="*/ 38 h 41"/>
                  <a:gd name="T20" fmla="*/ 15 w 37"/>
                  <a:gd name="T2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41">
                    <a:moveTo>
                      <a:pt x="15" y="41"/>
                    </a:moveTo>
                    <a:lnTo>
                      <a:pt x="0" y="13"/>
                    </a:lnTo>
                    <a:lnTo>
                      <a:pt x="5" y="10"/>
                    </a:lnTo>
                    <a:lnTo>
                      <a:pt x="27" y="22"/>
                    </a:lnTo>
                    <a:lnTo>
                      <a:pt x="16" y="3"/>
                    </a:lnTo>
                    <a:lnTo>
                      <a:pt x="21" y="0"/>
                    </a:lnTo>
                    <a:lnTo>
                      <a:pt x="37" y="28"/>
                    </a:lnTo>
                    <a:lnTo>
                      <a:pt x="32" y="31"/>
                    </a:lnTo>
                    <a:lnTo>
                      <a:pt x="10" y="20"/>
                    </a:lnTo>
                    <a:lnTo>
                      <a:pt x="20" y="38"/>
                    </a:lnTo>
                    <a:lnTo>
                      <a:pt x="15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 bwMode="auto">
              <a:xfrm>
                <a:off x="2744788" y="2852738"/>
                <a:ext cx="36513" cy="47625"/>
              </a:xfrm>
              <a:custGeom>
                <a:avLst/>
                <a:gdLst>
                  <a:gd name="T0" fmla="*/ 17 w 23"/>
                  <a:gd name="T1" fmla="*/ 30 h 30"/>
                  <a:gd name="T2" fmla="*/ 0 w 23"/>
                  <a:gd name="T3" fmla="*/ 2 h 30"/>
                  <a:gd name="T4" fmla="*/ 6 w 23"/>
                  <a:gd name="T5" fmla="*/ 0 h 30"/>
                  <a:gd name="T6" fmla="*/ 23 w 23"/>
                  <a:gd name="T7" fmla="*/ 27 h 30"/>
                  <a:gd name="T8" fmla="*/ 17 w 23"/>
                  <a:gd name="T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0">
                    <a:moveTo>
                      <a:pt x="17" y="30"/>
                    </a:moveTo>
                    <a:lnTo>
                      <a:pt x="0" y="2"/>
                    </a:lnTo>
                    <a:lnTo>
                      <a:pt x="6" y="0"/>
                    </a:lnTo>
                    <a:lnTo>
                      <a:pt x="23" y="27"/>
                    </a:lnTo>
                    <a:lnTo>
                      <a:pt x="17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 bwMode="auto">
              <a:xfrm>
                <a:off x="2765426" y="2830513"/>
                <a:ext cx="50800" cy="52388"/>
              </a:xfrm>
              <a:custGeom>
                <a:avLst/>
                <a:gdLst>
                  <a:gd name="T0" fmla="*/ 25 w 33"/>
                  <a:gd name="T1" fmla="*/ 16 h 34"/>
                  <a:gd name="T2" fmla="*/ 32 w 33"/>
                  <a:gd name="T3" fmla="*/ 14 h 34"/>
                  <a:gd name="T4" fmla="*/ 32 w 33"/>
                  <a:gd name="T5" fmla="*/ 23 h 34"/>
                  <a:gd name="T6" fmla="*/ 27 w 33"/>
                  <a:gd name="T7" fmla="*/ 31 h 34"/>
                  <a:gd name="T8" fmla="*/ 15 w 33"/>
                  <a:gd name="T9" fmla="*/ 33 h 34"/>
                  <a:gd name="T10" fmla="*/ 5 w 33"/>
                  <a:gd name="T11" fmla="*/ 26 h 34"/>
                  <a:gd name="T12" fmla="*/ 1 w 33"/>
                  <a:gd name="T13" fmla="*/ 13 h 34"/>
                  <a:gd name="T14" fmla="*/ 7 w 33"/>
                  <a:gd name="T15" fmla="*/ 3 h 34"/>
                  <a:gd name="T16" fmla="*/ 17 w 33"/>
                  <a:gd name="T17" fmla="*/ 0 h 34"/>
                  <a:gd name="T18" fmla="*/ 23 w 33"/>
                  <a:gd name="T19" fmla="*/ 3 h 34"/>
                  <a:gd name="T20" fmla="*/ 19 w 33"/>
                  <a:gd name="T21" fmla="*/ 8 h 34"/>
                  <a:gd name="T22" fmla="*/ 15 w 33"/>
                  <a:gd name="T23" fmla="*/ 6 h 34"/>
                  <a:gd name="T24" fmla="*/ 10 w 33"/>
                  <a:gd name="T25" fmla="*/ 8 h 34"/>
                  <a:gd name="T26" fmla="*/ 7 w 33"/>
                  <a:gd name="T27" fmla="*/ 13 h 34"/>
                  <a:gd name="T28" fmla="*/ 10 w 33"/>
                  <a:gd name="T29" fmla="*/ 21 h 34"/>
                  <a:gd name="T30" fmla="*/ 17 w 33"/>
                  <a:gd name="T31" fmla="*/ 27 h 34"/>
                  <a:gd name="T32" fmla="*/ 23 w 33"/>
                  <a:gd name="T33" fmla="*/ 26 h 34"/>
                  <a:gd name="T34" fmla="*/ 26 w 33"/>
                  <a:gd name="T35" fmla="*/ 22 h 34"/>
                  <a:gd name="T36" fmla="*/ 25 w 33"/>
                  <a:gd name="T37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3" h="34">
                    <a:moveTo>
                      <a:pt x="25" y="16"/>
                    </a:moveTo>
                    <a:cubicBezTo>
                      <a:pt x="32" y="14"/>
                      <a:pt x="32" y="14"/>
                      <a:pt x="32" y="14"/>
                    </a:cubicBezTo>
                    <a:cubicBezTo>
                      <a:pt x="33" y="18"/>
                      <a:pt x="33" y="21"/>
                      <a:pt x="32" y="23"/>
                    </a:cubicBezTo>
                    <a:cubicBezTo>
                      <a:pt x="31" y="26"/>
                      <a:pt x="30" y="29"/>
                      <a:pt x="27" y="31"/>
                    </a:cubicBezTo>
                    <a:cubicBezTo>
                      <a:pt x="23" y="33"/>
                      <a:pt x="19" y="34"/>
                      <a:pt x="15" y="33"/>
                    </a:cubicBezTo>
                    <a:cubicBezTo>
                      <a:pt x="11" y="33"/>
                      <a:pt x="8" y="30"/>
                      <a:pt x="5" y="26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9"/>
                      <a:pt x="3" y="6"/>
                      <a:pt x="7" y="3"/>
                    </a:cubicBezTo>
                    <a:cubicBezTo>
                      <a:pt x="10" y="0"/>
                      <a:pt x="14" y="0"/>
                      <a:pt x="17" y="0"/>
                    </a:cubicBezTo>
                    <a:cubicBezTo>
                      <a:pt x="19" y="0"/>
                      <a:pt x="21" y="1"/>
                      <a:pt x="23" y="3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6"/>
                      <a:pt x="15" y="6"/>
                    </a:cubicBezTo>
                    <a:cubicBezTo>
                      <a:pt x="13" y="6"/>
                      <a:pt x="12" y="7"/>
                      <a:pt x="10" y="8"/>
                    </a:cubicBezTo>
                    <a:cubicBezTo>
                      <a:pt x="8" y="9"/>
                      <a:pt x="7" y="11"/>
                      <a:pt x="7" y="13"/>
                    </a:cubicBezTo>
                    <a:cubicBezTo>
                      <a:pt x="7" y="16"/>
                      <a:pt x="8" y="18"/>
                      <a:pt x="10" y="21"/>
                    </a:cubicBezTo>
                    <a:cubicBezTo>
                      <a:pt x="12" y="25"/>
                      <a:pt x="15" y="27"/>
                      <a:pt x="17" y="27"/>
                    </a:cubicBezTo>
                    <a:cubicBezTo>
                      <a:pt x="19" y="28"/>
                      <a:pt x="21" y="27"/>
                      <a:pt x="23" y="26"/>
                    </a:cubicBezTo>
                    <a:cubicBezTo>
                      <a:pt x="25" y="25"/>
                      <a:pt x="26" y="24"/>
                      <a:pt x="26" y="22"/>
                    </a:cubicBezTo>
                    <a:cubicBezTo>
                      <a:pt x="26" y="20"/>
                      <a:pt x="26" y="18"/>
                      <a:pt x="2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 bwMode="auto">
              <a:xfrm>
                <a:off x="2813051" y="2779713"/>
                <a:ext cx="53975" cy="53975"/>
              </a:xfrm>
              <a:custGeom>
                <a:avLst/>
                <a:gdLst>
                  <a:gd name="T0" fmla="*/ 30 w 34"/>
                  <a:gd name="T1" fmla="*/ 34 h 34"/>
                  <a:gd name="T2" fmla="*/ 11 w 34"/>
                  <a:gd name="T3" fmla="*/ 14 h 34"/>
                  <a:gd name="T4" fmla="*/ 4 w 34"/>
                  <a:gd name="T5" fmla="*/ 21 h 34"/>
                  <a:gd name="T6" fmla="*/ 0 w 34"/>
                  <a:gd name="T7" fmla="*/ 17 h 34"/>
                  <a:gd name="T8" fmla="*/ 20 w 34"/>
                  <a:gd name="T9" fmla="*/ 0 h 34"/>
                  <a:gd name="T10" fmla="*/ 23 w 34"/>
                  <a:gd name="T11" fmla="*/ 4 h 34"/>
                  <a:gd name="T12" fmla="*/ 16 w 34"/>
                  <a:gd name="T13" fmla="*/ 11 h 34"/>
                  <a:gd name="T14" fmla="*/ 34 w 34"/>
                  <a:gd name="T15" fmla="*/ 30 h 34"/>
                  <a:gd name="T16" fmla="*/ 30 w 34"/>
                  <a:gd name="T1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0" y="34"/>
                    </a:moveTo>
                    <a:lnTo>
                      <a:pt x="11" y="14"/>
                    </a:lnTo>
                    <a:lnTo>
                      <a:pt x="4" y="21"/>
                    </a:lnTo>
                    <a:lnTo>
                      <a:pt x="0" y="17"/>
                    </a:lnTo>
                    <a:lnTo>
                      <a:pt x="20" y="0"/>
                    </a:lnTo>
                    <a:lnTo>
                      <a:pt x="23" y="4"/>
                    </a:lnTo>
                    <a:lnTo>
                      <a:pt x="16" y="11"/>
                    </a:lnTo>
                    <a:lnTo>
                      <a:pt x="34" y="30"/>
                    </a:lnTo>
                    <a:lnTo>
                      <a:pt x="3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 bwMode="auto">
              <a:xfrm>
                <a:off x="2846388" y="2749551"/>
                <a:ext cx="61913" cy="61913"/>
              </a:xfrm>
              <a:custGeom>
                <a:avLst/>
                <a:gdLst>
                  <a:gd name="T0" fmla="*/ 23 w 39"/>
                  <a:gd name="T1" fmla="*/ 39 h 39"/>
                  <a:gd name="T2" fmla="*/ 0 w 39"/>
                  <a:gd name="T3" fmla="*/ 17 h 39"/>
                  <a:gd name="T4" fmla="*/ 16 w 39"/>
                  <a:gd name="T5" fmla="*/ 0 h 39"/>
                  <a:gd name="T6" fmla="*/ 20 w 39"/>
                  <a:gd name="T7" fmla="*/ 3 h 39"/>
                  <a:gd name="T8" fmla="*/ 9 w 39"/>
                  <a:gd name="T9" fmla="*/ 16 h 39"/>
                  <a:gd name="T10" fmla="*/ 13 w 39"/>
                  <a:gd name="T11" fmla="*/ 21 h 39"/>
                  <a:gd name="T12" fmla="*/ 24 w 39"/>
                  <a:gd name="T13" fmla="*/ 9 h 39"/>
                  <a:gd name="T14" fmla="*/ 28 w 39"/>
                  <a:gd name="T15" fmla="*/ 13 h 39"/>
                  <a:gd name="T16" fmla="*/ 17 w 39"/>
                  <a:gd name="T17" fmla="*/ 25 h 39"/>
                  <a:gd name="T18" fmla="*/ 24 w 39"/>
                  <a:gd name="T19" fmla="*/ 31 h 39"/>
                  <a:gd name="T20" fmla="*/ 36 w 39"/>
                  <a:gd name="T21" fmla="*/ 18 h 39"/>
                  <a:gd name="T22" fmla="*/ 39 w 39"/>
                  <a:gd name="T23" fmla="*/ 22 h 39"/>
                  <a:gd name="T24" fmla="*/ 23 w 39"/>
                  <a:gd name="T25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39">
                    <a:moveTo>
                      <a:pt x="23" y="39"/>
                    </a:moveTo>
                    <a:lnTo>
                      <a:pt x="0" y="17"/>
                    </a:lnTo>
                    <a:lnTo>
                      <a:pt x="16" y="0"/>
                    </a:lnTo>
                    <a:lnTo>
                      <a:pt x="20" y="3"/>
                    </a:lnTo>
                    <a:lnTo>
                      <a:pt x="9" y="16"/>
                    </a:lnTo>
                    <a:lnTo>
                      <a:pt x="13" y="21"/>
                    </a:lnTo>
                    <a:lnTo>
                      <a:pt x="24" y="9"/>
                    </a:lnTo>
                    <a:lnTo>
                      <a:pt x="28" y="13"/>
                    </a:lnTo>
                    <a:lnTo>
                      <a:pt x="17" y="25"/>
                    </a:lnTo>
                    <a:lnTo>
                      <a:pt x="24" y="31"/>
                    </a:lnTo>
                    <a:lnTo>
                      <a:pt x="36" y="18"/>
                    </a:lnTo>
                    <a:lnTo>
                      <a:pt x="39" y="22"/>
                    </a:lnTo>
                    <a:lnTo>
                      <a:pt x="23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 bwMode="auto">
              <a:xfrm>
                <a:off x="2882901" y="2717801"/>
                <a:ext cx="52388" cy="52388"/>
              </a:xfrm>
              <a:custGeom>
                <a:avLst/>
                <a:gdLst>
                  <a:gd name="T0" fmla="*/ 25 w 34"/>
                  <a:gd name="T1" fmla="*/ 14 h 34"/>
                  <a:gd name="T2" fmla="*/ 30 w 34"/>
                  <a:gd name="T3" fmla="*/ 10 h 34"/>
                  <a:gd name="T4" fmla="*/ 34 w 34"/>
                  <a:gd name="T5" fmla="*/ 19 h 34"/>
                  <a:gd name="T6" fmla="*/ 30 w 34"/>
                  <a:gd name="T7" fmla="*/ 28 h 34"/>
                  <a:gd name="T8" fmla="*/ 20 w 34"/>
                  <a:gd name="T9" fmla="*/ 33 h 34"/>
                  <a:gd name="T10" fmla="*/ 8 w 34"/>
                  <a:gd name="T11" fmla="*/ 29 h 34"/>
                  <a:gd name="T12" fmla="*/ 0 w 34"/>
                  <a:gd name="T13" fmla="*/ 18 h 34"/>
                  <a:gd name="T14" fmla="*/ 4 w 34"/>
                  <a:gd name="T15" fmla="*/ 6 h 34"/>
                  <a:gd name="T16" fmla="*/ 13 w 34"/>
                  <a:gd name="T17" fmla="*/ 1 h 34"/>
                  <a:gd name="T18" fmla="*/ 19 w 34"/>
                  <a:gd name="T19" fmla="*/ 2 h 34"/>
                  <a:gd name="T20" fmla="*/ 17 w 34"/>
                  <a:gd name="T21" fmla="*/ 8 h 34"/>
                  <a:gd name="T22" fmla="*/ 12 w 34"/>
                  <a:gd name="T23" fmla="*/ 7 h 34"/>
                  <a:gd name="T24" fmla="*/ 8 w 34"/>
                  <a:gd name="T25" fmla="*/ 10 h 34"/>
                  <a:gd name="T26" fmla="*/ 6 w 34"/>
                  <a:gd name="T27" fmla="*/ 16 h 34"/>
                  <a:gd name="T28" fmla="*/ 12 w 34"/>
                  <a:gd name="T29" fmla="*/ 23 h 34"/>
                  <a:gd name="T30" fmla="*/ 20 w 34"/>
                  <a:gd name="T31" fmla="*/ 27 h 34"/>
                  <a:gd name="T32" fmla="*/ 26 w 34"/>
                  <a:gd name="T33" fmla="*/ 24 h 34"/>
                  <a:gd name="T34" fmla="*/ 27 w 34"/>
                  <a:gd name="T35" fmla="*/ 19 h 34"/>
                  <a:gd name="T36" fmla="*/ 25 w 34"/>
                  <a:gd name="T37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34">
                    <a:moveTo>
                      <a:pt x="25" y="14"/>
                    </a:moveTo>
                    <a:cubicBezTo>
                      <a:pt x="30" y="10"/>
                      <a:pt x="30" y="10"/>
                      <a:pt x="30" y="10"/>
                    </a:cubicBezTo>
                    <a:cubicBezTo>
                      <a:pt x="33" y="13"/>
                      <a:pt x="34" y="16"/>
                      <a:pt x="34" y="19"/>
                    </a:cubicBezTo>
                    <a:cubicBezTo>
                      <a:pt x="33" y="22"/>
                      <a:pt x="32" y="25"/>
                      <a:pt x="30" y="28"/>
                    </a:cubicBezTo>
                    <a:cubicBezTo>
                      <a:pt x="27" y="31"/>
                      <a:pt x="24" y="33"/>
                      <a:pt x="20" y="33"/>
                    </a:cubicBezTo>
                    <a:cubicBezTo>
                      <a:pt x="16" y="34"/>
                      <a:pt x="12" y="32"/>
                      <a:pt x="8" y="29"/>
                    </a:cubicBezTo>
                    <a:cubicBezTo>
                      <a:pt x="3" y="25"/>
                      <a:pt x="1" y="22"/>
                      <a:pt x="0" y="18"/>
                    </a:cubicBezTo>
                    <a:cubicBezTo>
                      <a:pt x="0" y="14"/>
                      <a:pt x="1" y="10"/>
                      <a:pt x="4" y="6"/>
                    </a:cubicBezTo>
                    <a:cubicBezTo>
                      <a:pt x="6" y="3"/>
                      <a:pt x="9" y="1"/>
                      <a:pt x="13" y="1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5" y="7"/>
                      <a:pt x="13" y="7"/>
                      <a:pt x="12" y="7"/>
                    </a:cubicBezTo>
                    <a:cubicBezTo>
                      <a:pt x="10" y="8"/>
                      <a:pt x="9" y="8"/>
                      <a:pt x="8" y="10"/>
                    </a:cubicBezTo>
                    <a:cubicBezTo>
                      <a:pt x="6" y="12"/>
                      <a:pt x="6" y="14"/>
                      <a:pt x="6" y="16"/>
                    </a:cubicBezTo>
                    <a:cubicBezTo>
                      <a:pt x="7" y="18"/>
                      <a:pt x="9" y="21"/>
                      <a:pt x="12" y="23"/>
                    </a:cubicBezTo>
                    <a:cubicBezTo>
                      <a:pt x="15" y="26"/>
                      <a:pt x="18" y="27"/>
                      <a:pt x="20" y="27"/>
                    </a:cubicBezTo>
                    <a:cubicBezTo>
                      <a:pt x="22" y="27"/>
                      <a:pt x="24" y="26"/>
                      <a:pt x="26" y="24"/>
                    </a:cubicBezTo>
                    <a:cubicBezTo>
                      <a:pt x="27" y="23"/>
                      <a:pt x="27" y="21"/>
                      <a:pt x="27" y="19"/>
                    </a:cubicBezTo>
                    <a:cubicBezTo>
                      <a:pt x="27" y="18"/>
                      <a:pt x="26" y="16"/>
                      <a:pt x="2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 bwMode="auto">
              <a:xfrm>
                <a:off x="2905126" y="2673351"/>
                <a:ext cx="63500" cy="63500"/>
              </a:xfrm>
              <a:custGeom>
                <a:avLst/>
                <a:gdLst>
                  <a:gd name="T0" fmla="*/ 27 w 40"/>
                  <a:gd name="T1" fmla="*/ 40 h 40"/>
                  <a:gd name="T2" fmla="*/ 0 w 40"/>
                  <a:gd name="T3" fmla="*/ 21 h 40"/>
                  <a:gd name="T4" fmla="*/ 3 w 40"/>
                  <a:gd name="T5" fmla="*/ 16 h 40"/>
                  <a:gd name="T6" fmla="*/ 14 w 40"/>
                  <a:gd name="T7" fmla="*/ 23 h 40"/>
                  <a:gd name="T8" fmla="*/ 21 w 40"/>
                  <a:gd name="T9" fmla="*/ 13 h 40"/>
                  <a:gd name="T10" fmla="*/ 10 w 40"/>
                  <a:gd name="T11" fmla="*/ 6 h 40"/>
                  <a:gd name="T12" fmla="*/ 14 w 40"/>
                  <a:gd name="T13" fmla="*/ 0 h 40"/>
                  <a:gd name="T14" fmla="*/ 40 w 40"/>
                  <a:gd name="T15" fmla="*/ 18 h 40"/>
                  <a:gd name="T16" fmla="*/ 37 w 40"/>
                  <a:gd name="T17" fmla="*/ 23 h 40"/>
                  <a:gd name="T18" fmla="*/ 26 w 40"/>
                  <a:gd name="T19" fmla="*/ 15 h 40"/>
                  <a:gd name="T20" fmla="*/ 18 w 40"/>
                  <a:gd name="T21" fmla="*/ 26 h 40"/>
                  <a:gd name="T22" fmla="*/ 30 w 40"/>
                  <a:gd name="T23" fmla="*/ 34 h 40"/>
                  <a:gd name="T24" fmla="*/ 27 w 40"/>
                  <a:gd name="T25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40">
                    <a:moveTo>
                      <a:pt x="27" y="40"/>
                    </a:moveTo>
                    <a:lnTo>
                      <a:pt x="0" y="21"/>
                    </a:lnTo>
                    <a:lnTo>
                      <a:pt x="3" y="16"/>
                    </a:lnTo>
                    <a:lnTo>
                      <a:pt x="14" y="23"/>
                    </a:lnTo>
                    <a:lnTo>
                      <a:pt x="21" y="13"/>
                    </a:lnTo>
                    <a:lnTo>
                      <a:pt x="10" y="6"/>
                    </a:lnTo>
                    <a:lnTo>
                      <a:pt x="14" y="0"/>
                    </a:lnTo>
                    <a:lnTo>
                      <a:pt x="40" y="18"/>
                    </a:lnTo>
                    <a:lnTo>
                      <a:pt x="37" y="23"/>
                    </a:lnTo>
                    <a:lnTo>
                      <a:pt x="26" y="15"/>
                    </a:lnTo>
                    <a:lnTo>
                      <a:pt x="18" y="26"/>
                    </a:lnTo>
                    <a:lnTo>
                      <a:pt x="30" y="34"/>
                    </a:lnTo>
                    <a:lnTo>
                      <a:pt x="27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 bwMode="auto">
              <a:xfrm>
                <a:off x="2930526" y="2633663"/>
                <a:ext cx="65088" cy="58738"/>
              </a:xfrm>
              <a:custGeom>
                <a:avLst/>
                <a:gdLst>
                  <a:gd name="T0" fmla="*/ 28 w 41"/>
                  <a:gd name="T1" fmla="*/ 37 h 37"/>
                  <a:gd name="T2" fmla="*/ 0 w 41"/>
                  <a:gd name="T3" fmla="*/ 21 h 37"/>
                  <a:gd name="T4" fmla="*/ 4 w 41"/>
                  <a:gd name="T5" fmla="*/ 16 h 37"/>
                  <a:gd name="T6" fmla="*/ 28 w 41"/>
                  <a:gd name="T7" fmla="*/ 15 h 37"/>
                  <a:gd name="T8" fmla="*/ 10 w 41"/>
                  <a:gd name="T9" fmla="*/ 4 h 37"/>
                  <a:gd name="T10" fmla="*/ 13 w 41"/>
                  <a:gd name="T11" fmla="*/ 0 h 37"/>
                  <a:gd name="T12" fmla="*/ 41 w 41"/>
                  <a:gd name="T13" fmla="*/ 15 h 37"/>
                  <a:gd name="T14" fmla="*/ 38 w 41"/>
                  <a:gd name="T15" fmla="*/ 20 h 37"/>
                  <a:gd name="T16" fmla="*/ 13 w 41"/>
                  <a:gd name="T17" fmla="*/ 22 h 37"/>
                  <a:gd name="T18" fmla="*/ 31 w 41"/>
                  <a:gd name="T19" fmla="*/ 32 h 37"/>
                  <a:gd name="T20" fmla="*/ 28 w 41"/>
                  <a:gd name="T2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" h="37">
                    <a:moveTo>
                      <a:pt x="28" y="37"/>
                    </a:moveTo>
                    <a:lnTo>
                      <a:pt x="0" y="21"/>
                    </a:lnTo>
                    <a:lnTo>
                      <a:pt x="4" y="16"/>
                    </a:lnTo>
                    <a:lnTo>
                      <a:pt x="28" y="15"/>
                    </a:lnTo>
                    <a:lnTo>
                      <a:pt x="10" y="4"/>
                    </a:lnTo>
                    <a:lnTo>
                      <a:pt x="13" y="0"/>
                    </a:lnTo>
                    <a:lnTo>
                      <a:pt x="41" y="15"/>
                    </a:lnTo>
                    <a:lnTo>
                      <a:pt x="38" y="20"/>
                    </a:lnTo>
                    <a:lnTo>
                      <a:pt x="13" y="22"/>
                    </a:lnTo>
                    <a:lnTo>
                      <a:pt x="31" y="32"/>
                    </a:lnTo>
                    <a:lnTo>
                      <a:pt x="28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7" name="任意多边形: 形状 76"/>
              <p:cNvSpPr>
                <a:spLocks noEditPoints="1"/>
              </p:cNvSpPr>
              <p:nvPr/>
            </p:nvSpPr>
            <p:spPr bwMode="auto">
              <a:xfrm>
                <a:off x="2959101" y="2589213"/>
                <a:ext cx="53975" cy="52388"/>
              </a:xfrm>
              <a:custGeom>
                <a:avLst/>
                <a:gdLst>
                  <a:gd name="T0" fmla="*/ 11 w 35"/>
                  <a:gd name="T1" fmla="*/ 31 h 34"/>
                  <a:gd name="T2" fmla="*/ 4 w 35"/>
                  <a:gd name="T3" fmla="*/ 27 h 34"/>
                  <a:gd name="T4" fmla="*/ 1 w 35"/>
                  <a:gd name="T5" fmla="*/ 22 h 34"/>
                  <a:gd name="T6" fmla="*/ 0 w 35"/>
                  <a:gd name="T7" fmla="*/ 17 h 34"/>
                  <a:gd name="T8" fmla="*/ 2 w 35"/>
                  <a:gd name="T9" fmla="*/ 10 h 34"/>
                  <a:gd name="T10" fmla="*/ 10 w 35"/>
                  <a:gd name="T11" fmla="*/ 1 h 34"/>
                  <a:gd name="T12" fmla="*/ 24 w 35"/>
                  <a:gd name="T13" fmla="*/ 2 h 34"/>
                  <a:gd name="T14" fmla="*/ 33 w 35"/>
                  <a:gd name="T15" fmla="*/ 11 h 34"/>
                  <a:gd name="T16" fmla="*/ 33 w 35"/>
                  <a:gd name="T17" fmla="*/ 24 h 34"/>
                  <a:gd name="T18" fmla="*/ 24 w 35"/>
                  <a:gd name="T19" fmla="*/ 32 h 34"/>
                  <a:gd name="T20" fmla="*/ 11 w 35"/>
                  <a:gd name="T21" fmla="*/ 31 h 34"/>
                  <a:gd name="T22" fmla="*/ 13 w 35"/>
                  <a:gd name="T23" fmla="*/ 25 h 34"/>
                  <a:gd name="T24" fmla="*/ 22 w 35"/>
                  <a:gd name="T25" fmla="*/ 26 h 34"/>
                  <a:gd name="T26" fmla="*/ 28 w 35"/>
                  <a:gd name="T27" fmla="*/ 21 h 34"/>
                  <a:gd name="T28" fmla="*/ 28 w 35"/>
                  <a:gd name="T29" fmla="*/ 14 h 34"/>
                  <a:gd name="T30" fmla="*/ 21 w 35"/>
                  <a:gd name="T31" fmla="*/ 8 h 34"/>
                  <a:gd name="T32" fmla="*/ 12 w 35"/>
                  <a:gd name="T33" fmla="*/ 7 h 34"/>
                  <a:gd name="T34" fmla="*/ 7 w 35"/>
                  <a:gd name="T35" fmla="*/ 12 h 34"/>
                  <a:gd name="T36" fmla="*/ 7 w 35"/>
                  <a:gd name="T37" fmla="*/ 19 h 34"/>
                  <a:gd name="T38" fmla="*/ 13 w 35"/>
                  <a:gd name="T39" fmla="*/ 2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34">
                    <a:moveTo>
                      <a:pt x="11" y="31"/>
                    </a:moveTo>
                    <a:cubicBezTo>
                      <a:pt x="8" y="30"/>
                      <a:pt x="5" y="28"/>
                      <a:pt x="4" y="27"/>
                    </a:cubicBezTo>
                    <a:cubicBezTo>
                      <a:pt x="3" y="25"/>
                      <a:pt x="2" y="24"/>
                      <a:pt x="1" y="22"/>
                    </a:cubicBezTo>
                    <a:cubicBezTo>
                      <a:pt x="0" y="20"/>
                      <a:pt x="0" y="19"/>
                      <a:pt x="0" y="17"/>
                    </a:cubicBezTo>
                    <a:cubicBezTo>
                      <a:pt x="0" y="15"/>
                      <a:pt x="1" y="12"/>
                      <a:pt x="2" y="10"/>
                    </a:cubicBezTo>
                    <a:cubicBezTo>
                      <a:pt x="4" y="5"/>
                      <a:pt x="7" y="3"/>
                      <a:pt x="10" y="1"/>
                    </a:cubicBezTo>
                    <a:cubicBezTo>
                      <a:pt x="14" y="0"/>
                      <a:pt x="19" y="0"/>
                      <a:pt x="24" y="2"/>
                    </a:cubicBezTo>
                    <a:cubicBezTo>
                      <a:pt x="29" y="4"/>
                      <a:pt x="32" y="7"/>
                      <a:pt x="33" y="11"/>
                    </a:cubicBezTo>
                    <a:cubicBezTo>
                      <a:pt x="35" y="15"/>
                      <a:pt x="35" y="19"/>
                      <a:pt x="33" y="24"/>
                    </a:cubicBezTo>
                    <a:cubicBezTo>
                      <a:pt x="31" y="28"/>
                      <a:pt x="28" y="31"/>
                      <a:pt x="24" y="32"/>
                    </a:cubicBezTo>
                    <a:cubicBezTo>
                      <a:pt x="20" y="34"/>
                      <a:pt x="16" y="34"/>
                      <a:pt x="11" y="31"/>
                    </a:cubicBezTo>
                    <a:close/>
                    <a:moveTo>
                      <a:pt x="13" y="25"/>
                    </a:moveTo>
                    <a:cubicBezTo>
                      <a:pt x="17" y="27"/>
                      <a:pt x="20" y="27"/>
                      <a:pt x="22" y="26"/>
                    </a:cubicBezTo>
                    <a:cubicBezTo>
                      <a:pt x="25" y="25"/>
                      <a:pt x="26" y="24"/>
                      <a:pt x="28" y="21"/>
                    </a:cubicBezTo>
                    <a:cubicBezTo>
                      <a:pt x="29" y="19"/>
                      <a:pt x="29" y="17"/>
                      <a:pt x="28" y="14"/>
                    </a:cubicBezTo>
                    <a:cubicBezTo>
                      <a:pt x="27" y="12"/>
                      <a:pt x="24" y="10"/>
                      <a:pt x="21" y="8"/>
                    </a:cubicBezTo>
                    <a:cubicBezTo>
                      <a:pt x="17" y="7"/>
                      <a:pt x="14" y="7"/>
                      <a:pt x="12" y="7"/>
                    </a:cubicBezTo>
                    <a:cubicBezTo>
                      <a:pt x="10" y="8"/>
                      <a:pt x="8" y="10"/>
                      <a:pt x="7" y="12"/>
                    </a:cubicBezTo>
                    <a:cubicBezTo>
                      <a:pt x="6" y="15"/>
                      <a:pt x="6" y="17"/>
                      <a:pt x="7" y="19"/>
                    </a:cubicBezTo>
                    <a:cubicBezTo>
                      <a:pt x="8" y="22"/>
                      <a:pt x="10" y="24"/>
                      <a:pt x="13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 bwMode="auto">
              <a:xfrm>
                <a:off x="2974976" y="2559051"/>
                <a:ext cx="58738" cy="34925"/>
              </a:xfrm>
              <a:custGeom>
                <a:avLst/>
                <a:gdLst>
                  <a:gd name="T0" fmla="*/ 30 w 37"/>
                  <a:gd name="T1" fmla="*/ 22 h 22"/>
                  <a:gd name="T2" fmla="*/ 0 w 37"/>
                  <a:gd name="T3" fmla="*/ 13 h 22"/>
                  <a:gd name="T4" fmla="*/ 2 w 37"/>
                  <a:gd name="T5" fmla="*/ 6 h 22"/>
                  <a:gd name="T6" fmla="*/ 27 w 37"/>
                  <a:gd name="T7" fmla="*/ 15 h 22"/>
                  <a:gd name="T8" fmla="*/ 32 w 37"/>
                  <a:gd name="T9" fmla="*/ 0 h 22"/>
                  <a:gd name="T10" fmla="*/ 37 w 37"/>
                  <a:gd name="T11" fmla="*/ 2 h 22"/>
                  <a:gd name="T12" fmla="*/ 30 w 37"/>
                  <a:gd name="T13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22">
                    <a:moveTo>
                      <a:pt x="30" y="22"/>
                    </a:moveTo>
                    <a:lnTo>
                      <a:pt x="0" y="13"/>
                    </a:lnTo>
                    <a:lnTo>
                      <a:pt x="2" y="6"/>
                    </a:lnTo>
                    <a:lnTo>
                      <a:pt x="27" y="15"/>
                    </a:lnTo>
                    <a:lnTo>
                      <a:pt x="32" y="0"/>
                    </a:lnTo>
                    <a:lnTo>
                      <a:pt x="37" y="2"/>
                    </a:lnTo>
                    <a:lnTo>
                      <a:pt x="3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9" name="任意多边形: 形状 78"/>
              <p:cNvSpPr>
                <a:spLocks noEditPoints="1"/>
              </p:cNvSpPr>
              <p:nvPr/>
            </p:nvSpPr>
            <p:spPr bwMode="auto">
              <a:xfrm>
                <a:off x="2990851" y="2500313"/>
                <a:ext cx="53975" cy="50800"/>
              </a:xfrm>
              <a:custGeom>
                <a:avLst/>
                <a:gdLst>
                  <a:gd name="T0" fmla="*/ 14 w 35"/>
                  <a:gd name="T1" fmla="*/ 32 h 33"/>
                  <a:gd name="T2" fmla="*/ 6 w 35"/>
                  <a:gd name="T3" fmla="*/ 28 h 33"/>
                  <a:gd name="T4" fmla="*/ 2 w 35"/>
                  <a:gd name="T5" fmla="*/ 24 h 33"/>
                  <a:gd name="T6" fmla="*/ 1 w 35"/>
                  <a:gd name="T7" fmla="*/ 19 h 33"/>
                  <a:gd name="T8" fmla="*/ 1 w 35"/>
                  <a:gd name="T9" fmla="*/ 12 h 33"/>
                  <a:gd name="T10" fmla="*/ 8 w 35"/>
                  <a:gd name="T11" fmla="*/ 2 h 33"/>
                  <a:gd name="T12" fmla="*/ 22 w 35"/>
                  <a:gd name="T13" fmla="*/ 1 h 33"/>
                  <a:gd name="T14" fmla="*/ 33 w 35"/>
                  <a:gd name="T15" fmla="*/ 8 h 33"/>
                  <a:gd name="T16" fmla="*/ 34 w 35"/>
                  <a:gd name="T17" fmla="*/ 21 h 33"/>
                  <a:gd name="T18" fmla="*/ 27 w 35"/>
                  <a:gd name="T19" fmla="*/ 31 h 33"/>
                  <a:gd name="T20" fmla="*/ 14 w 35"/>
                  <a:gd name="T21" fmla="*/ 32 h 33"/>
                  <a:gd name="T22" fmla="*/ 15 w 35"/>
                  <a:gd name="T23" fmla="*/ 25 h 33"/>
                  <a:gd name="T24" fmla="*/ 24 w 35"/>
                  <a:gd name="T25" fmla="*/ 25 h 33"/>
                  <a:gd name="T26" fmla="*/ 29 w 35"/>
                  <a:gd name="T27" fmla="*/ 19 h 33"/>
                  <a:gd name="T28" fmla="*/ 27 w 35"/>
                  <a:gd name="T29" fmla="*/ 12 h 33"/>
                  <a:gd name="T30" fmla="*/ 20 w 35"/>
                  <a:gd name="T31" fmla="*/ 8 h 33"/>
                  <a:gd name="T32" fmla="*/ 11 w 35"/>
                  <a:gd name="T33" fmla="*/ 8 h 33"/>
                  <a:gd name="T34" fmla="*/ 7 w 35"/>
                  <a:gd name="T35" fmla="*/ 13 h 33"/>
                  <a:gd name="T36" fmla="*/ 8 w 35"/>
                  <a:gd name="T37" fmla="*/ 21 h 33"/>
                  <a:gd name="T38" fmla="*/ 15 w 35"/>
                  <a:gd name="T39" fmla="*/ 2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33">
                    <a:moveTo>
                      <a:pt x="14" y="32"/>
                    </a:moveTo>
                    <a:cubicBezTo>
                      <a:pt x="11" y="31"/>
                      <a:pt x="8" y="30"/>
                      <a:pt x="6" y="28"/>
                    </a:cubicBezTo>
                    <a:cubicBezTo>
                      <a:pt x="5" y="27"/>
                      <a:pt x="3" y="26"/>
                      <a:pt x="2" y="24"/>
                    </a:cubicBezTo>
                    <a:cubicBezTo>
                      <a:pt x="1" y="23"/>
                      <a:pt x="1" y="21"/>
                      <a:pt x="1" y="19"/>
                    </a:cubicBezTo>
                    <a:cubicBezTo>
                      <a:pt x="0" y="17"/>
                      <a:pt x="0" y="15"/>
                      <a:pt x="1" y="12"/>
                    </a:cubicBezTo>
                    <a:cubicBezTo>
                      <a:pt x="2" y="7"/>
                      <a:pt x="5" y="4"/>
                      <a:pt x="8" y="2"/>
                    </a:cubicBezTo>
                    <a:cubicBezTo>
                      <a:pt x="12" y="0"/>
                      <a:pt x="17" y="0"/>
                      <a:pt x="22" y="1"/>
                    </a:cubicBezTo>
                    <a:cubicBezTo>
                      <a:pt x="27" y="2"/>
                      <a:pt x="30" y="5"/>
                      <a:pt x="33" y="8"/>
                    </a:cubicBezTo>
                    <a:cubicBezTo>
                      <a:pt x="35" y="12"/>
                      <a:pt x="35" y="16"/>
                      <a:pt x="34" y="21"/>
                    </a:cubicBezTo>
                    <a:cubicBezTo>
                      <a:pt x="33" y="25"/>
                      <a:pt x="30" y="29"/>
                      <a:pt x="27" y="31"/>
                    </a:cubicBezTo>
                    <a:cubicBezTo>
                      <a:pt x="23" y="33"/>
                      <a:pt x="19" y="33"/>
                      <a:pt x="14" y="32"/>
                    </a:cubicBezTo>
                    <a:close/>
                    <a:moveTo>
                      <a:pt x="15" y="25"/>
                    </a:moveTo>
                    <a:cubicBezTo>
                      <a:pt x="19" y="26"/>
                      <a:pt x="22" y="26"/>
                      <a:pt x="24" y="25"/>
                    </a:cubicBezTo>
                    <a:cubicBezTo>
                      <a:pt x="26" y="24"/>
                      <a:pt x="28" y="22"/>
                      <a:pt x="29" y="19"/>
                    </a:cubicBezTo>
                    <a:cubicBezTo>
                      <a:pt x="29" y="17"/>
                      <a:pt x="29" y="14"/>
                      <a:pt x="27" y="12"/>
                    </a:cubicBezTo>
                    <a:cubicBezTo>
                      <a:pt x="26" y="10"/>
                      <a:pt x="23" y="8"/>
                      <a:pt x="20" y="8"/>
                    </a:cubicBezTo>
                    <a:cubicBezTo>
                      <a:pt x="16" y="7"/>
                      <a:pt x="13" y="7"/>
                      <a:pt x="11" y="8"/>
                    </a:cubicBezTo>
                    <a:cubicBezTo>
                      <a:pt x="9" y="9"/>
                      <a:pt x="7" y="11"/>
                      <a:pt x="7" y="13"/>
                    </a:cubicBezTo>
                    <a:cubicBezTo>
                      <a:pt x="6" y="16"/>
                      <a:pt x="6" y="18"/>
                      <a:pt x="8" y="21"/>
                    </a:cubicBezTo>
                    <a:cubicBezTo>
                      <a:pt x="9" y="23"/>
                      <a:pt x="12" y="24"/>
                      <a:pt x="15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 bwMode="auto">
              <a:xfrm>
                <a:off x="3003551" y="2449513"/>
                <a:ext cx="50800" cy="47625"/>
              </a:xfrm>
              <a:custGeom>
                <a:avLst/>
                <a:gdLst>
                  <a:gd name="T0" fmla="*/ 21 w 34"/>
                  <a:gd name="T1" fmla="*/ 15 h 31"/>
                  <a:gd name="T2" fmla="*/ 16 w 34"/>
                  <a:gd name="T3" fmla="*/ 14 h 31"/>
                  <a:gd name="T4" fmla="*/ 18 w 34"/>
                  <a:gd name="T5" fmla="*/ 0 h 31"/>
                  <a:gd name="T6" fmla="*/ 31 w 34"/>
                  <a:gd name="T7" fmla="*/ 2 h 31"/>
                  <a:gd name="T8" fmla="*/ 34 w 34"/>
                  <a:gd name="T9" fmla="*/ 9 h 31"/>
                  <a:gd name="T10" fmla="*/ 34 w 34"/>
                  <a:gd name="T11" fmla="*/ 17 h 31"/>
                  <a:gd name="T12" fmla="*/ 30 w 34"/>
                  <a:gd name="T13" fmla="*/ 26 h 31"/>
                  <a:gd name="T14" fmla="*/ 23 w 34"/>
                  <a:gd name="T15" fmla="*/ 30 h 31"/>
                  <a:gd name="T16" fmla="*/ 14 w 34"/>
                  <a:gd name="T17" fmla="*/ 31 h 31"/>
                  <a:gd name="T18" fmla="*/ 6 w 34"/>
                  <a:gd name="T19" fmla="*/ 27 h 31"/>
                  <a:gd name="T20" fmla="*/ 1 w 34"/>
                  <a:gd name="T21" fmla="*/ 20 h 31"/>
                  <a:gd name="T22" fmla="*/ 0 w 34"/>
                  <a:gd name="T23" fmla="*/ 12 h 31"/>
                  <a:gd name="T24" fmla="*/ 4 w 34"/>
                  <a:gd name="T25" fmla="*/ 3 h 31"/>
                  <a:gd name="T26" fmla="*/ 12 w 34"/>
                  <a:gd name="T27" fmla="*/ 0 h 31"/>
                  <a:gd name="T28" fmla="*/ 12 w 34"/>
                  <a:gd name="T29" fmla="*/ 6 h 31"/>
                  <a:gd name="T30" fmla="*/ 8 w 34"/>
                  <a:gd name="T31" fmla="*/ 8 h 31"/>
                  <a:gd name="T32" fmla="*/ 6 w 34"/>
                  <a:gd name="T33" fmla="*/ 13 h 31"/>
                  <a:gd name="T34" fmla="*/ 7 w 34"/>
                  <a:gd name="T35" fmla="*/ 20 h 31"/>
                  <a:gd name="T36" fmla="*/ 15 w 34"/>
                  <a:gd name="T37" fmla="*/ 24 h 31"/>
                  <a:gd name="T38" fmla="*/ 24 w 34"/>
                  <a:gd name="T39" fmla="*/ 23 h 31"/>
                  <a:gd name="T40" fmla="*/ 28 w 34"/>
                  <a:gd name="T41" fmla="*/ 17 h 31"/>
                  <a:gd name="T42" fmla="*/ 28 w 34"/>
                  <a:gd name="T43" fmla="*/ 12 h 31"/>
                  <a:gd name="T44" fmla="*/ 27 w 34"/>
                  <a:gd name="T45" fmla="*/ 8 h 31"/>
                  <a:gd name="T46" fmla="*/ 23 w 34"/>
                  <a:gd name="T47" fmla="*/ 8 h 31"/>
                  <a:gd name="T48" fmla="*/ 21 w 34"/>
                  <a:gd name="T49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" h="31">
                    <a:moveTo>
                      <a:pt x="21" y="15"/>
                    </a:moveTo>
                    <a:cubicBezTo>
                      <a:pt x="16" y="14"/>
                      <a:pt x="16" y="14"/>
                      <a:pt x="16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2" y="4"/>
                      <a:pt x="33" y="6"/>
                      <a:pt x="34" y="9"/>
                    </a:cubicBezTo>
                    <a:cubicBezTo>
                      <a:pt x="34" y="12"/>
                      <a:pt x="34" y="14"/>
                      <a:pt x="34" y="17"/>
                    </a:cubicBezTo>
                    <a:cubicBezTo>
                      <a:pt x="33" y="20"/>
                      <a:pt x="32" y="23"/>
                      <a:pt x="30" y="26"/>
                    </a:cubicBezTo>
                    <a:cubicBezTo>
                      <a:pt x="28" y="28"/>
                      <a:pt x="26" y="29"/>
                      <a:pt x="23" y="30"/>
                    </a:cubicBezTo>
                    <a:cubicBezTo>
                      <a:pt x="20" y="31"/>
                      <a:pt x="17" y="31"/>
                      <a:pt x="14" y="31"/>
                    </a:cubicBezTo>
                    <a:cubicBezTo>
                      <a:pt x="11" y="30"/>
                      <a:pt x="8" y="29"/>
                      <a:pt x="6" y="27"/>
                    </a:cubicBezTo>
                    <a:cubicBezTo>
                      <a:pt x="3" y="25"/>
                      <a:pt x="1" y="23"/>
                      <a:pt x="1" y="20"/>
                    </a:cubicBezTo>
                    <a:cubicBezTo>
                      <a:pt x="0" y="18"/>
                      <a:pt x="0" y="15"/>
                      <a:pt x="0" y="12"/>
                    </a:cubicBezTo>
                    <a:cubicBezTo>
                      <a:pt x="1" y="8"/>
                      <a:pt x="2" y="5"/>
                      <a:pt x="4" y="3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0" y="7"/>
                      <a:pt x="9" y="7"/>
                      <a:pt x="8" y="8"/>
                    </a:cubicBezTo>
                    <a:cubicBezTo>
                      <a:pt x="7" y="9"/>
                      <a:pt x="6" y="11"/>
                      <a:pt x="6" y="13"/>
                    </a:cubicBezTo>
                    <a:cubicBezTo>
                      <a:pt x="5" y="16"/>
                      <a:pt x="6" y="18"/>
                      <a:pt x="7" y="20"/>
                    </a:cubicBezTo>
                    <a:cubicBezTo>
                      <a:pt x="9" y="22"/>
                      <a:pt x="11" y="23"/>
                      <a:pt x="15" y="24"/>
                    </a:cubicBezTo>
                    <a:cubicBezTo>
                      <a:pt x="19" y="25"/>
                      <a:pt x="22" y="24"/>
                      <a:pt x="24" y="23"/>
                    </a:cubicBezTo>
                    <a:cubicBezTo>
                      <a:pt x="26" y="21"/>
                      <a:pt x="28" y="19"/>
                      <a:pt x="28" y="17"/>
                    </a:cubicBezTo>
                    <a:cubicBezTo>
                      <a:pt x="28" y="15"/>
                      <a:pt x="28" y="14"/>
                      <a:pt x="28" y="12"/>
                    </a:cubicBezTo>
                    <a:cubicBezTo>
                      <a:pt x="28" y="11"/>
                      <a:pt x="27" y="10"/>
                      <a:pt x="27" y="8"/>
                    </a:cubicBezTo>
                    <a:cubicBezTo>
                      <a:pt x="23" y="8"/>
                      <a:pt x="23" y="8"/>
                      <a:pt x="23" y="8"/>
                    </a:cubicBezTo>
                    <a:lnTo>
                      <a:pt x="21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 bwMode="auto">
              <a:xfrm>
                <a:off x="3006726" y="2398713"/>
                <a:ext cx="52388" cy="46038"/>
              </a:xfrm>
              <a:custGeom>
                <a:avLst/>
                <a:gdLst>
                  <a:gd name="T0" fmla="*/ 33 w 33"/>
                  <a:gd name="T1" fmla="*/ 20 h 29"/>
                  <a:gd name="T2" fmla="*/ 20 w 33"/>
                  <a:gd name="T3" fmla="*/ 19 h 29"/>
                  <a:gd name="T4" fmla="*/ 0 w 33"/>
                  <a:gd name="T5" fmla="*/ 29 h 29"/>
                  <a:gd name="T6" fmla="*/ 1 w 33"/>
                  <a:gd name="T7" fmla="*/ 22 h 29"/>
                  <a:gd name="T8" fmla="*/ 14 w 33"/>
                  <a:gd name="T9" fmla="*/ 16 h 29"/>
                  <a:gd name="T10" fmla="*/ 2 w 33"/>
                  <a:gd name="T11" fmla="*/ 7 h 29"/>
                  <a:gd name="T12" fmla="*/ 3 w 33"/>
                  <a:gd name="T13" fmla="*/ 0 h 29"/>
                  <a:gd name="T14" fmla="*/ 21 w 33"/>
                  <a:gd name="T15" fmla="*/ 13 h 29"/>
                  <a:gd name="T16" fmla="*/ 33 w 33"/>
                  <a:gd name="T17" fmla="*/ 14 h 29"/>
                  <a:gd name="T18" fmla="*/ 33 w 33"/>
                  <a:gd name="T19" fmla="*/ 2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" h="29">
                    <a:moveTo>
                      <a:pt x="33" y="20"/>
                    </a:moveTo>
                    <a:lnTo>
                      <a:pt x="20" y="19"/>
                    </a:lnTo>
                    <a:lnTo>
                      <a:pt x="0" y="29"/>
                    </a:lnTo>
                    <a:lnTo>
                      <a:pt x="1" y="22"/>
                    </a:lnTo>
                    <a:lnTo>
                      <a:pt x="14" y="16"/>
                    </a:lnTo>
                    <a:lnTo>
                      <a:pt x="2" y="7"/>
                    </a:lnTo>
                    <a:lnTo>
                      <a:pt x="3" y="0"/>
                    </a:lnTo>
                    <a:lnTo>
                      <a:pt x="21" y="13"/>
                    </a:lnTo>
                    <a:lnTo>
                      <a:pt x="33" y="14"/>
                    </a:lnTo>
                    <a:lnTo>
                      <a:pt x="3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 bwMode="auto">
              <a:xfrm>
                <a:off x="2117726" y="2646363"/>
                <a:ext cx="279400" cy="77788"/>
              </a:xfrm>
              <a:custGeom>
                <a:avLst/>
                <a:gdLst>
                  <a:gd name="T0" fmla="*/ 0 w 182"/>
                  <a:gd name="T1" fmla="*/ 0 h 50"/>
                  <a:gd name="T2" fmla="*/ 12 w 182"/>
                  <a:gd name="T3" fmla="*/ 18 h 50"/>
                  <a:gd name="T4" fmla="*/ 182 w 182"/>
                  <a:gd name="T5" fmla="*/ 0 h 50"/>
                  <a:gd name="T6" fmla="*/ 0 w 182"/>
                  <a:gd name="T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2" h="50">
                    <a:moveTo>
                      <a:pt x="0" y="0"/>
                    </a:moveTo>
                    <a:cubicBezTo>
                      <a:pt x="3" y="7"/>
                      <a:pt x="7" y="13"/>
                      <a:pt x="12" y="18"/>
                    </a:cubicBezTo>
                    <a:cubicBezTo>
                      <a:pt x="45" y="50"/>
                      <a:pt x="110" y="41"/>
                      <a:pt x="18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 bwMode="auto">
              <a:xfrm>
                <a:off x="2079626" y="2005013"/>
                <a:ext cx="246063" cy="363538"/>
              </a:xfrm>
              <a:custGeom>
                <a:avLst/>
                <a:gdLst>
                  <a:gd name="T0" fmla="*/ 143 w 160"/>
                  <a:gd name="T1" fmla="*/ 49 h 235"/>
                  <a:gd name="T2" fmla="*/ 160 w 160"/>
                  <a:gd name="T3" fmla="*/ 41 h 235"/>
                  <a:gd name="T4" fmla="*/ 36 w 160"/>
                  <a:gd name="T5" fmla="*/ 59 h 235"/>
                  <a:gd name="T6" fmla="*/ 79 w 160"/>
                  <a:gd name="T7" fmla="*/ 234 h 235"/>
                  <a:gd name="T8" fmla="*/ 93 w 160"/>
                  <a:gd name="T9" fmla="*/ 215 h 235"/>
                  <a:gd name="T10" fmla="*/ 50 w 160"/>
                  <a:gd name="T11" fmla="*/ 49 h 235"/>
                  <a:gd name="T12" fmla="*/ 143 w 160"/>
                  <a:gd name="T13" fmla="*/ 49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235">
                    <a:moveTo>
                      <a:pt x="143" y="49"/>
                    </a:moveTo>
                    <a:cubicBezTo>
                      <a:pt x="160" y="41"/>
                      <a:pt x="160" y="41"/>
                      <a:pt x="160" y="41"/>
                    </a:cubicBezTo>
                    <a:cubicBezTo>
                      <a:pt x="160" y="41"/>
                      <a:pt x="69" y="0"/>
                      <a:pt x="36" y="59"/>
                    </a:cubicBezTo>
                    <a:cubicBezTo>
                      <a:pt x="0" y="122"/>
                      <a:pt x="79" y="235"/>
                      <a:pt x="79" y="234"/>
                    </a:cubicBezTo>
                    <a:cubicBezTo>
                      <a:pt x="93" y="215"/>
                      <a:pt x="93" y="215"/>
                      <a:pt x="93" y="215"/>
                    </a:cubicBezTo>
                    <a:cubicBezTo>
                      <a:pt x="93" y="215"/>
                      <a:pt x="7" y="100"/>
                      <a:pt x="50" y="49"/>
                    </a:cubicBezTo>
                    <a:cubicBezTo>
                      <a:pt x="80" y="21"/>
                      <a:pt x="143" y="49"/>
                      <a:pt x="143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4" name="椭圆 83"/>
              <p:cNvSpPr>
                <a:spLocks noChangeArrowheads="1"/>
              </p:cNvSpPr>
              <p:nvPr/>
            </p:nvSpPr>
            <p:spPr bwMode="auto">
              <a:xfrm>
                <a:off x="2343151" y="2082801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 bwMode="auto">
              <a:xfrm>
                <a:off x="2220913" y="2003426"/>
                <a:ext cx="555625" cy="334963"/>
              </a:xfrm>
              <a:custGeom>
                <a:avLst/>
                <a:gdLst>
                  <a:gd name="T0" fmla="*/ 329 w 362"/>
                  <a:gd name="T1" fmla="*/ 46 h 218"/>
                  <a:gd name="T2" fmla="*/ 56 w 362"/>
                  <a:gd name="T3" fmla="*/ 152 h 218"/>
                  <a:gd name="T4" fmla="*/ 0 w 362"/>
                  <a:gd name="T5" fmla="*/ 218 h 218"/>
                  <a:gd name="T6" fmla="*/ 61 w 362"/>
                  <a:gd name="T7" fmla="*/ 218 h 218"/>
                  <a:gd name="T8" fmla="*/ 86 w 362"/>
                  <a:gd name="T9" fmla="*/ 190 h 218"/>
                  <a:gd name="T10" fmla="*/ 153 w 362"/>
                  <a:gd name="T11" fmla="*/ 171 h 218"/>
                  <a:gd name="T12" fmla="*/ 143 w 362"/>
                  <a:gd name="T13" fmla="*/ 218 h 218"/>
                  <a:gd name="T14" fmla="*/ 309 w 362"/>
                  <a:gd name="T15" fmla="*/ 218 h 218"/>
                  <a:gd name="T16" fmla="*/ 329 w 362"/>
                  <a:gd name="T17" fmla="*/ 46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2" h="218">
                    <a:moveTo>
                      <a:pt x="329" y="46"/>
                    </a:moveTo>
                    <a:cubicBezTo>
                      <a:pt x="282" y="0"/>
                      <a:pt x="159" y="47"/>
                      <a:pt x="56" y="152"/>
                    </a:cubicBezTo>
                    <a:cubicBezTo>
                      <a:pt x="35" y="173"/>
                      <a:pt x="16" y="196"/>
                      <a:pt x="0" y="218"/>
                    </a:cubicBezTo>
                    <a:cubicBezTo>
                      <a:pt x="61" y="218"/>
                      <a:pt x="61" y="218"/>
                      <a:pt x="61" y="218"/>
                    </a:cubicBezTo>
                    <a:cubicBezTo>
                      <a:pt x="66" y="210"/>
                      <a:pt x="75" y="200"/>
                      <a:pt x="86" y="190"/>
                    </a:cubicBezTo>
                    <a:cubicBezTo>
                      <a:pt x="112" y="167"/>
                      <a:pt x="142" y="159"/>
                      <a:pt x="153" y="171"/>
                    </a:cubicBezTo>
                    <a:cubicBezTo>
                      <a:pt x="162" y="181"/>
                      <a:pt x="156" y="200"/>
                      <a:pt x="143" y="218"/>
                    </a:cubicBezTo>
                    <a:cubicBezTo>
                      <a:pt x="309" y="218"/>
                      <a:pt x="309" y="218"/>
                      <a:pt x="309" y="218"/>
                    </a:cubicBezTo>
                    <a:cubicBezTo>
                      <a:pt x="351" y="145"/>
                      <a:pt x="362" y="78"/>
                      <a:pt x="3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 bwMode="auto">
              <a:xfrm>
                <a:off x="2419351" y="2546351"/>
                <a:ext cx="100013" cy="41275"/>
              </a:xfrm>
              <a:custGeom>
                <a:avLst/>
                <a:gdLst>
                  <a:gd name="T0" fmla="*/ 0 w 65"/>
                  <a:gd name="T1" fmla="*/ 0 h 27"/>
                  <a:gd name="T2" fmla="*/ 31 w 65"/>
                  <a:gd name="T3" fmla="*/ 27 h 27"/>
                  <a:gd name="T4" fmla="*/ 65 w 65"/>
                  <a:gd name="T5" fmla="*/ 0 h 27"/>
                  <a:gd name="T6" fmla="*/ 0 w 65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27">
                    <a:moveTo>
                      <a:pt x="0" y="0"/>
                    </a:moveTo>
                    <a:cubicBezTo>
                      <a:pt x="14" y="12"/>
                      <a:pt x="25" y="22"/>
                      <a:pt x="31" y="27"/>
                    </a:cubicBezTo>
                    <a:cubicBezTo>
                      <a:pt x="43" y="19"/>
                      <a:pt x="54" y="10"/>
                      <a:pt x="6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7" name="任意多边形: 形状 86"/>
              <p:cNvSpPr/>
              <p:nvPr/>
            </p:nvSpPr>
            <p:spPr bwMode="auto">
              <a:xfrm>
                <a:off x="2122488" y="2546351"/>
                <a:ext cx="306388" cy="55563"/>
              </a:xfrm>
              <a:custGeom>
                <a:avLst/>
                <a:gdLst>
                  <a:gd name="T0" fmla="*/ 151 w 200"/>
                  <a:gd name="T1" fmla="*/ 0 h 36"/>
                  <a:gd name="T2" fmla="*/ 122 w 200"/>
                  <a:gd name="T3" fmla="*/ 0 h 36"/>
                  <a:gd name="T4" fmla="*/ 110 w 200"/>
                  <a:gd name="T5" fmla="*/ 8 h 36"/>
                  <a:gd name="T6" fmla="*/ 101 w 200"/>
                  <a:gd name="T7" fmla="*/ 0 h 36"/>
                  <a:gd name="T8" fmla="*/ 2 w 200"/>
                  <a:gd name="T9" fmla="*/ 0 h 36"/>
                  <a:gd name="T10" fmla="*/ 1 w 200"/>
                  <a:gd name="T11" fmla="*/ 36 h 36"/>
                  <a:gd name="T12" fmla="*/ 200 w 200"/>
                  <a:gd name="T13" fmla="*/ 36 h 36"/>
                  <a:gd name="T14" fmla="*/ 151 w 200"/>
                  <a:gd name="T1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0" h="36">
                    <a:moveTo>
                      <a:pt x="151" y="0"/>
                    </a:moveTo>
                    <a:cubicBezTo>
                      <a:pt x="122" y="0"/>
                      <a:pt x="122" y="0"/>
                      <a:pt x="122" y="0"/>
                    </a:cubicBezTo>
                    <a:cubicBezTo>
                      <a:pt x="110" y="8"/>
                      <a:pt x="110" y="8"/>
                      <a:pt x="110" y="8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3"/>
                      <a:pt x="0" y="25"/>
                      <a:pt x="1" y="36"/>
                    </a:cubicBezTo>
                    <a:cubicBezTo>
                      <a:pt x="200" y="36"/>
                      <a:pt x="200" y="36"/>
                      <a:pt x="200" y="36"/>
                    </a:cubicBezTo>
                    <a:cubicBezTo>
                      <a:pt x="183" y="26"/>
                      <a:pt x="167" y="14"/>
                      <a:pt x="15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8" name="任意多边形: 形状 87"/>
              <p:cNvSpPr/>
              <p:nvPr/>
            </p:nvSpPr>
            <p:spPr bwMode="auto">
              <a:xfrm>
                <a:off x="2132013" y="2457451"/>
                <a:ext cx="190500" cy="58738"/>
              </a:xfrm>
              <a:custGeom>
                <a:avLst/>
                <a:gdLst>
                  <a:gd name="T0" fmla="*/ 90 w 124"/>
                  <a:gd name="T1" fmla="*/ 0 h 38"/>
                  <a:gd name="T2" fmla="*/ 13 w 124"/>
                  <a:gd name="T3" fmla="*/ 0 h 38"/>
                  <a:gd name="T4" fmla="*/ 0 w 124"/>
                  <a:gd name="T5" fmla="*/ 38 h 38"/>
                  <a:gd name="T6" fmla="*/ 124 w 124"/>
                  <a:gd name="T7" fmla="*/ 38 h 38"/>
                  <a:gd name="T8" fmla="*/ 90 w 124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" h="38">
                    <a:moveTo>
                      <a:pt x="90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8" y="13"/>
                      <a:pt x="3" y="26"/>
                      <a:pt x="0" y="38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12" y="25"/>
                      <a:pt x="100" y="12"/>
                      <a:pt x="9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9" name="任意多边形: 形状 88"/>
              <p:cNvSpPr/>
              <p:nvPr/>
            </p:nvSpPr>
            <p:spPr bwMode="auto">
              <a:xfrm>
                <a:off x="2325688" y="2457451"/>
                <a:ext cx="282575" cy="58738"/>
              </a:xfrm>
              <a:custGeom>
                <a:avLst/>
                <a:gdLst>
                  <a:gd name="T0" fmla="*/ 44 w 184"/>
                  <a:gd name="T1" fmla="*/ 0 h 38"/>
                  <a:gd name="T2" fmla="*/ 31 w 184"/>
                  <a:gd name="T3" fmla="*/ 9 h 38"/>
                  <a:gd name="T4" fmla="*/ 22 w 184"/>
                  <a:gd name="T5" fmla="*/ 0 h 38"/>
                  <a:gd name="T6" fmla="*/ 0 w 184"/>
                  <a:gd name="T7" fmla="*/ 0 h 38"/>
                  <a:gd name="T8" fmla="*/ 38 w 184"/>
                  <a:gd name="T9" fmla="*/ 38 h 38"/>
                  <a:gd name="T10" fmla="*/ 149 w 184"/>
                  <a:gd name="T11" fmla="*/ 38 h 38"/>
                  <a:gd name="T12" fmla="*/ 160 w 184"/>
                  <a:gd name="T13" fmla="*/ 26 h 38"/>
                  <a:gd name="T14" fmla="*/ 184 w 184"/>
                  <a:gd name="T15" fmla="*/ 0 h 38"/>
                  <a:gd name="T16" fmla="*/ 44 w 18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4" h="38">
                    <a:moveTo>
                      <a:pt x="44" y="0"/>
                    </a:moveTo>
                    <a:cubicBezTo>
                      <a:pt x="31" y="9"/>
                      <a:pt x="31" y="9"/>
                      <a:pt x="31" y="9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13"/>
                      <a:pt x="26" y="26"/>
                      <a:pt x="38" y="38"/>
                    </a:cubicBezTo>
                    <a:cubicBezTo>
                      <a:pt x="149" y="38"/>
                      <a:pt x="149" y="38"/>
                      <a:pt x="149" y="38"/>
                    </a:cubicBezTo>
                    <a:cubicBezTo>
                      <a:pt x="153" y="34"/>
                      <a:pt x="157" y="30"/>
                      <a:pt x="160" y="26"/>
                    </a:cubicBezTo>
                    <a:cubicBezTo>
                      <a:pt x="169" y="18"/>
                      <a:pt x="177" y="9"/>
                      <a:pt x="184" y="0"/>
                    </a:cubicBez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0" name="任意多边形: 形状 89"/>
              <p:cNvSpPr/>
              <p:nvPr/>
            </p:nvSpPr>
            <p:spPr bwMode="auto">
              <a:xfrm>
                <a:off x="2247901" y="2370138"/>
                <a:ext cx="427038" cy="57150"/>
              </a:xfrm>
              <a:custGeom>
                <a:avLst/>
                <a:gdLst>
                  <a:gd name="T0" fmla="*/ 126 w 278"/>
                  <a:gd name="T1" fmla="*/ 0 h 37"/>
                  <a:gd name="T2" fmla="*/ 113 w 278"/>
                  <a:gd name="T3" fmla="*/ 8 h 37"/>
                  <a:gd name="T4" fmla="*/ 104 w 278"/>
                  <a:gd name="T5" fmla="*/ 0 h 37"/>
                  <a:gd name="T6" fmla="*/ 0 w 278"/>
                  <a:gd name="T7" fmla="*/ 0 h 37"/>
                  <a:gd name="T8" fmla="*/ 30 w 278"/>
                  <a:gd name="T9" fmla="*/ 37 h 37"/>
                  <a:gd name="T10" fmla="*/ 251 w 278"/>
                  <a:gd name="T11" fmla="*/ 37 h 37"/>
                  <a:gd name="T12" fmla="*/ 278 w 278"/>
                  <a:gd name="T13" fmla="*/ 0 h 37"/>
                  <a:gd name="T14" fmla="*/ 126 w 278"/>
                  <a:gd name="T1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8" h="37">
                    <a:moveTo>
                      <a:pt x="126" y="0"/>
                    </a:moveTo>
                    <a:cubicBezTo>
                      <a:pt x="113" y="8"/>
                      <a:pt x="113" y="8"/>
                      <a:pt x="113" y="8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11"/>
                      <a:pt x="18" y="24"/>
                      <a:pt x="30" y="37"/>
                    </a:cubicBezTo>
                    <a:cubicBezTo>
                      <a:pt x="251" y="37"/>
                      <a:pt x="251" y="37"/>
                      <a:pt x="251" y="37"/>
                    </a:cubicBezTo>
                    <a:cubicBezTo>
                      <a:pt x="261" y="25"/>
                      <a:pt x="270" y="12"/>
                      <a:pt x="278" y="0"/>
                    </a:cubicBezTo>
                    <a:lnTo>
                      <a:pt x="1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1" name="任意多边形: 形状 90"/>
              <p:cNvSpPr/>
              <p:nvPr/>
            </p:nvSpPr>
            <p:spPr bwMode="auto">
              <a:xfrm>
                <a:off x="2166938" y="2370138"/>
                <a:ext cx="77788" cy="57150"/>
              </a:xfrm>
              <a:custGeom>
                <a:avLst/>
                <a:gdLst>
                  <a:gd name="T0" fmla="*/ 24 w 51"/>
                  <a:gd name="T1" fmla="*/ 0 h 37"/>
                  <a:gd name="T2" fmla="*/ 21 w 51"/>
                  <a:gd name="T3" fmla="*/ 0 h 37"/>
                  <a:gd name="T4" fmla="*/ 0 w 51"/>
                  <a:gd name="T5" fmla="*/ 37 h 37"/>
                  <a:gd name="T6" fmla="*/ 51 w 51"/>
                  <a:gd name="T7" fmla="*/ 37 h 37"/>
                  <a:gd name="T8" fmla="*/ 24 w 51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37">
                    <a:moveTo>
                      <a:pt x="24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3" y="13"/>
                      <a:pt x="6" y="25"/>
                      <a:pt x="0" y="37"/>
                    </a:cubicBezTo>
                    <a:cubicBezTo>
                      <a:pt x="51" y="37"/>
                      <a:pt x="51" y="37"/>
                      <a:pt x="51" y="37"/>
                    </a:cubicBezTo>
                    <a:cubicBezTo>
                      <a:pt x="37" y="19"/>
                      <a:pt x="27" y="6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 bwMode="auto">
              <a:xfrm>
                <a:off x="2441576" y="2381251"/>
                <a:ext cx="358775" cy="384175"/>
              </a:xfrm>
              <a:custGeom>
                <a:avLst/>
                <a:gdLst>
                  <a:gd name="T0" fmla="*/ 16 w 233"/>
                  <a:gd name="T1" fmla="*/ 136 h 249"/>
                  <a:gd name="T2" fmla="*/ 0 w 233"/>
                  <a:gd name="T3" fmla="*/ 146 h 249"/>
                  <a:gd name="T4" fmla="*/ 198 w 233"/>
                  <a:gd name="T5" fmla="*/ 167 h 249"/>
                  <a:gd name="T6" fmla="*/ 161 w 233"/>
                  <a:gd name="T7" fmla="*/ 0 h 249"/>
                  <a:gd name="T8" fmla="*/ 146 w 233"/>
                  <a:gd name="T9" fmla="*/ 20 h 249"/>
                  <a:gd name="T10" fmla="*/ 190 w 233"/>
                  <a:gd name="T11" fmla="*/ 168 h 249"/>
                  <a:gd name="T12" fmla="*/ 16 w 233"/>
                  <a:gd name="T13" fmla="*/ 136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3" h="249">
                    <a:moveTo>
                      <a:pt x="16" y="136"/>
                    </a:moveTo>
                    <a:cubicBezTo>
                      <a:pt x="16" y="136"/>
                      <a:pt x="2" y="145"/>
                      <a:pt x="0" y="146"/>
                    </a:cubicBezTo>
                    <a:cubicBezTo>
                      <a:pt x="0" y="146"/>
                      <a:pt x="151" y="249"/>
                      <a:pt x="198" y="167"/>
                    </a:cubicBezTo>
                    <a:cubicBezTo>
                      <a:pt x="233" y="100"/>
                      <a:pt x="161" y="0"/>
                      <a:pt x="161" y="0"/>
                    </a:cubicBezTo>
                    <a:cubicBezTo>
                      <a:pt x="161" y="0"/>
                      <a:pt x="147" y="19"/>
                      <a:pt x="146" y="20"/>
                    </a:cubicBezTo>
                    <a:cubicBezTo>
                      <a:pt x="146" y="20"/>
                      <a:pt x="217" y="117"/>
                      <a:pt x="190" y="168"/>
                    </a:cubicBezTo>
                    <a:cubicBezTo>
                      <a:pt x="150" y="235"/>
                      <a:pt x="16" y="136"/>
                      <a:pt x="16" y="1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 bwMode="auto">
              <a:xfrm>
                <a:off x="1817688" y="2193926"/>
                <a:ext cx="127000" cy="93663"/>
              </a:xfrm>
              <a:custGeom>
                <a:avLst/>
                <a:gdLst>
                  <a:gd name="T0" fmla="*/ 16 w 82"/>
                  <a:gd name="T1" fmla="*/ 23 h 61"/>
                  <a:gd name="T2" fmla="*/ 3 w 82"/>
                  <a:gd name="T3" fmla="*/ 13 h 61"/>
                  <a:gd name="T4" fmla="*/ 8 w 82"/>
                  <a:gd name="T5" fmla="*/ 8 h 61"/>
                  <a:gd name="T6" fmla="*/ 18 w 82"/>
                  <a:gd name="T7" fmla="*/ 8 h 61"/>
                  <a:gd name="T8" fmla="*/ 26 w 82"/>
                  <a:gd name="T9" fmla="*/ 0 h 61"/>
                  <a:gd name="T10" fmla="*/ 30 w 82"/>
                  <a:gd name="T11" fmla="*/ 7 h 61"/>
                  <a:gd name="T12" fmla="*/ 36 w 82"/>
                  <a:gd name="T13" fmla="*/ 23 h 61"/>
                  <a:gd name="T14" fmla="*/ 43 w 82"/>
                  <a:gd name="T15" fmla="*/ 23 h 61"/>
                  <a:gd name="T16" fmla="*/ 39 w 82"/>
                  <a:gd name="T17" fmla="*/ 11 h 61"/>
                  <a:gd name="T18" fmla="*/ 47 w 82"/>
                  <a:gd name="T19" fmla="*/ 14 h 61"/>
                  <a:gd name="T20" fmla="*/ 56 w 82"/>
                  <a:gd name="T21" fmla="*/ 29 h 61"/>
                  <a:gd name="T22" fmla="*/ 82 w 82"/>
                  <a:gd name="T23" fmla="*/ 37 h 61"/>
                  <a:gd name="T24" fmla="*/ 78 w 82"/>
                  <a:gd name="T25" fmla="*/ 44 h 61"/>
                  <a:gd name="T26" fmla="*/ 70 w 82"/>
                  <a:gd name="T27" fmla="*/ 45 h 61"/>
                  <a:gd name="T28" fmla="*/ 62 w 82"/>
                  <a:gd name="T29" fmla="*/ 44 h 61"/>
                  <a:gd name="T30" fmla="*/ 63 w 82"/>
                  <a:gd name="T31" fmla="*/ 49 h 61"/>
                  <a:gd name="T32" fmla="*/ 64 w 82"/>
                  <a:gd name="T33" fmla="*/ 59 h 61"/>
                  <a:gd name="T34" fmla="*/ 52 w 82"/>
                  <a:gd name="T35" fmla="*/ 57 h 61"/>
                  <a:gd name="T36" fmla="*/ 44 w 82"/>
                  <a:gd name="T37" fmla="*/ 43 h 61"/>
                  <a:gd name="T38" fmla="*/ 40 w 82"/>
                  <a:gd name="T39" fmla="*/ 34 h 61"/>
                  <a:gd name="T40" fmla="*/ 34 w 82"/>
                  <a:gd name="T41" fmla="*/ 36 h 61"/>
                  <a:gd name="T42" fmla="*/ 28 w 82"/>
                  <a:gd name="T43" fmla="*/ 55 h 61"/>
                  <a:gd name="T44" fmla="*/ 20 w 82"/>
                  <a:gd name="T45" fmla="*/ 53 h 61"/>
                  <a:gd name="T46" fmla="*/ 16 w 82"/>
                  <a:gd name="T47" fmla="*/ 23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2" h="61">
                    <a:moveTo>
                      <a:pt x="16" y="23"/>
                    </a:moveTo>
                    <a:cubicBezTo>
                      <a:pt x="16" y="23"/>
                      <a:pt x="6" y="16"/>
                      <a:pt x="3" y="13"/>
                    </a:cubicBezTo>
                    <a:cubicBezTo>
                      <a:pt x="0" y="10"/>
                      <a:pt x="3" y="7"/>
                      <a:pt x="8" y="8"/>
                    </a:cubicBezTo>
                    <a:cubicBezTo>
                      <a:pt x="13" y="9"/>
                      <a:pt x="15" y="11"/>
                      <a:pt x="18" y="8"/>
                    </a:cubicBezTo>
                    <a:cubicBezTo>
                      <a:pt x="21" y="5"/>
                      <a:pt x="23" y="0"/>
                      <a:pt x="26" y="0"/>
                    </a:cubicBezTo>
                    <a:cubicBezTo>
                      <a:pt x="29" y="1"/>
                      <a:pt x="29" y="1"/>
                      <a:pt x="30" y="7"/>
                    </a:cubicBezTo>
                    <a:cubicBezTo>
                      <a:pt x="31" y="12"/>
                      <a:pt x="33" y="21"/>
                      <a:pt x="36" y="23"/>
                    </a:cubicBezTo>
                    <a:cubicBezTo>
                      <a:pt x="40" y="25"/>
                      <a:pt x="44" y="27"/>
                      <a:pt x="43" y="23"/>
                    </a:cubicBezTo>
                    <a:cubicBezTo>
                      <a:pt x="42" y="19"/>
                      <a:pt x="40" y="12"/>
                      <a:pt x="39" y="11"/>
                    </a:cubicBezTo>
                    <a:cubicBezTo>
                      <a:pt x="38" y="10"/>
                      <a:pt x="45" y="11"/>
                      <a:pt x="47" y="14"/>
                    </a:cubicBezTo>
                    <a:cubicBezTo>
                      <a:pt x="49" y="16"/>
                      <a:pt x="54" y="28"/>
                      <a:pt x="56" y="29"/>
                    </a:cubicBezTo>
                    <a:cubicBezTo>
                      <a:pt x="57" y="30"/>
                      <a:pt x="76" y="36"/>
                      <a:pt x="82" y="37"/>
                    </a:cubicBezTo>
                    <a:cubicBezTo>
                      <a:pt x="82" y="37"/>
                      <a:pt x="81" y="43"/>
                      <a:pt x="78" y="44"/>
                    </a:cubicBezTo>
                    <a:cubicBezTo>
                      <a:pt x="75" y="45"/>
                      <a:pt x="71" y="45"/>
                      <a:pt x="70" y="45"/>
                    </a:cubicBezTo>
                    <a:cubicBezTo>
                      <a:pt x="69" y="45"/>
                      <a:pt x="62" y="44"/>
                      <a:pt x="62" y="44"/>
                    </a:cubicBezTo>
                    <a:cubicBezTo>
                      <a:pt x="62" y="44"/>
                      <a:pt x="61" y="47"/>
                      <a:pt x="63" y="49"/>
                    </a:cubicBezTo>
                    <a:cubicBezTo>
                      <a:pt x="64" y="50"/>
                      <a:pt x="67" y="58"/>
                      <a:pt x="64" y="59"/>
                    </a:cubicBezTo>
                    <a:cubicBezTo>
                      <a:pt x="60" y="61"/>
                      <a:pt x="55" y="60"/>
                      <a:pt x="52" y="57"/>
                    </a:cubicBezTo>
                    <a:cubicBezTo>
                      <a:pt x="50" y="54"/>
                      <a:pt x="44" y="44"/>
                      <a:pt x="44" y="43"/>
                    </a:cubicBezTo>
                    <a:cubicBezTo>
                      <a:pt x="43" y="42"/>
                      <a:pt x="42" y="35"/>
                      <a:pt x="40" y="34"/>
                    </a:cubicBezTo>
                    <a:cubicBezTo>
                      <a:pt x="38" y="34"/>
                      <a:pt x="33" y="31"/>
                      <a:pt x="34" y="36"/>
                    </a:cubicBezTo>
                    <a:cubicBezTo>
                      <a:pt x="35" y="40"/>
                      <a:pt x="35" y="52"/>
                      <a:pt x="28" y="55"/>
                    </a:cubicBezTo>
                    <a:cubicBezTo>
                      <a:pt x="21" y="58"/>
                      <a:pt x="18" y="57"/>
                      <a:pt x="20" y="53"/>
                    </a:cubicBezTo>
                    <a:cubicBezTo>
                      <a:pt x="23" y="48"/>
                      <a:pt x="19" y="27"/>
                      <a:pt x="1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 bwMode="auto">
              <a:xfrm>
                <a:off x="1822451" y="2127251"/>
                <a:ext cx="144463" cy="79375"/>
              </a:xfrm>
              <a:custGeom>
                <a:avLst/>
                <a:gdLst>
                  <a:gd name="T0" fmla="*/ 19 w 94"/>
                  <a:gd name="T1" fmla="*/ 26 h 51"/>
                  <a:gd name="T2" fmla="*/ 5 w 94"/>
                  <a:gd name="T3" fmla="*/ 19 h 51"/>
                  <a:gd name="T4" fmla="*/ 4 w 94"/>
                  <a:gd name="T5" fmla="*/ 12 h 51"/>
                  <a:gd name="T6" fmla="*/ 12 w 94"/>
                  <a:gd name="T7" fmla="*/ 14 h 51"/>
                  <a:gd name="T8" fmla="*/ 19 w 94"/>
                  <a:gd name="T9" fmla="*/ 18 h 51"/>
                  <a:gd name="T10" fmla="*/ 20 w 94"/>
                  <a:gd name="T11" fmla="*/ 13 h 51"/>
                  <a:gd name="T12" fmla="*/ 20 w 94"/>
                  <a:gd name="T13" fmla="*/ 3 h 51"/>
                  <a:gd name="T14" fmla="*/ 25 w 94"/>
                  <a:gd name="T15" fmla="*/ 5 h 51"/>
                  <a:gd name="T16" fmla="*/ 24 w 94"/>
                  <a:gd name="T17" fmla="*/ 19 h 51"/>
                  <a:gd name="T18" fmla="*/ 28 w 94"/>
                  <a:gd name="T19" fmla="*/ 21 h 51"/>
                  <a:gd name="T20" fmla="*/ 35 w 94"/>
                  <a:gd name="T21" fmla="*/ 24 h 51"/>
                  <a:gd name="T22" fmla="*/ 41 w 94"/>
                  <a:gd name="T23" fmla="*/ 10 h 51"/>
                  <a:gd name="T24" fmla="*/ 45 w 94"/>
                  <a:gd name="T25" fmla="*/ 16 h 51"/>
                  <a:gd name="T26" fmla="*/ 45 w 94"/>
                  <a:gd name="T27" fmla="*/ 22 h 51"/>
                  <a:gd name="T28" fmla="*/ 52 w 94"/>
                  <a:gd name="T29" fmla="*/ 27 h 51"/>
                  <a:gd name="T30" fmla="*/ 58 w 94"/>
                  <a:gd name="T31" fmla="*/ 23 h 51"/>
                  <a:gd name="T32" fmla="*/ 69 w 94"/>
                  <a:gd name="T33" fmla="*/ 19 h 51"/>
                  <a:gd name="T34" fmla="*/ 78 w 94"/>
                  <a:gd name="T35" fmla="*/ 25 h 51"/>
                  <a:gd name="T36" fmla="*/ 91 w 94"/>
                  <a:gd name="T37" fmla="*/ 24 h 51"/>
                  <a:gd name="T38" fmla="*/ 85 w 94"/>
                  <a:gd name="T39" fmla="*/ 37 h 51"/>
                  <a:gd name="T40" fmla="*/ 81 w 94"/>
                  <a:gd name="T41" fmla="*/ 43 h 51"/>
                  <a:gd name="T42" fmla="*/ 68 w 94"/>
                  <a:gd name="T43" fmla="*/ 42 h 51"/>
                  <a:gd name="T44" fmla="*/ 61 w 94"/>
                  <a:gd name="T45" fmla="*/ 40 h 51"/>
                  <a:gd name="T46" fmla="*/ 55 w 94"/>
                  <a:gd name="T47" fmla="*/ 50 h 51"/>
                  <a:gd name="T48" fmla="*/ 51 w 94"/>
                  <a:gd name="T49" fmla="*/ 46 h 51"/>
                  <a:gd name="T50" fmla="*/ 54 w 94"/>
                  <a:gd name="T51" fmla="*/ 36 h 51"/>
                  <a:gd name="T52" fmla="*/ 47 w 94"/>
                  <a:gd name="T53" fmla="*/ 32 h 51"/>
                  <a:gd name="T54" fmla="*/ 43 w 94"/>
                  <a:gd name="T55" fmla="*/ 39 h 51"/>
                  <a:gd name="T56" fmla="*/ 44 w 94"/>
                  <a:gd name="T57" fmla="*/ 43 h 51"/>
                  <a:gd name="T58" fmla="*/ 42 w 94"/>
                  <a:gd name="T59" fmla="*/ 49 h 51"/>
                  <a:gd name="T60" fmla="*/ 36 w 94"/>
                  <a:gd name="T61" fmla="*/ 45 h 51"/>
                  <a:gd name="T62" fmla="*/ 34 w 94"/>
                  <a:gd name="T63" fmla="*/ 33 h 51"/>
                  <a:gd name="T64" fmla="*/ 26 w 94"/>
                  <a:gd name="T65" fmla="*/ 33 h 51"/>
                  <a:gd name="T66" fmla="*/ 21 w 94"/>
                  <a:gd name="T67" fmla="*/ 36 h 51"/>
                  <a:gd name="T68" fmla="*/ 19 w 94"/>
                  <a:gd name="T69" fmla="*/ 26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4" h="51">
                    <a:moveTo>
                      <a:pt x="19" y="26"/>
                    </a:moveTo>
                    <a:cubicBezTo>
                      <a:pt x="19" y="26"/>
                      <a:pt x="7" y="21"/>
                      <a:pt x="5" y="19"/>
                    </a:cubicBezTo>
                    <a:cubicBezTo>
                      <a:pt x="3" y="17"/>
                      <a:pt x="0" y="14"/>
                      <a:pt x="4" y="12"/>
                    </a:cubicBezTo>
                    <a:cubicBezTo>
                      <a:pt x="8" y="11"/>
                      <a:pt x="10" y="12"/>
                      <a:pt x="12" y="14"/>
                    </a:cubicBezTo>
                    <a:cubicBezTo>
                      <a:pt x="15" y="17"/>
                      <a:pt x="19" y="18"/>
                      <a:pt x="19" y="18"/>
                    </a:cubicBezTo>
                    <a:cubicBezTo>
                      <a:pt x="20" y="18"/>
                      <a:pt x="20" y="14"/>
                      <a:pt x="20" y="13"/>
                    </a:cubicBezTo>
                    <a:cubicBezTo>
                      <a:pt x="19" y="8"/>
                      <a:pt x="19" y="5"/>
                      <a:pt x="20" y="3"/>
                    </a:cubicBezTo>
                    <a:cubicBezTo>
                      <a:pt x="21" y="1"/>
                      <a:pt x="23" y="0"/>
                      <a:pt x="25" y="5"/>
                    </a:cubicBezTo>
                    <a:cubicBezTo>
                      <a:pt x="27" y="13"/>
                      <a:pt x="24" y="19"/>
                      <a:pt x="24" y="19"/>
                    </a:cubicBezTo>
                    <a:cubicBezTo>
                      <a:pt x="24" y="19"/>
                      <a:pt x="25" y="20"/>
                      <a:pt x="28" y="21"/>
                    </a:cubicBezTo>
                    <a:cubicBezTo>
                      <a:pt x="31" y="23"/>
                      <a:pt x="35" y="24"/>
                      <a:pt x="35" y="24"/>
                    </a:cubicBezTo>
                    <a:cubicBezTo>
                      <a:pt x="35" y="24"/>
                      <a:pt x="38" y="12"/>
                      <a:pt x="41" y="10"/>
                    </a:cubicBezTo>
                    <a:cubicBezTo>
                      <a:pt x="43" y="9"/>
                      <a:pt x="49" y="10"/>
                      <a:pt x="45" y="16"/>
                    </a:cubicBezTo>
                    <a:cubicBezTo>
                      <a:pt x="43" y="20"/>
                      <a:pt x="44" y="20"/>
                      <a:pt x="45" y="22"/>
                    </a:cubicBezTo>
                    <a:cubicBezTo>
                      <a:pt x="47" y="24"/>
                      <a:pt x="47" y="27"/>
                      <a:pt x="52" y="27"/>
                    </a:cubicBezTo>
                    <a:cubicBezTo>
                      <a:pt x="56" y="26"/>
                      <a:pt x="57" y="25"/>
                      <a:pt x="58" y="23"/>
                    </a:cubicBezTo>
                    <a:cubicBezTo>
                      <a:pt x="58" y="21"/>
                      <a:pt x="62" y="15"/>
                      <a:pt x="69" y="19"/>
                    </a:cubicBezTo>
                    <a:cubicBezTo>
                      <a:pt x="69" y="19"/>
                      <a:pt x="74" y="28"/>
                      <a:pt x="78" y="25"/>
                    </a:cubicBezTo>
                    <a:cubicBezTo>
                      <a:pt x="82" y="22"/>
                      <a:pt x="88" y="20"/>
                      <a:pt x="91" y="24"/>
                    </a:cubicBezTo>
                    <a:cubicBezTo>
                      <a:pt x="94" y="28"/>
                      <a:pt x="87" y="34"/>
                      <a:pt x="85" y="37"/>
                    </a:cubicBezTo>
                    <a:cubicBezTo>
                      <a:pt x="84" y="39"/>
                      <a:pt x="84" y="40"/>
                      <a:pt x="81" y="43"/>
                    </a:cubicBezTo>
                    <a:cubicBezTo>
                      <a:pt x="78" y="46"/>
                      <a:pt x="71" y="47"/>
                      <a:pt x="68" y="42"/>
                    </a:cubicBezTo>
                    <a:cubicBezTo>
                      <a:pt x="65" y="37"/>
                      <a:pt x="63" y="30"/>
                      <a:pt x="61" y="40"/>
                    </a:cubicBezTo>
                    <a:cubicBezTo>
                      <a:pt x="59" y="50"/>
                      <a:pt x="55" y="50"/>
                      <a:pt x="55" y="50"/>
                    </a:cubicBezTo>
                    <a:cubicBezTo>
                      <a:pt x="55" y="50"/>
                      <a:pt x="46" y="51"/>
                      <a:pt x="51" y="46"/>
                    </a:cubicBezTo>
                    <a:cubicBezTo>
                      <a:pt x="51" y="46"/>
                      <a:pt x="55" y="39"/>
                      <a:pt x="54" y="36"/>
                    </a:cubicBezTo>
                    <a:cubicBezTo>
                      <a:pt x="53" y="33"/>
                      <a:pt x="47" y="32"/>
                      <a:pt x="47" y="32"/>
                    </a:cubicBezTo>
                    <a:cubicBezTo>
                      <a:pt x="47" y="32"/>
                      <a:pt x="43" y="28"/>
                      <a:pt x="43" y="39"/>
                    </a:cubicBezTo>
                    <a:cubicBezTo>
                      <a:pt x="43" y="39"/>
                      <a:pt x="42" y="41"/>
                      <a:pt x="44" y="43"/>
                    </a:cubicBezTo>
                    <a:cubicBezTo>
                      <a:pt x="46" y="44"/>
                      <a:pt x="45" y="48"/>
                      <a:pt x="42" y="49"/>
                    </a:cubicBezTo>
                    <a:cubicBezTo>
                      <a:pt x="40" y="50"/>
                      <a:pt x="34" y="49"/>
                      <a:pt x="36" y="45"/>
                    </a:cubicBezTo>
                    <a:cubicBezTo>
                      <a:pt x="37" y="41"/>
                      <a:pt x="36" y="34"/>
                      <a:pt x="34" y="33"/>
                    </a:cubicBezTo>
                    <a:cubicBezTo>
                      <a:pt x="33" y="32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36"/>
                    </a:cubicBezTo>
                    <a:cubicBezTo>
                      <a:pt x="18" y="33"/>
                      <a:pt x="21" y="29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5" name="任意多边形: 形状 94"/>
              <p:cNvSpPr>
                <a:spLocks noEditPoints="1"/>
              </p:cNvSpPr>
              <p:nvPr/>
            </p:nvSpPr>
            <p:spPr bwMode="auto">
              <a:xfrm>
                <a:off x="1933576" y="1935163"/>
                <a:ext cx="138113" cy="152400"/>
              </a:xfrm>
              <a:custGeom>
                <a:avLst/>
                <a:gdLst>
                  <a:gd name="T0" fmla="*/ 1 w 90"/>
                  <a:gd name="T1" fmla="*/ 34 h 99"/>
                  <a:gd name="T2" fmla="*/ 8 w 90"/>
                  <a:gd name="T3" fmla="*/ 30 h 99"/>
                  <a:gd name="T4" fmla="*/ 12 w 90"/>
                  <a:gd name="T5" fmla="*/ 38 h 99"/>
                  <a:gd name="T6" fmla="*/ 18 w 90"/>
                  <a:gd name="T7" fmla="*/ 42 h 99"/>
                  <a:gd name="T8" fmla="*/ 23 w 90"/>
                  <a:gd name="T9" fmla="*/ 48 h 99"/>
                  <a:gd name="T10" fmla="*/ 31 w 90"/>
                  <a:gd name="T11" fmla="*/ 55 h 99"/>
                  <a:gd name="T12" fmla="*/ 32 w 90"/>
                  <a:gd name="T13" fmla="*/ 50 h 99"/>
                  <a:gd name="T14" fmla="*/ 35 w 90"/>
                  <a:gd name="T15" fmla="*/ 57 h 99"/>
                  <a:gd name="T16" fmla="*/ 39 w 90"/>
                  <a:gd name="T17" fmla="*/ 59 h 99"/>
                  <a:gd name="T18" fmla="*/ 41 w 90"/>
                  <a:gd name="T19" fmla="*/ 63 h 99"/>
                  <a:gd name="T20" fmla="*/ 57 w 90"/>
                  <a:gd name="T21" fmla="*/ 74 h 99"/>
                  <a:gd name="T22" fmla="*/ 51 w 90"/>
                  <a:gd name="T23" fmla="*/ 80 h 99"/>
                  <a:gd name="T24" fmla="*/ 41 w 90"/>
                  <a:gd name="T25" fmla="*/ 75 h 99"/>
                  <a:gd name="T26" fmla="*/ 43 w 90"/>
                  <a:gd name="T27" fmla="*/ 85 h 99"/>
                  <a:gd name="T28" fmla="*/ 30 w 90"/>
                  <a:gd name="T29" fmla="*/ 88 h 99"/>
                  <a:gd name="T30" fmla="*/ 26 w 90"/>
                  <a:gd name="T31" fmla="*/ 76 h 99"/>
                  <a:gd name="T32" fmla="*/ 27 w 90"/>
                  <a:gd name="T33" fmla="*/ 70 h 99"/>
                  <a:gd name="T34" fmla="*/ 32 w 90"/>
                  <a:gd name="T35" fmla="*/ 71 h 99"/>
                  <a:gd name="T36" fmla="*/ 30 w 90"/>
                  <a:gd name="T37" fmla="*/ 64 h 99"/>
                  <a:gd name="T38" fmla="*/ 21 w 90"/>
                  <a:gd name="T39" fmla="*/ 55 h 99"/>
                  <a:gd name="T40" fmla="*/ 11 w 90"/>
                  <a:gd name="T41" fmla="*/ 85 h 99"/>
                  <a:gd name="T42" fmla="*/ 1 w 90"/>
                  <a:gd name="T43" fmla="*/ 89 h 99"/>
                  <a:gd name="T44" fmla="*/ 2 w 90"/>
                  <a:gd name="T45" fmla="*/ 84 h 99"/>
                  <a:gd name="T46" fmla="*/ 11 w 90"/>
                  <a:gd name="T47" fmla="*/ 67 h 99"/>
                  <a:gd name="T48" fmla="*/ 15 w 90"/>
                  <a:gd name="T49" fmla="*/ 50 h 99"/>
                  <a:gd name="T50" fmla="*/ 1 w 90"/>
                  <a:gd name="T51" fmla="*/ 34 h 99"/>
                  <a:gd name="T52" fmla="*/ 24 w 90"/>
                  <a:gd name="T53" fmla="*/ 37 h 99"/>
                  <a:gd name="T54" fmla="*/ 24 w 90"/>
                  <a:gd name="T55" fmla="*/ 44 h 99"/>
                  <a:gd name="T56" fmla="*/ 30 w 90"/>
                  <a:gd name="T57" fmla="*/ 43 h 99"/>
                  <a:gd name="T58" fmla="*/ 39 w 90"/>
                  <a:gd name="T59" fmla="*/ 32 h 99"/>
                  <a:gd name="T60" fmla="*/ 42 w 90"/>
                  <a:gd name="T61" fmla="*/ 31 h 99"/>
                  <a:gd name="T62" fmla="*/ 44 w 90"/>
                  <a:gd name="T63" fmla="*/ 50 h 99"/>
                  <a:gd name="T64" fmla="*/ 51 w 90"/>
                  <a:gd name="T65" fmla="*/ 57 h 99"/>
                  <a:gd name="T66" fmla="*/ 54 w 90"/>
                  <a:gd name="T67" fmla="*/ 45 h 99"/>
                  <a:gd name="T68" fmla="*/ 56 w 90"/>
                  <a:gd name="T69" fmla="*/ 37 h 99"/>
                  <a:gd name="T70" fmla="*/ 63 w 90"/>
                  <a:gd name="T71" fmla="*/ 38 h 99"/>
                  <a:gd name="T72" fmla="*/ 74 w 90"/>
                  <a:gd name="T73" fmla="*/ 46 h 99"/>
                  <a:gd name="T74" fmla="*/ 82 w 90"/>
                  <a:gd name="T75" fmla="*/ 49 h 99"/>
                  <a:gd name="T76" fmla="*/ 87 w 90"/>
                  <a:gd name="T77" fmla="*/ 43 h 99"/>
                  <a:gd name="T78" fmla="*/ 64 w 90"/>
                  <a:gd name="T79" fmla="*/ 29 h 99"/>
                  <a:gd name="T80" fmla="*/ 84 w 90"/>
                  <a:gd name="T81" fmla="*/ 9 h 99"/>
                  <a:gd name="T82" fmla="*/ 77 w 90"/>
                  <a:gd name="T83" fmla="*/ 4 h 99"/>
                  <a:gd name="T84" fmla="*/ 64 w 90"/>
                  <a:gd name="T85" fmla="*/ 19 h 99"/>
                  <a:gd name="T86" fmla="*/ 55 w 90"/>
                  <a:gd name="T87" fmla="*/ 23 h 99"/>
                  <a:gd name="T88" fmla="*/ 47 w 90"/>
                  <a:gd name="T89" fmla="*/ 11 h 99"/>
                  <a:gd name="T90" fmla="*/ 49 w 90"/>
                  <a:gd name="T91" fmla="*/ 6 h 99"/>
                  <a:gd name="T92" fmla="*/ 43 w 90"/>
                  <a:gd name="T93" fmla="*/ 0 h 99"/>
                  <a:gd name="T94" fmla="*/ 35 w 90"/>
                  <a:gd name="T95" fmla="*/ 10 h 99"/>
                  <a:gd name="T96" fmla="*/ 20 w 90"/>
                  <a:gd name="T97" fmla="*/ 2 h 99"/>
                  <a:gd name="T98" fmla="*/ 18 w 90"/>
                  <a:gd name="T99" fmla="*/ 8 h 99"/>
                  <a:gd name="T100" fmla="*/ 30 w 90"/>
                  <a:gd name="T101" fmla="*/ 16 h 99"/>
                  <a:gd name="T102" fmla="*/ 24 w 90"/>
                  <a:gd name="T103" fmla="*/ 3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0" h="99">
                    <a:moveTo>
                      <a:pt x="1" y="34"/>
                    </a:moveTo>
                    <a:cubicBezTo>
                      <a:pt x="1" y="34"/>
                      <a:pt x="4" y="28"/>
                      <a:pt x="8" y="30"/>
                    </a:cubicBezTo>
                    <a:cubicBezTo>
                      <a:pt x="11" y="33"/>
                      <a:pt x="11" y="37"/>
                      <a:pt x="12" y="38"/>
                    </a:cubicBezTo>
                    <a:cubicBezTo>
                      <a:pt x="13" y="39"/>
                      <a:pt x="17" y="42"/>
                      <a:pt x="18" y="42"/>
                    </a:cubicBezTo>
                    <a:cubicBezTo>
                      <a:pt x="20" y="42"/>
                      <a:pt x="22" y="40"/>
                      <a:pt x="23" y="48"/>
                    </a:cubicBezTo>
                    <a:cubicBezTo>
                      <a:pt x="23" y="48"/>
                      <a:pt x="26" y="53"/>
                      <a:pt x="31" y="55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32" y="50"/>
                      <a:pt x="33" y="54"/>
                      <a:pt x="35" y="57"/>
                    </a:cubicBezTo>
                    <a:cubicBezTo>
                      <a:pt x="37" y="60"/>
                      <a:pt x="38" y="57"/>
                      <a:pt x="39" y="59"/>
                    </a:cubicBezTo>
                    <a:cubicBezTo>
                      <a:pt x="40" y="62"/>
                      <a:pt x="41" y="63"/>
                      <a:pt x="41" y="63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4"/>
                      <a:pt x="58" y="81"/>
                      <a:pt x="51" y="80"/>
                    </a:cubicBezTo>
                    <a:cubicBezTo>
                      <a:pt x="44" y="78"/>
                      <a:pt x="43" y="72"/>
                      <a:pt x="41" y="75"/>
                    </a:cubicBezTo>
                    <a:cubicBezTo>
                      <a:pt x="40" y="79"/>
                      <a:pt x="42" y="82"/>
                      <a:pt x="43" y="85"/>
                    </a:cubicBezTo>
                    <a:cubicBezTo>
                      <a:pt x="43" y="88"/>
                      <a:pt x="36" y="99"/>
                      <a:pt x="30" y="88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26" y="76"/>
                      <a:pt x="26" y="72"/>
                      <a:pt x="27" y="70"/>
                    </a:cubicBezTo>
                    <a:cubicBezTo>
                      <a:pt x="29" y="69"/>
                      <a:pt x="32" y="71"/>
                      <a:pt x="32" y="71"/>
                    </a:cubicBezTo>
                    <a:cubicBezTo>
                      <a:pt x="32" y="71"/>
                      <a:pt x="34" y="69"/>
                      <a:pt x="30" y="64"/>
                    </a:cubicBezTo>
                    <a:cubicBezTo>
                      <a:pt x="27" y="59"/>
                      <a:pt x="21" y="56"/>
                      <a:pt x="21" y="55"/>
                    </a:cubicBezTo>
                    <a:cubicBezTo>
                      <a:pt x="20" y="55"/>
                      <a:pt x="15" y="76"/>
                      <a:pt x="11" y="85"/>
                    </a:cubicBezTo>
                    <a:cubicBezTo>
                      <a:pt x="7" y="93"/>
                      <a:pt x="3" y="90"/>
                      <a:pt x="1" y="89"/>
                    </a:cubicBezTo>
                    <a:cubicBezTo>
                      <a:pt x="0" y="88"/>
                      <a:pt x="0" y="85"/>
                      <a:pt x="2" y="84"/>
                    </a:cubicBezTo>
                    <a:cubicBezTo>
                      <a:pt x="5" y="83"/>
                      <a:pt x="7" y="78"/>
                      <a:pt x="11" y="67"/>
                    </a:cubicBezTo>
                    <a:cubicBezTo>
                      <a:pt x="14" y="55"/>
                      <a:pt x="16" y="52"/>
                      <a:pt x="15" y="50"/>
                    </a:cubicBezTo>
                    <a:cubicBezTo>
                      <a:pt x="14" y="49"/>
                      <a:pt x="5" y="37"/>
                      <a:pt x="1" y="34"/>
                    </a:cubicBezTo>
                    <a:close/>
                    <a:moveTo>
                      <a:pt x="24" y="37"/>
                    </a:moveTo>
                    <a:cubicBezTo>
                      <a:pt x="22" y="42"/>
                      <a:pt x="24" y="44"/>
                      <a:pt x="24" y="44"/>
                    </a:cubicBezTo>
                    <a:cubicBezTo>
                      <a:pt x="24" y="44"/>
                      <a:pt x="26" y="43"/>
                      <a:pt x="30" y="43"/>
                    </a:cubicBezTo>
                    <a:cubicBezTo>
                      <a:pt x="34" y="43"/>
                      <a:pt x="37" y="38"/>
                      <a:pt x="39" y="32"/>
                    </a:cubicBezTo>
                    <a:cubicBezTo>
                      <a:pt x="40" y="26"/>
                      <a:pt x="41" y="30"/>
                      <a:pt x="42" y="31"/>
                    </a:cubicBezTo>
                    <a:cubicBezTo>
                      <a:pt x="42" y="32"/>
                      <a:pt x="43" y="48"/>
                      <a:pt x="44" y="50"/>
                    </a:cubicBezTo>
                    <a:cubicBezTo>
                      <a:pt x="45" y="53"/>
                      <a:pt x="46" y="58"/>
                      <a:pt x="51" y="57"/>
                    </a:cubicBezTo>
                    <a:cubicBezTo>
                      <a:pt x="56" y="56"/>
                      <a:pt x="55" y="50"/>
                      <a:pt x="54" y="45"/>
                    </a:cubicBezTo>
                    <a:cubicBezTo>
                      <a:pt x="52" y="39"/>
                      <a:pt x="54" y="38"/>
                      <a:pt x="56" y="37"/>
                    </a:cubicBezTo>
                    <a:cubicBezTo>
                      <a:pt x="58" y="36"/>
                      <a:pt x="61" y="36"/>
                      <a:pt x="63" y="38"/>
                    </a:cubicBezTo>
                    <a:cubicBezTo>
                      <a:pt x="66" y="39"/>
                      <a:pt x="73" y="45"/>
                      <a:pt x="74" y="46"/>
                    </a:cubicBezTo>
                    <a:cubicBezTo>
                      <a:pt x="75" y="46"/>
                      <a:pt x="78" y="49"/>
                      <a:pt x="82" y="49"/>
                    </a:cubicBezTo>
                    <a:cubicBezTo>
                      <a:pt x="90" y="49"/>
                      <a:pt x="87" y="43"/>
                      <a:pt x="87" y="43"/>
                    </a:cubicBezTo>
                    <a:cubicBezTo>
                      <a:pt x="64" y="29"/>
                      <a:pt x="64" y="29"/>
                      <a:pt x="64" y="29"/>
                    </a:cubicBezTo>
                    <a:cubicBezTo>
                      <a:pt x="72" y="27"/>
                      <a:pt x="83" y="15"/>
                      <a:pt x="84" y="9"/>
                    </a:cubicBezTo>
                    <a:cubicBezTo>
                      <a:pt x="85" y="3"/>
                      <a:pt x="82" y="1"/>
                      <a:pt x="77" y="4"/>
                    </a:cubicBezTo>
                    <a:cubicBezTo>
                      <a:pt x="72" y="8"/>
                      <a:pt x="70" y="12"/>
                      <a:pt x="64" y="19"/>
                    </a:cubicBezTo>
                    <a:cubicBezTo>
                      <a:pt x="58" y="27"/>
                      <a:pt x="55" y="23"/>
                      <a:pt x="55" y="23"/>
                    </a:cubicBezTo>
                    <a:cubicBezTo>
                      <a:pt x="46" y="18"/>
                      <a:pt x="47" y="11"/>
                      <a:pt x="47" y="11"/>
                    </a:cubicBezTo>
                    <a:cubicBezTo>
                      <a:pt x="47" y="11"/>
                      <a:pt x="47" y="11"/>
                      <a:pt x="49" y="6"/>
                    </a:cubicBezTo>
                    <a:cubicBezTo>
                      <a:pt x="51" y="1"/>
                      <a:pt x="48" y="0"/>
                      <a:pt x="43" y="0"/>
                    </a:cubicBezTo>
                    <a:cubicBezTo>
                      <a:pt x="40" y="1"/>
                      <a:pt x="35" y="10"/>
                      <a:pt x="35" y="10"/>
                    </a:cubicBezTo>
                    <a:cubicBezTo>
                      <a:pt x="26" y="3"/>
                      <a:pt x="20" y="2"/>
                      <a:pt x="20" y="2"/>
                    </a:cubicBezTo>
                    <a:cubicBezTo>
                      <a:pt x="11" y="3"/>
                      <a:pt x="16" y="9"/>
                      <a:pt x="18" y="8"/>
                    </a:cubicBezTo>
                    <a:cubicBezTo>
                      <a:pt x="21" y="8"/>
                      <a:pt x="30" y="16"/>
                      <a:pt x="30" y="16"/>
                    </a:cubicBezTo>
                    <a:cubicBezTo>
                      <a:pt x="32" y="25"/>
                      <a:pt x="27" y="33"/>
                      <a:pt x="2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6" name="任意多边形: 形状 95"/>
              <p:cNvSpPr>
                <a:spLocks noEditPoints="1"/>
              </p:cNvSpPr>
              <p:nvPr/>
            </p:nvSpPr>
            <p:spPr bwMode="auto">
              <a:xfrm>
                <a:off x="2097088" y="1790701"/>
                <a:ext cx="144463" cy="127000"/>
              </a:xfrm>
              <a:custGeom>
                <a:avLst/>
                <a:gdLst>
                  <a:gd name="T0" fmla="*/ 37 w 94"/>
                  <a:gd name="T1" fmla="*/ 17 h 83"/>
                  <a:gd name="T2" fmla="*/ 38 w 94"/>
                  <a:gd name="T3" fmla="*/ 8 h 83"/>
                  <a:gd name="T4" fmla="*/ 27 w 94"/>
                  <a:gd name="T5" fmla="*/ 1 h 83"/>
                  <a:gd name="T6" fmla="*/ 28 w 94"/>
                  <a:gd name="T7" fmla="*/ 14 h 83"/>
                  <a:gd name="T8" fmla="*/ 19 w 94"/>
                  <a:gd name="T9" fmla="*/ 38 h 83"/>
                  <a:gd name="T10" fmla="*/ 14 w 94"/>
                  <a:gd name="T11" fmla="*/ 31 h 83"/>
                  <a:gd name="T12" fmla="*/ 2 w 94"/>
                  <a:gd name="T13" fmla="*/ 66 h 83"/>
                  <a:gd name="T14" fmla="*/ 24 w 94"/>
                  <a:gd name="T15" fmla="*/ 43 h 83"/>
                  <a:gd name="T16" fmla="*/ 41 w 94"/>
                  <a:gd name="T17" fmla="*/ 43 h 83"/>
                  <a:gd name="T18" fmla="*/ 35 w 94"/>
                  <a:gd name="T19" fmla="*/ 65 h 83"/>
                  <a:gd name="T20" fmla="*/ 32 w 94"/>
                  <a:gd name="T21" fmla="*/ 59 h 83"/>
                  <a:gd name="T22" fmla="*/ 48 w 94"/>
                  <a:gd name="T23" fmla="*/ 79 h 83"/>
                  <a:gd name="T24" fmla="*/ 56 w 94"/>
                  <a:gd name="T25" fmla="*/ 79 h 83"/>
                  <a:gd name="T26" fmla="*/ 83 w 94"/>
                  <a:gd name="T27" fmla="*/ 81 h 83"/>
                  <a:gd name="T28" fmla="*/ 68 w 94"/>
                  <a:gd name="T29" fmla="*/ 72 h 83"/>
                  <a:gd name="T30" fmla="*/ 74 w 94"/>
                  <a:gd name="T31" fmla="*/ 65 h 83"/>
                  <a:gd name="T32" fmla="*/ 48 w 94"/>
                  <a:gd name="T33" fmla="*/ 45 h 83"/>
                  <a:gd name="T34" fmla="*/ 49 w 94"/>
                  <a:gd name="T35" fmla="*/ 34 h 83"/>
                  <a:gd name="T36" fmla="*/ 40 w 94"/>
                  <a:gd name="T37" fmla="*/ 31 h 83"/>
                  <a:gd name="T38" fmla="*/ 53 w 94"/>
                  <a:gd name="T39" fmla="*/ 17 h 83"/>
                  <a:gd name="T40" fmla="*/ 63 w 94"/>
                  <a:gd name="T41" fmla="*/ 25 h 83"/>
                  <a:gd name="T42" fmla="*/ 63 w 94"/>
                  <a:gd name="T43" fmla="*/ 8 h 83"/>
                  <a:gd name="T44" fmla="*/ 27 w 94"/>
                  <a:gd name="T45" fmla="*/ 39 h 83"/>
                  <a:gd name="T46" fmla="*/ 37 w 94"/>
                  <a:gd name="T47" fmla="*/ 38 h 83"/>
                  <a:gd name="T48" fmla="*/ 50 w 94"/>
                  <a:gd name="T49" fmla="*/ 60 h 83"/>
                  <a:gd name="T50" fmla="*/ 52 w 94"/>
                  <a:gd name="T51" fmla="*/ 64 h 83"/>
                  <a:gd name="T52" fmla="*/ 51 w 94"/>
                  <a:gd name="T53" fmla="*/ 76 h 83"/>
                  <a:gd name="T54" fmla="*/ 47 w 94"/>
                  <a:gd name="T55" fmla="*/ 54 h 83"/>
                  <a:gd name="T56" fmla="*/ 63 w 94"/>
                  <a:gd name="T57" fmla="*/ 46 h 83"/>
                  <a:gd name="T58" fmla="*/ 61 w 94"/>
                  <a:gd name="T59" fmla="*/ 66 h 83"/>
                  <a:gd name="T60" fmla="*/ 61 w 94"/>
                  <a:gd name="T61" fmla="*/ 56 h 83"/>
                  <a:gd name="T62" fmla="*/ 50 w 94"/>
                  <a:gd name="T63" fmla="*/ 5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4" h="83">
                    <a:moveTo>
                      <a:pt x="63" y="8"/>
                    </a:moveTo>
                    <a:cubicBezTo>
                      <a:pt x="51" y="9"/>
                      <a:pt x="37" y="17"/>
                      <a:pt x="37" y="17"/>
                    </a:cubicBezTo>
                    <a:cubicBezTo>
                      <a:pt x="37" y="17"/>
                      <a:pt x="34" y="12"/>
                      <a:pt x="35" y="11"/>
                    </a:cubicBezTo>
                    <a:cubicBezTo>
                      <a:pt x="35" y="10"/>
                      <a:pt x="36" y="10"/>
                      <a:pt x="38" y="8"/>
                    </a:cubicBezTo>
                    <a:cubicBezTo>
                      <a:pt x="40" y="6"/>
                      <a:pt x="40" y="3"/>
                      <a:pt x="40" y="3"/>
                    </a:cubicBezTo>
                    <a:cubicBezTo>
                      <a:pt x="39" y="0"/>
                      <a:pt x="27" y="1"/>
                      <a:pt x="27" y="1"/>
                    </a:cubicBezTo>
                    <a:cubicBezTo>
                      <a:pt x="15" y="8"/>
                      <a:pt x="5" y="5"/>
                      <a:pt x="5" y="5"/>
                    </a:cubicBezTo>
                    <a:cubicBezTo>
                      <a:pt x="10" y="20"/>
                      <a:pt x="26" y="14"/>
                      <a:pt x="28" y="14"/>
                    </a:cubicBezTo>
                    <a:cubicBezTo>
                      <a:pt x="30" y="14"/>
                      <a:pt x="31" y="20"/>
                      <a:pt x="31" y="22"/>
                    </a:cubicBezTo>
                    <a:cubicBezTo>
                      <a:pt x="30" y="24"/>
                      <a:pt x="24" y="28"/>
                      <a:pt x="19" y="38"/>
                    </a:cubicBezTo>
                    <a:cubicBezTo>
                      <a:pt x="13" y="47"/>
                      <a:pt x="16" y="36"/>
                      <a:pt x="16" y="36"/>
                    </a:cubicBezTo>
                    <a:cubicBezTo>
                      <a:pt x="21" y="27"/>
                      <a:pt x="14" y="31"/>
                      <a:pt x="14" y="31"/>
                    </a:cubicBezTo>
                    <a:cubicBezTo>
                      <a:pt x="6" y="39"/>
                      <a:pt x="1" y="53"/>
                      <a:pt x="1" y="59"/>
                    </a:cubicBezTo>
                    <a:cubicBezTo>
                      <a:pt x="0" y="66"/>
                      <a:pt x="2" y="66"/>
                      <a:pt x="2" y="66"/>
                    </a:cubicBezTo>
                    <a:cubicBezTo>
                      <a:pt x="6" y="68"/>
                      <a:pt x="11" y="67"/>
                      <a:pt x="11" y="67"/>
                    </a:cubicBezTo>
                    <a:cubicBezTo>
                      <a:pt x="10" y="66"/>
                      <a:pt x="24" y="43"/>
                      <a:pt x="24" y="43"/>
                    </a:cubicBezTo>
                    <a:cubicBezTo>
                      <a:pt x="27" y="49"/>
                      <a:pt x="35" y="52"/>
                      <a:pt x="37" y="51"/>
                    </a:cubicBezTo>
                    <a:cubicBezTo>
                      <a:pt x="38" y="51"/>
                      <a:pt x="41" y="43"/>
                      <a:pt x="41" y="43"/>
                    </a:cubicBezTo>
                    <a:cubicBezTo>
                      <a:pt x="44" y="50"/>
                      <a:pt x="44" y="50"/>
                      <a:pt x="44" y="50"/>
                    </a:cubicBezTo>
                    <a:cubicBezTo>
                      <a:pt x="45" y="55"/>
                      <a:pt x="35" y="65"/>
                      <a:pt x="35" y="65"/>
                    </a:cubicBezTo>
                    <a:cubicBezTo>
                      <a:pt x="34" y="65"/>
                      <a:pt x="34" y="62"/>
                      <a:pt x="34" y="62"/>
                    </a:cubicBezTo>
                    <a:cubicBezTo>
                      <a:pt x="34" y="58"/>
                      <a:pt x="32" y="59"/>
                      <a:pt x="32" y="59"/>
                    </a:cubicBezTo>
                    <a:cubicBezTo>
                      <a:pt x="30" y="67"/>
                      <a:pt x="33" y="71"/>
                      <a:pt x="33" y="71"/>
                    </a:cubicBezTo>
                    <a:cubicBezTo>
                      <a:pt x="33" y="71"/>
                      <a:pt x="47" y="77"/>
                      <a:pt x="48" y="79"/>
                    </a:cubicBezTo>
                    <a:cubicBezTo>
                      <a:pt x="50" y="81"/>
                      <a:pt x="53" y="83"/>
                      <a:pt x="55" y="82"/>
                    </a:cubicBezTo>
                    <a:cubicBezTo>
                      <a:pt x="57" y="81"/>
                      <a:pt x="56" y="79"/>
                      <a:pt x="56" y="79"/>
                    </a:cubicBezTo>
                    <a:cubicBezTo>
                      <a:pt x="60" y="76"/>
                      <a:pt x="60" y="76"/>
                      <a:pt x="60" y="76"/>
                    </a:cubicBezTo>
                    <a:cubicBezTo>
                      <a:pt x="62" y="78"/>
                      <a:pt x="73" y="82"/>
                      <a:pt x="83" y="81"/>
                    </a:cubicBezTo>
                    <a:cubicBezTo>
                      <a:pt x="94" y="79"/>
                      <a:pt x="88" y="68"/>
                      <a:pt x="84" y="70"/>
                    </a:cubicBezTo>
                    <a:cubicBezTo>
                      <a:pt x="79" y="72"/>
                      <a:pt x="72" y="73"/>
                      <a:pt x="68" y="72"/>
                    </a:cubicBezTo>
                    <a:cubicBezTo>
                      <a:pt x="65" y="71"/>
                      <a:pt x="68" y="68"/>
                      <a:pt x="69" y="68"/>
                    </a:cubicBezTo>
                    <a:cubicBezTo>
                      <a:pt x="69" y="68"/>
                      <a:pt x="71" y="69"/>
                      <a:pt x="74" y="65"/>
                    </a:cubicBezTo>
                    <a:cubicBezTo>
                      <a:pt x="78" y="62"/>
                      <a:pt x="74" y="40"/>
                      <a:pt x="74" y="40"/>
                    </a:cubicBezTo>
                    <a:cubicBezTo>
                      <a:pt x="63" y="32"/>
                      <a:pt x="48" y="45"/>
                      <a:pt x="48" y="45"/>
                    </a:cubicBezTo>
                    <a:cubicBezTo>
                      <a:pt x="48" y="45"/>
                      <a:pt x="43" y="37"/>
                      <a:pt x="42" y="36"/>
                    </a:cubicBezTo>
                    <a:cubicBezTo>
                      <a:pt x="42" y="35"/>
                      <a:pt x="43" y="31"/>
                      <a:pt x="49" y="34"/>
                    </a:cubicBezTo>
                    <a:cubicBezTo>
                      <a:pt x="55" y="36"/>
                      <a:pt x="60" y="36"/>
                      <a:pt x="56" y="31"/>
                    </a:cubicBezTo>
                    <a:cubicBezTo>
                      <a:pt x="51" y="27"/>
                      <a:pt x="40" y="31"/>
                      <a:pt x="40" y="31"/>
                    </a:cubicBezTo>
                    <a:cubicBezTo>
                      <a:pt x="40" y="31"/>
                      <a:pt x="36" y="27"/>
                      <a:pt x="38" y="26"/>
                    </a:cubicBezTo>
                    <a:cubicBezTo>
                      <a:pt x="40" y="24"/>
                      <a:pt x="42" y="20"/>
                      <a:pt x="53" y="17"/>
                    </a:cubicBezTo>
                    <a:cubicBezTo>
                      <a:pt x="64" y="15"/>
                      <a:pt x="62" y="21"/>
                      <a:pt x="62" y="22"/>
                    </a:cubicBezTo>
                    <a:cubicBezTo>
                      <a:pt x="61" y="24"/>
                      <a:pt x="63" y="25"/>
                      <a:pt x="63" y="25"/>
                    </a:cubicBezTo>
                    <a:cubicBezTo>
                      <a:pt x="70" y="23"/>
                      <a:pt x="74" y="17"/>
                      <a:pt x="75" y="15"/>
                    </a:cubicBezTo>
                    <a:cubicBezTo>
                      <a:pt x="75" y="13"/>
                      <a:pt x="75" y="7"/>
                      <a:pt x="63" y="8"/>
                    </a:cubicBezTo>
                    <a:close/>
                    <a:moveTo>
                      <a:pt x="36" y="45"/>
                    </a:moveTo>
                    <a:cubicBezTo>
                      <a:pt x="36" y="45"/>
                      <a:pt x="32" y="48"/>
                      <a:pt x="27" y="39"/>
                    </a:cubicBezTo>
                    <a:cubicBezTo>
                      <a:pt x="27" y="39"/>
                      <a:pt x="32" y="32"/>
                      <a:pt x="34" y="31"/>
                    </a:cubicBezTo>
                    <a:cubicBezTo>
                      <a:pt x="37" y="38"/>
                      <a:pt x="37" y="38"/>
                      <a:pt x="37" y="38"/>
                    </a:cubicBezTo>
                    <a:lnTo>
                      <a:pt x="36" y="45"/>
                    </a:lnTo>
                    <a:close/>
                    <a:moveTo>
                      <a:pt x="50" y="60"/>
                    </a:moveTo>
                    <a:cubicBezTo>
                      <a:pt x="50" y="60"/>
                      <a:pt x="47" y="65"/>
                      <a:pt x="47" y="66"/>
                    </a:cubicBezTo>
                    <a:cubicBezTo>
                      <a:pt x="48" y="67"/>
                      <a:pt x="52" y="64"/>
                      <a:pt x="52" y="64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1" y="76"/>
                      <a:pt x="51" y="76"/>
                      <a:pt x="51" y="76"/>
                    </a:cubicBezTo>
                    <a:cubicBezTo>
                      <a:pt x="37" y="69"/>
                      <a:pt x="37" y="69"/>
                      <a:pt x="37" y="69"/>
                    </a:cubicBezTo>
                    <a:cubicBezTo>
                      <a:pt x="37" y="69"/>
                      <a:pt x="46" y="62"/>
                      <a:pt x="47" y="54"/>
                    </a:cubicBezTo>
                    <a:lnTo>
                      <a:pt x="50" y="60"/>
                    </a:lnTo>
                    <a:close/>
                    <a:moveTo>
                      <a:pt x="63" y="46"/>
                    </a:moveTo>
                    <a:cubicBezTo>
                      <a:pt x="68" y="50"/>
                      <a:pt x="66" y="61"/>
                      <a:pt x="66" y="61"/>
                    </a:cubicBezTo>
                    <a:cubicBezTo>
                      <a:pt x="61" y="66"/>
                      <a:pt x="61" y="66"/>
                      <a:pt x="61" y="66"/>
                    </a:cubicBezTo>
                    <a:cubicBezTo>
                      <a:pt x="58" y="61"/>
                      <a:pt x="58" y="61"/>
                      <a:pt x="58" y="61"/>
                    </a:cubicBezTo>
                    <a:cubicBezTo>
                      <a:pt x="58" y="61"/>
                      <a:pt x="62" y="59"/>
                      <a:pt x="61" y="56"/>
                    </a:cubicBezTo>
                    <a:cubicBezTo>
                      <a:pt x="59" y="53"/>
                      <a:pt x="55" y="56"/>
                      <a:pt x="55" y="56"/>
                    </a:cubicBezTo>
                    <a:cubicBezTo>
                      <a:pt x="50" y="50"/>
                      <a:pt x="50" y="50"/>
                      <a:pt x="50" y="50"/>
                    </a:cubicBezTo>
                    <a:cubicBezTo>
                      <a:pt x="50" y="50"/>
                      <a:pt x="59" y="42"/>
                      <a:pt x="6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 bwMode="auto">
              <a:xfrm>
                <a:off x="2276476" y="1733551"/>
                <a:ext cx="150813" cy="149225"/>
              </a:xfrm>
              <a:custGeom>
                <a:avLst/>
                <a:gdLst>
                  <a:gd name="T0" fmla="*/ 5 w 98"/>
                  <a:gd name="T1" fmla="*/ 15 h 97"/>
                  <a:gd name="T2" fmla="*/ 14 w 98"/>
                  <a:gd name="T3" fmla="*/ 15 h 97"/>
                  <a:gd name="T4" fmla="*/ 48 w 98"/>
                  <a:gd name="T5" fmla="*/ 3 h 97"/>
                  <a:gd name="T6" fmla="*/ 68 w 98"/>
                  <a:gd name="T7" fmla="*/ 1 h 97"/>
                  <a:gd name="T8" fmla="*/ 78 w 98"/>
                  <a:gd name="T9" fmla="*/ 8 h 97"/>
                  <a:gd name="T10" fmla="*/ 63 w 98"/>
                  <a:gd name="T11" fmla="*/ 25 h 97"/>
                  <a:gd name="T12" fmla="*/ 67 w 98"/>
                  <a:gd name="T13" fmla="*/ 35 h 97"/>
                  <a:gd name="T14" fmla="*/ 86 w 98"/>
                  <a:gd name="T15" fmla="*/ 31 h 97"/>
                  <a:gd name="T16" fmla="*/ 93 w 98"/>
                  <a:gd name="T17" fmla="*/ 44 h 97"/>
                  <a:gd name="T18" fmla="*/ 83 w 98"/>
                  <a:gd name="T19" fmla="*/ 43 h 97"/>
                  <a:gd name="T20" fmla="*/ 73 w 98"/>
                  <a:gd name="T21" fmla="*/ 46 h 97"/>
                  <a:gd name="T22" fmla="*/ 71 w 98"/>
                  <a:gd name="T23" fmla="*/ 80 h 97"/>
                  <a:gd name="T24" fmla="*/ 52 w 98"/>
                  <a:gd name="T25" fmla="*/ 84 h 97"/>
                  <a:gd name="T26" fmla="*/ 43 w 98"/>
                  <a:gd name="T27" fmla="*/ 62 h 97"/>
                  <a:gd name="T28" fmla="*/ 57 w 98"/>
                  <a:gd name="T29" fmla="*/ 73 h 97"/>
                  <a:gd name="T30" fmla="*/ 63 w 98"/>
                  <a:gd name="T31" fmla="*/ 47 h 97"/>
                  <a:gd name="T32" fmla="*/ 33 w 98"/>
                  <a:gd name="T33" fmla="*/ 60 h 97"/>
                  <a:gd name="T34" fmla="*/ 22 w 98"/>
                  <a:gd name="T35" fmla="*/ 50 h 97"/>
                  <a:gd name="T36" fmla="*/ 27 w 98"/>
                  <a:gd name="T37" fmla="*/ 46 h 97"/>
                  <a:gd name="T38" fmla="*/ 52 w 98"/>
                  <a:gd name="T39" fmla="*/ 40 h 97"/>
                  <a:gd name="T40" fmla="*/ 53 w 98"/>
                  <a:gd name="T41" fmla="*/ 32 h 97"/>
                  <a:gd name="T42" fmla="*/ 53 w 98"/>
                  <a:gd name="T43" fmla="*/ 24 h 97"/>
                  <a:gd name="T44" fmla="*/ 60 w 98"/>
                  <a:gd name="T45" fmla="*/ 12 h 97"/>
                  <a:gd name="T46" fmla="*/ 46 w 98"/>
                  <a:gd name="T47" fmla="*/ 14 h 97"/>
                  <a:gd name="T48" fmla="*/ 20 w 98"/>
                  <a:gd name="T49" fmla="*/ 27 h 97"/>
                  <a:gd name="T50" fmla="*/ 12 w 98"/>
                  <a:gd name="T51" fmla="*/ 28 h 97"/>
                  <a:gd name="T52" fmla="*/ 5 w 98"/>
                  <a:gd name="T53" fmla="*/ 1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8" h="97">
                    <a:moveTo>
                      <a:pt x="5" y="15"/>
                    </a:moveTo>
                    <a:cubicBezTo>
                      <a:pt x="5" y="15"/>
                      <a:pt x="7" y="18"/>
                      <a:pt x="14" y="15"/>
                    </a:cubicBezTo>
                    <a:cubicBezTo>
                      <a:pt x="20" y="13"/>
                      <a:pt x="42" y="4"/>
                      <a:pt x="48" y="3"/>
                    </a:cubicBezTo>
                    <a:cubicBezTo>
                      <a:pt x="54" y="2"/>
                      <a:pt x="64" y="2"/>
                      <a:pt x="68" y="1"/>
                    </a:cubicBezTo>
                    <a:cubicBezTo>
                      <a:pt x="71" y="0"/>
                      <a:pt x="77" y="5"/>
                      <a:pt x="78" y="8"/>
                    </a:cubicBezTo>
                    <a:cubicBezTo>
                      <a:pt x="78" y="12"/>
                      <a:pt x="63" y="25"/>
                      <a:pt x="63" y="25"/>
                    </a:cubicBezTo>
                    <a:cubicBezTo>
                      <a:pt x="63" y="25"/>
                      <a:pt x="60" y="29"/>
                      <a:pt x="67" y="35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6" y="31"/>
                      <a:pt x="98" y="36"/>
                      <a:pt x="93" y="44"/>
                    </a:cubicBezTo>
                    <a:cubicBezTo>
                      <a:pt x="93" y="44"/>
                      <a:pt x="86" y="43"/>
                      <a:pt x="83" y="43"/>
                    </a:cubicBezTo>
                    <a:cubicBezTo>
                      <a:pt x="80" y="44"/>
                      <a:pt x="73" y="46"/>
                      <a:pt x="73" y="46"/>
                    </a:cubicBezTo>
                    <a:cubicBezTo>
                      <a:pt x="73" y="46"/>
                      <a:pt x="74" y="69"/>
                      <a:pt x="71" y="80"/>
                    </a:cubicBezTo>
                    <a:cubicBezTo>
                      <a:pt x="67" y="91"/>
                      <a:pt x="74" y="97"/>
                      <a:pt x="52" y="84"/>
                    </a:cubicBezTo>
                    <a:cubicBezTo>
                      <a:pt x="52" y="84"/>
                      <a:pt x="44" y="74"/>
                      <a:pt x="43" y="62"/>
                    </a:cubicBezTo>
                    <a:cubicBezTo>
                      <a:pt x="43" y="62"/>
                      <a:pt x="47" y="75"/>
                      <a:pt x="57" y="73"/>
                    </a:cubicBezTo>
                    <a:cubicBezTo>
                      <a:pt x="66" y="71"/>
                      <a:pt x="63" y="47"/>
                      <a:pt x="63" y="47"/>
                    </a:cubicBezTo>
                    <a:cubicBezTo>
                      <a:pt x="63" y="47"/>
                      <a:pt x="36" y="57"/>
                      <a:pt x="33" y="60"/>
                    </a:cubicBezTo>
                    <a:cubicBezTo>
                      <a:pt x="33" y="60"/>
                      <a:pt x="26" y="62"/>
                      <a:pt x="22" y="50"/>
                    </a:cubicBezTo>
                    <a:cubicBezTo>
                      <a:pt x="22" y="50"/>
                      <a:pt x="25" y="40"/>
                      <a:pt x="27" y="46"/>
                    </a:cubicBezTo>
                    <a:cubicBezTo>
                      <a:pt x="27" y="46"/>
                      <a:pt x="28" y="51"/>
                      <a:pt x="52" y="40"/>
                    </a:cubicBezTo>
                    <a:cubicBezTo>
                      <a:pt x="52" y="40"/>
                      <a:pt x="64" y="39"/>
                      <a:pt x="53" y="32"/>
                    </a:cubicBezTo>
                    <a:cubicBezTo>
                      <a:pt x="46" y="28"/>
                      <a:pt x="53" y="25"/>
                      <a:pt x="53" y="24"/>
                    </a:cubicBezTo>
                    <a:cubicBezTo>
                      <a:pt x="53" y="22"/>
                      <a:pt x="61" y="13"/>
                      <a:pt x="60" y="12"/>
                    </a:cubicBezTo>
                    <a:cubicBezTo>
                      <a:pt x="60" y="11"/>
                      <a:pt x="50" y="12"/>
                      <a:pt x="46" y="14"/>
                    </a:cubicBezTo>
                    <a:cubicBezTo>
                      <a:pt x="41" y="16"/>
                      <a:pt x="21" y="25"/>
                      <a:pt x="20" y="27"/>
                    </a:cubicBezTo>
                    <a:cubicBezTo>
                      <a:pt x="19" y="29"/>
                      <a:pt x="16" y="29"/>
                      <a:pt x="12" y="28"/>
                    </a:cubicBezTo>
                    <a:cubicBezTo>
                      <a:pt x="8" y="27"/>
                      <a:pt x="0" y="23"/>
                      <a:pt x="5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8" name="任意多边形: 形状 97"/>
              <p:cNvSpPr>
                <a:spLocks noEditPoints="1"/>
              </p:cNvSpPr>
              <p:nvPr/>
            </p:nvSpPr>
            <p:spPr bwMode="auto">
              <a:xfrm>
                <a:off x="2493963" y="1731963"/>
                <a:ext cx="157163" cy="165100"/>
              </a:xfrm>
              <a:custGeom>
                <a:avLst/>
                <a:gdLst>
                  <a:gd name="T0" fmla="*/ 50 w 102"/>
                  <a:gd name="T1" fmla="*/ 7 h 107"/>
                  <a:gd name="T2" fmla="*/ 56 w 102"/>
                  <a:gd name="T3" fmla="*/ 8 h 107"/>
                  <a:gd name="T4" fmla="*/ 47 w 102"/>
                  <a:gd name="T5" fmla="*/ 20 h 107"/>
                  <a:gd name="T6" fmla="*/ 22 w 102"/>
                  <a:gd name="T7" fmla="*/ 18 h 107"/>
                  <a:gd name="T8" fmla="*/ 15 w 102"/>
                  <a:gd name="T9" fmla="*/ 12 h 107"/>
                  <a:gd name="T10" fmla="*/ 50 w 102"/>
                  <a:gd name="T11" fmla="*/ 7 h 107"/>
                  <a:gd name="T12" fmla="*/ 1 w 102"/>
                  <a:gd name="T13" fmla="*/ 42 h 107"/>
                  <a:gd name="T14" fmla="*/ 6 w 102"/>
                  <a:gd name="T15" fmla="*/ 44 h 107"/>
                  <a:gd name="T16" fmla="*/ 13 w 102"/>
                  <a:gd name="T17" fmla="*/ 42 h 107"/>
                  <a:gd name="T18" fmla="*/ 32 w 102"/>
                  <a:gd name="T19" fmla="*/ 40 h 107"/>
                  <a:gd name="T20" fmla="*/ 35 w 102"/>
                  <a:gd name="T21" fmla="*/ 45 h 107"/>
                  <a:gd name="T22" fmla="*/ 33 w 102"/>
                  <a:gd name="T23" fmla="*/ 49 h 107"/>
                  <a:gd name="T24" fmla="*/ 25 w 102"/>
                  <a:gd name="T25" fmla="*/ 54 h 107"/>
                  <a:gd name="T26" fmla="*/ 24 w 102"/>
                  <a:gd name="T27" fmla="*/ 53 h 107"/>
                  <a:gd name="T28" fmla="*/ 27 w 102"/>
                  <a:gd name="T29" fmla="*/ 51 h 107"/>
                  <a:gd name="T30" fmla="*/ 29 w 102"/>
                  <a:gd name="T31" fmla="*/ 46 h 107"/>
                  <a:gd name="T32" fmla="*/ 23 w 102"/>
                  <a:gd name="T33" fmla="*/ 45 h 107"/>
                  <a:gd name="T34" fmla="*/ 8 w 102"/>
                  <a:gd name="T35" fmla="*/ 56 h 107"/>
                  <a:gd name="T36" fmla="*/ 6 w 102"/>
                  <a:gd name="T37" fmla="*/ 64 h 107"/>
                  <a:gd name="T38" fmla="*/ 23 w 102"/>
                  <a:gd name="T39" fmla="*/ 63 h 107"/>
                  <a:gd name="T40" fmla="*/ 27 w 102"/>
                  <a:gd name="T41" fmla="*/ 65 h 107"/>
                  <a:gd name="T42" fmla="*/ 26 w 102"/>
                  <a:gd name="T43" fmla="*/ 74 h 107"/>
                  <a:gd name="T44" fmla="*/ 35 w 102"/>
                  <a:gd name="T45" fmla="*/ 73 h 107"/>
                  <a:gd name="T46" fmla="*/ 40 w 102"/>
                  <a:gd name="T47" fmla="*/ 57 h 107"/>
                  <a:gd name="T48" fmla="*/ 51 w 102"/>
                  <a:gd name="T49" fmla="*/ 47 h 107"/>
                  <a:gd name="T50" fmla="*/ 47 w 102"/>
                  <a:gd name="T51" fmla="*/ 45 h 107"/>
                  <a:gd name="T52" fmla="*/ 44 w 102"/>
                  <a:gd name="T53" fmla="*/ 44 h 107"/>
                  <a:gd name="T54" fmla="*/ 52 w 102"/>
                  <a:gd name="T55" fmla="*/ 41 h 107"/>
                  <a:gd name="T56" fmla="*/ 60 w 102"/>
                  <a:gd name="T57" fmla="*/ 49 h 107"/>
                  <a:gd name="T58" fmla="*/ 60 w 102"/>
                  <a:gd name="T59" fmla="*/ 55 h 107"/>
                  <a:gd name="T60" fmla="*/ 52 w 102"/>
                  <a:gd name="T61" fmla="*/ 56 h 107"/>
                  <a:gd name="T62" fmla="*/ 50 w 102"/>
                  <a:gd name="T63" fmla="*/ 64 h 107"/>
                  <a:gd name="T64" fmla="*/ 60 w 102"/>
                  <a:gd name="T65" fmla="*/ 67 h 107"/>
                  <a:gd name="T66" fmla="*/ 66 w 102"/>
                  <a:gd name="T67" fmla="*/ 66 h 107"/>
                  <a:gd name="T68" fmla="*/ 59 w 102"/>
                  <a:gd name="T69" fmla="*/ 99 h 107"/>
                  <a:gd name="T70" fmla="*/ 66 w 102"/>
                  <a:gd name="T71" fmla="*/ 107 h 107"/>
                  <a:gd name="T72" fmla="*/ 75 w 102"/>
                  <a:gd name="T73" fmla="*/ 65 h 107"/>
                  <a:gd name="T74" fmla="*/ 85 w 102"/>
                  <a:gd name="T75" fmla="*/ 63 h 107"/>
                  <a:gd name="T76" fmla="*/ 98 w 102"/>
                  <a:gd name="T77" fmla="*/ 63 h 107"/>
                  <a:gd name="T78" fmla="*/ 92 w 102"/>
                  <a:gd name="T79" fmla="*/ 53 h 107"/>
                  <a:gd name="T80" fmla="*/ 77 w 102"/>
                  <a:gd name="T81" fmla="*/ 52 h 107"/>
                  <a:gd name="T82" fmla="*/ 84 w 102"/>
                  <a:gd name="T83" fmla="*/ 28 h 107"/>
                  <a:gd name="T84" fmla="*/ 86 w 102"/>
                  <a:gd name="T85" fmla="*/ 15 h 107"/>
                  <a:gd name="T86" fmla="*/ 78 w 102"/>
                  <a:gd name="T87" fmla="*/ 6 h 107"/>
                  <a:gd name="T88" fmla="*/ 78 w 102"/>
                  <a:gd name="T89" fmla="*/ 15 h 107"/>
                  <a:gd name="T90" fmla="*/ 75 w 102"/>
                  <a:gd name="T91" fmla="*/ 32 h 107"/>
                  <a:gd name="T92" fmla="*/ 66 w 102"/>
                  <a:gd name="T93" fmla="*/ 25 h 107"/>
                  <a:gd name="T94" fmla="*/ 62 w 102"/>
                  <a:gd name="T95" fmla="*/ 27 h 107"/>
                  <a:gd name="T96" fmla="*/ 72 w 102"/>
                  <a:gd name="T97" fmla="*/ 40 h 107"/>
                  <a:gd name="T98" fmla="*/ 70 w 102"/>
                  <a:gd name="T99" fmla="*/ 51 h 107"/>
                  <a:gd name="T100" fmla="*/ 68 w 102"/>
                  <a:gd name="T101" fmla="*/ 50 h 107"/>
                  <a:gd name="T102" fmla="*/ 61 w 102"/>
                  <a:gd name="T103" fmla="*/ 42 h 107"/>
                  <a:gd name="T104" fmla="*/ 49 w 102"/>
                  <a:gd name="T105" fmla="*/ 30 h 107"/>
                  <a:gd name="T106" fmla="*/ 43 w 102"/>
                  <a:gd name="T107" fmla="*/ 25 h 107"/>
                  <a:gd name="T108" fmla="*/ 38 w 102"/>
                  <a:gd name="T109" fmla="*/ 33 h 107"/>
                  <a:gd name="T110" fmla="*/ 24 w 102"/>
                  <a:gd name="T111" fmla="*/ 36 h 107"/>
                  <a:gd name="T112" fmla="*/ 10 w 102"/>
                  <a:gd name="T113" fmla="*/ 37 h 107"/>
                  <a:gd name="T114" fmla="*/ 0 w 102"/>
                  <a:gd name="T115" fmla="*/ 34 h 107"/>
                  <a:gd name="T116" fmla="*/ 1 w 102"/>
                  <a:gd name="T117" fmla="*/ 42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2" h="107">
                    <a:moveTo>
                      <a:pt x="50" y="7"/>
                    </a:moveTo>
                    <a:cubicBezTo>
                      <a:pt x="50" y="7"/>
                      <a:pt x="55" y="0"/>
                      <a:pt x="56" y="8"/>
                    </a:cubicBezTo>
                    <a:cubicBezTo>
                      <a:pt x="57" y="16"/>
                      <a:pt x="51" y="19"/>
                      <a:pt x="47" y="20"/>
                    </a:cubicBezTo>
                    <a:cubicBezTo>
                      <a:pt x="42" y="20"/>
                      <a:pt x="27" y="19"/>
                      <a:pt x="22" y="18"/>
                    </a:cubicBezTo>
                    <a:cubicBezTo>
                      <a:pt x="17" y="17"/>
                      <a:pt x="16" y="14"/>
                      <a:pt x="15" y="12"/>
                    </a:cubicBezTo>
                    <a:cubicBezTo>
                      <a:pt x="15" y="12"/>
                      <a:pt x="42" y="14"/>
                      <a:pt x="50" y="7"/>
                    </a:cubicBezTo>
                    <a:close/>
                    <a:moveTo>
                      <a:pt x="1" y="42"/>
                    </a:moveTo>
                    <a:cubicBezTo>
                      <a:pt x="2" y="45"/>
                      <a:pt x="5" y="45"/>
                      <a:pt x="6" y="44"/>
                    </a:cubicBezTo>
                    <a:cubicBezTo>
                      <a:pt x="7" y="44"/>
                      <a:pt x="7" y="44"/>
                      <a:pt x="13" y="42"/>
                    </a:cubicBezTo>
                    <a:cubicBezTo>
                      <a:pt x="19" y="39"/>
                      <a:pt x="27" y="41"/>
                      <a:pt x="32" y="40"/>
                    </a:cubicBezTo>
                    <a:cubicBezTo>
                      <a:pt x="37" y="39"/>
                      <a:pt x="35" y="43"/>
                      <a:pt x="35" y="45"/>
                    </a:cubicBezTo>
                    <a:cubicBezTo>
                      <a:pt x="35" y="46"/>
                      <a:pt x="33" y="49"/>
                      <a:pt x="33" y="49"/>
                    </a:cubicBezTo>
                    <a:cubicBezTo>
                      <a:pt x="33" y="49"/>
                      <a:pt x="30" y="53"/>
                      <a:pt x="25" y="54"/>
                    </a:cubicBezTo>
                    <a:cubicBezTo>
                      <a:pt x="20" y="56"/>
                      <a:pt x="24" y="53"/>
                      <a:pt x="24" y="53"/>
                    </a:cubicBezTo>
                    <a:cubicBezTo>
                      <a:pt x="24" y="53"/>
                      <a:pt x="27" y="51"/>
                      <a:pt x="27" y="51"/>
                    </a:cubicBezTo>
                    <a:cubicBezTo>
                      <a:pt x="28" y="51"/>
                      <a:pt x="32" y="49"/>
                      <a:pt x="29" y="46"/>
                    </a:cubicBezTo>
                    <a:cubicBezTo>
                      <a:pt x="27" y="43"/>
                      <a:pt x="23" y="45"/>
                      <a:pt x="23" y="45"/>
                    </a:cubicBezTo>
                    <a:cubicBezTo>
                      <a:pt x="23" y="45"/>
                      <a:pt x="9" y="55"/>
                      <a:pt x="8" y="56"/>
                    </a:cubicBezTo>
                    <a:cubicBezTo>
                      <a:pt x="6" y="57"/>
                      <a:pt x="2" y="58"/>
                      <a:pt x="6" y="64"/>
                    </a:cubicBezTo>
                    <a:cubicBezTo>
                      <a:pt x="10" y="70"/>
                      <a:pt x="17" y="65"/>
                      <a:pt x="23" y="63"/>
                    </a:cubicBezTo>
                    <a:cubicBezTo>
                      <a:pt x="29" y="60"/>
                      <a:pt x="27" y="65"/>
                      <a:pt x="27" y="6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30" y="89"/>
                      <a:pt x="35" y="73"/>
                      <a:pt x="35" y="73"/>
                    </a:cubicBezTo>
                    <a:cubicBezTo>
                      <a:pt x="35" y="73"/>
                      <a:pt x="39" y="57"/>
                      <a:pt x="40" y="57"/>
                    </a:cubicBezTo>
                    <a:cubicBezTo>
                      <a:pt x="41" y="56"/>
                      <a:pt x="50" y="51"/>
                      <a:pt x="51" y="47"/>
                    </a:cubicBezTo>
                    <a:cubicBezTo>
                      <a:pt x="52" y="42"/>
                      <a:pt x="47" y="45"/>
                      <a:pt x="47" y="45"/>
                    </a:cubicBezTo>
                    <a:cubicBezTo>
                      <a:pt x="45" y="46"/>
                      <a:pt x="44" y="44"/>
                      <a:pt x="44" y="44"/>
                    </a:cubicBezTo>
                    <a:cubicBezTo>
                      <a:pt x="47" y="36"/>
                      <a:pt x="50" y="40"/>
                      <a:pt x="52" y="41"/>
                    </a:cubicBezTo>
                    <a:cubicBezTo>
                      <a:pt x="53" y="42"/>
                      <a:pt x="57" y="47"/>
                      <a:pt x="60" y="49"/>
                    </a:cubicBezTo>
                    <a:cubicBezTo>
                      <a:pt x="62" y="51"/>
                      <a:pt x="64" y="54"/>
                      <a:pt x="60" y="55"/>
                    </a:cubicBezTo>
                    <a:cubicBezTo>
                      <a:pt x="57" y="57"/>
                      <a:pt x="52" y="56"/>
                      <a:pt x="52" y="56"/>
                    </a:cubicBezTo>
                    <a:cubicBezTo>
                      <a:pt x="43" y="53"/>
                      <a:pt x="48" y="61"/>
                      <a:pt x="50" y="64"/>
                    </a:cubicBezTo>
                    <a:cubicBezTo>
                      <a:pt x="52" y="67"/>
                      <a:pt x="59" y="68"/>
                      <a:pt x="60" y="67"/>
                    </a:cubicBezTo>
                    <a:cubicBezTo>
                      <a:pt x="62" y="65"/>
                      <a:pt x="66" y="66"/>
                      <a:pt x="66" y="66"/>
                    </a:cubicBezTo>
                    <a:cubicBezTo>
                      <a:pt x="59" y="99"/>
                      <a:pt x="59" y="99"/>
                      <a:pt x="59" y="99"/>
                    </a:cubicBezTo>
                    <a:cubicBezTo>
                      <a:pt x="60" y="107"/>
                      <a:pt x="66" y="107"/>
                      <a:pt x="66" y="107"/>
                    </a:cubicBezTo>
                    <a:cubicBezTo>
                      <a:pt x="75" y="65"/>
                      <a:pt x="75" y="65"/>
                      <a:pt x="75" y="65"/>
                    </a:cubicBezTo>
                    <a:cubicBezTo>
                      <a:pt x="79" y="61"/>
                      <a:pt x="82" y="62"/>
                      <a:pt x="85" y="63"/>
                    </a:cubicBezTo>
                    <a:cubicBezTo>
                      <a:pt x="88" y="63"/>
                      <a:pt x="93" y="64"/>
                      <a:pt x="98" y="63"/>
                    </a:cubicBezTo>
                    <a:cubicBezTo>
                      <a:pt x="102" y="62"/>
                      <a:pt x="97" y="55"/>
                      <a:pt x="92" y="53"/>
                    </a:cubicBezTo>
                    <a:cubicBezTo>
                      <a:pt x="88" y="52"/>
                      <a:pt x="77" y="52"/>
                      <a:pt x="77" y="52"/>
                    </a:cubicBezTo>
                    <a:cubicBezTo>
                      <a:pt x="77" y="49"/>
                      <a:pt x="83" y="30"/>
                      <a:pt x="84" y="28"/>
                    </a:cubicBezTo>
                    <a:cubicBezTo>
                      <a:pt x="85" y="27"/>
                      <a:pt x="88" y="19"/>
                      <a:pt x="86" y="15"/>
                    </a:cubicBezTo>
                    <a:cubicBezTo>
                      <a:pt x="84" y="10"/>
                      <a:pt x="78" y="6"/>
                      <a:pt x="78" y="6"/>
                    </a:cubicBezTo>
                    <a:cubicBezTo>
                      <a:pt x="78" y="6"/>
                      <a:pt x="78" y="12"/>
                      <a:pt x="78" y="15"/>
                    </a:cubicBezTo>
                    <a:cubicBezTo>
                      <a:pt x="79" y="18"/>
                      <a:pt x="77" y="32"/>
                      <a:pt x="75" y="32"/>
                    </a:cubicBezTo>
                    <a:cubicBezTo>
                      <a:pt x="74" y="32"/>
                      <a:pt x="69" y="26"/>
                      <a:pt x="66" y="25"/>
                    </a:cubicBezTo>
                    <a:cubicBezTo>
                      <a:pt x="64" y="24"/>
                      <a:pt x="61" y="24"/>
                      <a:pt x="62" y="27"/>
                    </a:cubicBezTo>
                    <a:cubicBezTo>
                      <a:pt x="62" y="29"/>
                      <a:pt x="72" y="40"/>
                      <a:pt x="72" y="40"/>
                    </a:cubicBezTo>
                    <a:cubicBezTo>
                      <a:pt x="70" y="51"/>
                      <a:pt x="70" y="51"/>
                      <a:pt x="70" y="51"/>
                    </a:cubicBezTo>
                    <a:cubicBezTo>
                      <a:pt x="70" y="51"/>
                      <a:pt x="68" y="51"/>
                      <a:pt x="68" y="50"/>
                    </a:cubicBezTo>
                    <a:cubicBezTo>
                      <a:pt x="68" y="48"/>
                      <a:pt x="62" y="43"/>
                      <a:pt x="61" y="42"/>
                    </a:cubicBezTo>
                    <a:cubicBezTo>
                      <a:pt x="59" y="42"/>
                      <a:pt x="51" y="34"/>
                      <a:pt x="49" y="30"/>
                    </a:cubicBezTo>
                    <a:cubicBezTo>
                      <a:pt x="47" y="26"/>
                      <a:pt x="43" y="25"/>
                      <a:pt x="43" y="25"/>
                    </a:cubicBezTo>
                    <a:cubicBezTo>
                      <a:pt x="43" y="25"/>
                      <a:pt x="42" y="30"/>
                      <a:pt x="38" y="33"/>
                    </a:cubicBezTo>
                    <a:cubicBezTo>
                      <a:pt x="35" y="37"/>
                      <a:pt x="27" y="36"/>
                      <a:pt x="24" y="36"/>
                    </a:cubicBezTo>
                    <a:cubicBezTo>
                      <a:pt x="20" y="36"/>
                      <a:pt x="14" y="37"/>
                      <a:pt x="10" y="37"/>
                    </a:cubicBezTo>
                    <a:cubicBezTo>
                      <a:pt x="6" y="37"/>
                      <a:pt x="0" y="34"/>
                      <a:pt x="0" y="34"/>
                    </a:cubicBezTo>
                    <a:cubicBezTo>
                      <a:pt x="0" y="34"/>
                      <a:pt x="0" y="40"/>
                      <a:pt x="1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 bwMode="auto">
              <a:xfrm>
                <a:off x="2687638" y="1824038"/>
                <a:ext cx="130175" cy="106363"/>
              </a:xfrm>
              <a:custGeom>
                <a:avLst/>
                <a:gdLst>
                  <a:gd name="T0" fmla="*/ 22 w 85"/>
                  <a:gd name="T1" fmla="*/ 0 h 69"/>
                  <a:gd name="T2" fmla="*/ 35 w 85"/>
                  <a:gd name="T3" fmla="*/ 10 h 69"/>
                  <a:gd name="T4" fmla="*/ 47 w 85"/>
                  <a:gd name="T5" fmla="*/ 16 h 69"/>
                  <a:gd name="T6" fmla="*/ 60 w 85"/>
                  <a:gd name="T7" fmla="*/ 16 h 69"/>
                  <a:gd name="T8" fmla="*/ 80 w 85"/>
                  <a:gd name="T9" fmla="*/ 14 h 69"/>
                  <a:gd name="T10" fmla="*/ 77 w 85"/>
                  <a:gd name="T11" fmla="*/ 19 h 69"/>
                  <a:gd name="T12" fmla="*/ 66 w 85"/>
                  <a:gd name="T13" fmla="*/ 22 h 69"/>
                  <a:gd name="T14" fmla="*/ 68 w 85"/>
                  <a:gd name="T15" fmla="*/ 26 h 69"/>
                  <a:gd name="T16" fmla="*/ 57 w 85"/>
                  <a:gd name="T17" fmla="*/ 26 h 69"/>
                  <a:gd name="T18" fmla="*/ 50 w 85"/>
                  <a:gd name="T19" fmla="*/ 31 h 69"/>
                  <a:gd name="T20" fmla="*/ 53 w 85"/>
                  <a:gd name="T21" fmla="*/ 37 h 69"/>
                  <a:gd name="T22" fmla="*/ 51 w 85"/>
                  <a:gd name="T23" fmla="*/ 42 h 69"/>
                  <a:gd name="T24" fmla="*/ 37 w 85"/>
                  <a:gd name="T25" fmla="*/ 43 h 69"/>
                  <a:gd name="T26" fmla="*/ 12 w 85"/>
                  <a:gd name="T27" fmla="*/ 69 h 69"/>
                  <a:gd name="T28" fmla="*/ 6 w 85"/>
                  <a:gd name="T29" fmla="*/ 65 h 69"/>
                  <a:gd name="T30" fmla="*/ 9 w 85"/>
                  <a:gd name="T31" fmla="*/ 46 h 69"/>
                  <a:gd name="T32" fmla="*/ 11 w 85"/>
                  <a:gd name="T33" fmla="*/ 34 h 69"/>
                  <a:gd name="T34" fmla="*/ 38 w 85"/>
                  <a:gd name="T35" fmla="*/ 31 h 69"/>
                  <a:gd name="T36" fmla="*/ 49 w 85"/>
                  <a:gd name="T37" fmla="*/ 23 h 69"/>
                  <a:gd name="T38" fmla="*/ 37 w 85"/>
                  <a:gd name="T39" fmla="*/ 16 h 69"/>
                  <a:gd name="T40" fmla="*/ 22 w 85"/>
                  <a:gd name="T41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5" h="69">
                    <a:moveTo>
                      <a:pt x="22" y="0"/>
                    </a:moveTo>
                    <a:cubicBezTo>
                      <a:pt x="22" y="0"/>
                      <a:pt x="30" y="8"/>
                      <a:pt x="35" y="10"/>
                    </a:cubicBezTo>
                    <a:cubicBezTo>
                      <a:pt x="41" y="12"/>
                      <a:pt x="44" y="13"/>
                      <a:pt x="47" y="16"/>
                    </a:cubicBezTo>
                    <a:cubicBezTo>
                      <a:pt x="51" y="18"/>
                      <a:pt x="53" y="19"/>
                      <a:pt x="60" y="16"/>
                    </a:cubicBezTo>
                    <a:cubicBezTo>
                      <a:pt x="67" y="14"/>
                      <a:pt x="75" y="10"/>
                      <a:pt x="80" y="14"/>
                    </a:cubicBezTo>
                    <a:cubicBezTo>
                      <a:pt x="85" y="19"/>
                      <a:pt x="80" y="21"/>
                      <a:pt x="77" y="19"/>
                    </a:cubicBezTo>
                    <a:cubicBezTo>
                      <a:pt x="74" y="17"/>
                      <a:pt x="67" y="20"/>
                      <a:pt x="66" y="22"/>
                    </a:cubicBezTo>
                    <a:cubicBezTo>
                      <a:pt x="64" y="25"/>
                      <a:pt x="70" y="26"/>
                      <a:pt x="68" y="26"/>
                    </a:cubicBezTo>
                    <a:cubicBezTo>
                      <a:pt x="66" y="26"/>
                      <a:pt x="61" y="26"/>
                      <a:pt x="57" y="26"/>
                    </a:cubicBezTo>
                    <a:cubicBezTo>
                      <a:pt x="53" y="26"/>
                      <a:pt x="50" y="31"/>
                      <a:pt x="50" y="31"/>
                    </a:cubicBezTo>
                    <a:cubicBezTo>
                      <a:pt x="50" y="31"/>
                      <a:pt x="55" y="35"/>
                      <a:pt x="53" y="37"/>
                    </a:cubicBezTo>
                    <a:cubicBezTo>
                      <a:pt x="52" y="39"/>
                      <a:pt x="51" y="42"/>
                      <a:pt x="51" y="42"/>
                    </a:cubicBezTo>
                    <a:cubicBezTo>
                      <a:pt x="51" y="42"/>
                      <a:pt x="41" y="40"/>
                      <a:pt x="37" y="43"/>
                    </a:cubicBezTo>
                    <a:cubicBezTo>
                      <a:pt x="33" y="45"/>
                      <a:pt x="12" y="69"/>
                      <a:pt x="12" y="69"/>
                    </a:cubicBezTo>
                    <a:cubicBezTo>
                      <a:pt x="12" y="69"/>
                      <a:pt x="7" y="69"/>
                      <a:pt x="6" y="65"/>
                    </a:cubicBezTo>
                    <a:cubicBezTo>
                      <a:pt x="5" y="60"/>
                      <a:pt x="9" y="46"/>
                      <a:pt x="9" y="46"/>
                    </a:cubicBezTo>
                    <a:cubicBezTo>
                      <a:pt x="9" y="46"/>
                      <a:pt x="0" y="37"/>
                      <a:pt x="11" y="34"/>
                    </a:cubicBezTo>
                    <a:cubicBezTo>
                      <a:pt x="11" y="34"/>
                      <a:pt x="36" y="32"/>
                      <a:pt x="38" y="31"/>
                    </a:cubicBezTo>
                    <a:cubicBezTo>
                      <a:pt x="40" y="31"/>
                      <a:pt x="49" y="24"/>
                      <a:pt x="49" y="23"/>
                    </a:cubicBezTo>
                    <a:cubicBezTo>
                      <a:pt x="49" y="23"/>
                      <a:pt x="44" y="17"/>
                      <a:pt x="37" y="16"/>
                    </a:cubicBezTo>
                    <a:cubicBezTo>
                      <a:pt x="30" y="15"/>
                      <a:pt x="24" y="9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 bwMode="auto">
              <a:xfrm>
                <a:off x="2705101" y="1884363"/>
                <a:ext cx="28575" cy="30163"/>
              </a:xfrm>
              <a:custGeom>
                <a:avLst/>
                <a:gdLst>
                  <a:gd name="T0" fmla="*/ 19 w 19"/>
                  <a:gd name="T1" fmla="*/ 2 h 20"/>
                  <a:gd name="T2" fmla="*/ 4 w 19"/>
                  <a:gd name="T3" fmla="*/ 19 h 20"/>
                  <a:gd name="T4" fmla="*/ 1 w 19"/>
                  <a:gd name="T5" fmla="*/ 15 h 20"/>
                  <a:gd name="T6" fmla="*/ 2 w 19"/>
                  <a:gd name="T7" fmla="*/ 7 h 20"/>
                  <a:gd name="T8" fmla="*/ 19 w 19"/>
                  <a:gd name="T9" fmla="*/ 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0">
                    <a:moveTo>
                      <a:pt x="19" y="2"/>
                    </a:moveTo>
                    <a:cubicBezTo>
                      <a:pt x="19" y="2"/>
                      <a:pt x="6" y="17"/>
                      <a:pt x="4" y="19"/>
                    </a:cubicBezTo>
                    <a:cubicBezTo>
                      <a:pt x="2" y="20"/>
                      <a:pt x="0" y="18"/>
                      <a:pt x="1" y="15"/>
                    </a:cubicBezTo>
                    <a:cubicBezTo>
                      <a:pt x="1" y="11"/>
                      <a:pt x="1" y="8"/>
                      <a:pt x="2" y="7"/>
                    </a:cubicBezTo>
                    <a:cubicBezTo>
                      <a:pt x="2" y="7"/>
                      <a:pt x="17" y="0"/>
                      <a:pt x="1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1" name="任意多边形: 形状 100"/>
              <p:cNvSpPr>
                <a:spLocks noEditPoints="1"/>
              </p:cNvSpPr>
              <p:nvPr/>
            </p:nvSpPr>
            <p:spPr bwMode="auto">
              <a:xfrm>
                <a:off x="2738438" y="1863726"/>
                <a:ext cx="104775" cy="128588"/>
              </a:xfrm>
              <a:custGeom>
                <a:avLst/>
                <a:gdLst>
                  <a:gd name="T0" fmla="*/ 44 w 68"/>
                  <a:gd name="T1" fmla="*/ 65 h 83"/>
                  <a:gd name="T2" fmla="*/ 37 w 68"/>
                  <a:gd name="T3" fmla="*/ 51 h 83"/>
                  <a:gd name="T4" fmla="*/ 46 w 68"/>
                  <a:gd name="T5" fmla="*/ 41 h 83"/>
                  <a:gd name="T6" fmla="*/ 44 w 68"/>
                  <a:gd name="T7" fmla="*/ 27 h 83"/>
                  <a:gd name="T8" fmla="*/ 52 w 68"/>
                  <a:gd name="T9" fmla="*/ 25 h 83"/>
                  <a:gd name="T10" fmla="*/ 65 w 68"/>
                  <a:gd name="T11" fmla="*/ 26 h 83"/>
                  <a:gd name="T12" fmla="*/ 59 w 68"/>
                  <a:gd name="T13" fmla="*/ 14 h 83"/>
                  <a:gd name="T14" fmla="*/ 64 w 68"/>
                  <a:gd name="T15" fmla="*/ 10 h 83"/>
                  <a:gd name="T16" fmla="*/ 62 w 68"/>
                  <a:gd name="T17" fmla="*/ 0 h 83"/>
                  <a:gd name="T18" fmla="*/ 50 w 68"/>
                  <a:gd name="T19" fmla="*/ 11 h 83"/>
                  <a:gd name="T20" fmla="*/ 34 w 68"/>
                  <a:gd name="T21" fmla="*/ 8 h 83"/>
                  <a:gd name="T22" fmla="*/ 29 w 68"/>
                  <a:gd name="T23" fmla="*/ 11 h 83"/>
                  <a:gd name="T24" fmla="*/ 35 w 68"/>
                  <a:gd name="T25" fmla="*/ 18 h 83"/>
                  <a:gd name="T26" fmla="*/ 36 w 68"/>
                  <a:gd name="T27" fmla="*/ 22 h 83"/>
                  <a:gd name="T28" fmla="*/ 31 w 68"/>
                  <a:gd name="T29" fmla="*/ 24 h 83"/>
                  <a:gd name="T30" fmla="*/ 27 w 68"/>
                  <a:gd name="T31" fmla="*/ 23 h 83"/>
                  <a:gd name="T32" fmla="*/ 25 w 68"/>
                  <a:gd name="T33" fmla="*/ 13 h 83"/>
                  <a:gd name="T34" fmla="*/ 19 w 68"/>
                  <a:gd name="T35" fmla="*/ 19 h 83"/>
                  <a:gd name="T36" fmla="*/ 15 w 68"/>
                  <a:gd name="T37" fmla="*/ 22 h 83"/>
                  <a:gd name="T38" fmla="*/ 19 w 68"/>
                  <a:gd name="T39" fmla="*/ 22 h 83"/>
                  <a:gd name="T40" fmla="*/ 24 w 68"/>
                  <a:gd name="T41" fmla="*/ 38 h 83"/>
                  <a:gd name="T42" fmla="*/ 19 w 68"/>
                  <a:gd name="T43" fmla="*/ 44 h 83"/>
                  <a:gd name="T44" fmla="*/ 9 w 68"/>
                  <a:gd name="T45" fmla="*/ 36 h 83"/>
                  <a:gd name="T46" fmla="*/ 6 w 68"/>
                  <a:gd name="T47" fmla="*/ 28 h 83"/>
                  <a:gd name="T48" fmla="*/ 13 w 68"/>
                  <a:gd name="T49" fmla="*/ 53 h 83"/>
                  <a:gd name="T50" fmla="*/ 30 w 68"/>
                  <a:gd name="T51" fmla="*/ 57 h 83"/>
                  <a:gd name="T52" fmla="*/ 39 w 68"/>
                  <a:gd name="T53" fmla="*/ 77 h 83"/>
                  <a:gd name="T54" fmla="*/ 44 w 68"/>
                  <a:gd name="T55" fmla="*/ 81 h 83"/>
                  <a:gd name="T56" fmla="*/ 44 w 68"/>
                  <a:gd name="T57" fmla="*/ 65 h 83"/>
                  <a:gd name="T58" fmla="*/ 32 w 68"/>
                  <a:gd name="T59" fmla="*/ 40 h 83"/>
                  <a:gd name="T60" fmla="*/ 32 w 68"/>
                  <a:gd name="T61" fmla="*/ 34 h 83"/>
                  <a:gd name="T62" fmla="*/ 38 w 68"/>
                  <a:gd name="T63" fmla="*/ 39 h 83"/>
                  <a:gd name="T64" fmla="*/ 32 w 68"/>
                  <a:gd name="T65" fmla="*/ 4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" h="83">
                    <a:moveTo>
                      <a:pt x="44" y="65"/>
                    </a:moveTo>
                    <a:cubicBezTo>
                      <a:pt x="42" y="57"/>
                      <a:pt x="35" y="52"/>
                      <a:pt x="37" y="51"/>
                    </a:cubicBezTo>
                    <a:cubicBezTo>
                      <a:pt x="38" y="50"/>
                      <a:pt x="44" y="46"/>
                      <a:pt x="46" y="41"/>
                    </a:cubicBezTo>
                    <a:cubicBezTo>
                      <a:pt x="48" y="36"/>
                      <a:pt x="44" y="27"/>
                      <a:pt x="44" y="27"/>
                    </a:cubicBezTo>
                    <a:cubicBezTo>
                      <a:pt x="44" y="27"/>
                      <a:pt x="47" y="24"/>
                      <a:pt x="52" y="25"/>
                    </a:cubicBezTo>
                    <a:cubicBezTo>
                      <a:pt x="57" y="26"/>
                      <a:pt x="63" y="30"/>
                      <a:pt x="65" y="26"/>
                    </a:cubicBezTo>
                    <a:cubicBezTo>
                      <a:pt x="68" y="23"/>
                      <a:pt x="59" y="15"/>
                      <a:pt x="59" y="14"/>
                    </a:cubicBezTo>
                    <a:cubicBezTo>
                      <a:pt x="60" y="13"/>
                      <a:pt x="61" y="13"/>
                      <a:pt x="64" y="10"/>
                    </a:cubicBezTo>
                    <a:cubicBezTo>
                      <a:pt x="67" y="7"/>
                      <a:pt x="62" y="0"/>
                      <a:pt x="62" y="0"/>
                    </a:cubicBezTo>
                    <a:cubicBezTo>
                      <a:pt x="62" y="0"/>
                      <a:pt x="53" y="10"/>
                      <a:pt x="50" y="11"/>
                    </a:cubicBezTo>
                    <a:cubicBezTo>
                      <a:pt x="47" y="12"/>
                      <a:pt x="41" y="12"/>
                      <a:pt x="34" y="8"/>
                    </a:cubicBezTo>
                    <a:cubicBezTo>
                      <a:pt x="28" y="5"/>
                      <a:pt x="29" y="9"/>
                      <a:pt x="29" y="11"/>
                    </a:cubicBezTo>
                    <a:cubicBezTo>
                      <a:pt x="29" y="13"/>
                      <a:pt x="33" y="19"/>
                      <a:pt x="35" y="18"/>
                    </a:cubicBezTo>
                    <a:cubicBezTo>
                      <a:pt x="38" y="18"/>
                      <a:pt x="37" y="21"/>
                      <a:pt x="36" y="22"/>
                    </a:cubicBezTo>
                    <a:cubicBezTo>
                      <a:pt x="36" y="23"/>
                      <a:pt x="32" y="23"/>
                      <a:pt x="31" y="24"/>
                    </a:cubicBezTo>
                    <a:cubicBezTo>
                      <a:pt x="30" y="26"/>
                      <a:pt x="27" y="31"/>
                      <a:pt x="27" y="23"/>
                    </a:cubicBezTo>
                    <a:cubicBezTo>
                      <a:pt x="27" y="16"/>
                      <a:pt x="25" y="13"/>
                      <a:pt x="25" y="13"/>
                    </a:cubicBezTo>
                    <a:cubicBezTo>
                      <a:pt x="25" y="13"/>
                      <a:pt x="20" y="18"/>
                      <a:pt x="19" y="19"/>
                    </a:cubicBezTo>
                    <a:cubicBezTo>
                      <a:pt x="18" y="20"/>
                      <a:pt x="15" y="22"/>
                      <a:pt x="15" y="22"/>
                    </a:cubicBezTo>
                    <a:cubicBezTo>
                      <a:pt x="18" y="21"/>
                      <a:pt x="19" y="22"/>
                      <a:pt x="19" y="22"/>
                    </a:cubicBezTo>
                    <a:cubicBezTo>
                      <a:pt x="19" y="22"/>
                      <a:pt x="23" y="30"/>
                      <a:pt x="24" y="38"/>
                    </a:cubicBezTo>
                    <a:cubicBezTo>
                      <a:pt x="25" y="46"/>
                      <a:pt x="19" y="44"/>
                      <a:pt x="19" y="44"/>
                    </a:cubicBezTo>
                    <a:cubicBezTo>
                      <a:pt x="19" y="44"/>
                      <a:pt x="11" y="40"/>
                      <a:pt x="9" y="36"/>
                    </a:cubicBezTo>
                    <a:cubicBezTo>
                      <a:pt x="6" y="31"/>
                      <a:pt x="6" y="28"/>
                      <a:pt x="6" y="28"/>
                    </a:cubicBezTo>
                    <a:cubicBezTo>
                      <a:pt x="0" y="40"/>
                      <a:pt x="10" y="52"/>
                      <a:pt x="13" y="53"/>
                    </a:cubicBezTo>
                    <a:cubicBezTo>
                      <a:pt x="15" y="54"/>
                      <a:pt x="30" y="53"/>
                      <a:pt x="30" y="57"/>
                    </a:cubicBezTo>
                    <a:cubicBezTo>
                      <a:pt x="30" y="61"/>
                      <a:pt x="39" y="77"/>
                      <a:pt x="39" y="77"/>
                    </a:cubicBezTo>
                    <a:cubicBezTo>
                      <a:pt x="39" y="77"/>
                      <a:pt x="40" y="83"/>
                      <a:pt x="44" y="81"/>
                    </a:cubicBezTo>
                    <a:cubicBezTo>
                      <a:pt x="51" y="79"/>
                      <a:pt x="44" y="65"/>
                      <a:pt x="44" y="65"/>
                    </a:cubicBezTo>
                    <a:close/>
                    <a:moveTo>
                      <a:pt x="32" y="40"/>
                    </a:moveTo>
                    <a:cubicBezTo>
                      <a:pt x="31" y="38"/>
                      <a:pt x="31" y="35"/>
                      <a:pt x="32" y="34"/>
                    </a:cubicBezTo>
                    <a:cubicBezTo>
                      <a:pt x="32" y="34"/>
                      <a:pt x="40" y="36"/>
                      <a:pt x="38" y="39"/>
                    </a:cubicBezTo>
                    <a:cubicBezTo>
                      <a:pt x="35" y="43"/>
                      <a:pt x="33" y="41"/>
                      <a:pt x="32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 bwMode="auto">
              <a:xfrm>
                <a:off x="2843213" y="1989138"/>
                <a:ext cx="152400" cy="147638"/>
              </a:xfrm>
              <a:custGeom>
                <a:avLst/>
                <a:gdLst>
                  <a:gd name="T0" fmla="*/ 54 w 99"/>
                  <a:gd name="T1" fmla="*/ 0 h 96"/>
                  <a:gd name="T2" fmla="*/ 59 w 99"/>
                  <a:gd name="T3" fmla="*/ 10 h 96"/>
                  <a:gd name="T4" fmla="*/ 68 w 99"/>
                  <a:gd name="T5" fmla="*/ 20 h 96"/>
                  <a:gd name="T6" fmla="*/ 83 w 99"/>
                  <a:gd name="T7" fmla="*/ 19 h 96"/>
                  <a:gd name="T8" fmla="*/ 92 w 99"/>
                  <a:gd name="T9" fmla="*/ 16 h 96"/>
                  <a:gd name="T10" fmla="*/ 94 w 99"/>
                  <a:gd name="T11" fmla="*/ 9 h 96"/>
                  <a:gd name="T12" fmla="*/ 98 w 99"/>
                  <a:gd name="T13" fmla="*/ 20 h 96"/>
                  <a:gd name="T14" fmla="*/ 87 w 99"/>
                  <a:gd name="T15" fmla="*/ 31 h 96"/>
                  <a:gd name="T16" fmla="*/ 78 w 99"/>
                  <a:gd name="T17" fmla="*/ 33 h 96"/>
                  <a:gd name="T18" fmla="*/ 83 w 99"/>
                  <a:gd name="T19" fmla="*/ 53 h 96"/>
                  <a:gd name="T20" fmla="*/ 72 w 99"/>
                  <a:gd name="T21" fmla="*/ 55 h 96"/>
                  <a:gd name="T22" fmla="*/ 65 w 99"/>
                  <a:gd name="T23" fmla="*/ 45 h 96"/>
                  <a:gd name="T24" fmla="*/ 56 w 99"/>
                  <a:gd name="T25" fmla="*/ 48 h 96"/>
                  <a:gd name="T26" fmla="*/ 54 w 99"/>
                  <a:gd name="T27" fmla="*/ 74 h 96"/>
                  <a:gd name="T28" fmla="*/ 50 w 99"/>
                  <a:gd name="T29" fmla="*/ 95 h 96"/>
                  <a:gd name="T30" fmla="*/ 42 w 99"/>
                  <a:gd name="T31" fmla="*/ 75 h 96"/>
                  <a:gd name="T32" fmla="*/ 46 w 99"/>
                  <a:gd name="T33" fmla="*/ 41 h 96"/>
                  <a:gd name="T34" fmla="*/ 18 w 99"/>
                  <a:gd name="T35" fmla="*/ 46 h 96"/>
                  <a:gd name="T36" fmla="*/ 8 w 99"/>
                  <a:gd name="T37" fmla="*/ 20 h 96"/>
                  <a:gd name="T38" fmla="*/ 24 w 99"/>
                  <a:gd name="T39" fmla="*/ 11 h 96"/>
                  <a:gd name="T40" fmla="*/ 34 w 99"/>
                  <a:gd name="T41" fmla="*/ 27 h 96"/>
                  <a:gd name="T42" fmla="*/ 47 w 99"/>
                  <a:gd name="T43" fmla="*/ 23 h 96"/>
                  <a:gd name="T44" fmla="*/ 54 w 99"/>
                  <a:gd name="T4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9" h="96">
                    <a:moveTo>
                      <a:pt x="54" y="0"/>
                    </a:moveTo>
                    <a:cubicBezTo>
                      <a:pt x="54" y="0"/>
                      <a:pt x="57" y="8"/>
                      <a:pt x="59" y="10"/>
                    </a:cubicBezTo>
                    <a:cubicBezTo>
                      <a:pt x="61" y="12"/>
                      <a:pt x="67" y="19"/>
                      <a:pt x="68" y="20"/>
                    </a:cubicBezTo>
                    <a:cubicBezTo>
                      <a:pt x="70" y="20"/>
                      <a:pt x="81" y="20"/>
                      <a:pt x="83" y="19"/>
                    </a:cubicBezTo>
                    <a:cubicBezTo>
                      <a:pt x="85" y="18"/>
                      <a:pt x="90" y="19"/>
                      <a:pt x="92" y="16"/>
                    </a:cubicBezTo>
                    <a:cubicBezTo>
                      <a:pt x="93" y="14"/>
                      <a:pt x="94" y="9"/>
                      <a:pt x="94" y="9"/>
                    </a:cubicBezTo>
                    <a:cubicBezTo>
                      <a:pt x="94" y="9"/>
                      <a:pt x="99" y="13"/>
                      <a:pt x="98" y="20"/>
                    </a:cubicBezTo>
                    <a:cubicBezTo>
                      <a:pt x="98" y="26"/>
                      <a:pt x="92" y="30"/>
                      <a:pt x="87" y="31"/>
                    </a:cubicBezTo>
                    <a:cubicBezTo>
                      <a:pt x="82" y="33"/>
                      <a:pt x="78" y="33"/>
                      <a:pt x="78" y="33"/>
                    </a:cubicBezTo>
                    <a:cubicBezTo>
                      <a:pt x="78" y="33"/>
                      <a:pt x="87" y="44"/>
                      <a:pt x="83" y="53"/>
                    </a:cubicBezTo>
                    <a:cubicBezTo>
                      <a:pt x="78" y="61"/>
                      <a:pt x="74" y="60"/>
                      <a:pt x="72" y="55"/>
                    </a:cubicBezTo>
                    <a:cubicBezTo>
                      <a:pt x="70" y="51"/>
                      <a:pt x="66" y="47"/>
                      <a:pt x="65" y="45"/>
                    </a:cubicBezTo>
                    <a:cubicBezTo>
                      <a:pt x="64" y="44"/>
                      <a:pt x="58" y="37"/>
                      <a:pt x="56" y="48"/>
                    </a:cubicBezTo>
                    <a:cubicBezTo>
                      <a:pt x="53" y="59"/>
                      <a:pt x="52" y="68"/>
                      <a:pt x="54" y="74"/>
                    </a:cubicBezTo>
                    <a:cubicBezTo>
                      <a:pt x="55" y="80"/>
                      <a:pt x="58" y="94"/>
                      <a:pt x="50" y="95"/>
                    </a:cubicBezTo>
                    <a:cubicBezTo>
                      <a:pt x="42" y="96"/>
                      <a:pt x="41" y="83"/>
                      <a:pt x="42" y="75"/>
                    </a:cubicBezTo>
                    <a:cubicBezTo>
                      <a:pt x="42" y="67"/>
                      <a:pt x="46" y="44"/>
                      <a:pt x="46" y="41"/>
                    </a:cubicBezTo>
                    <a:cubicBezTo>
                      <a:pt x="46" y="41"/>
                      <a:pt x="25" y="49"/>
                      <a:pt x="18" y="46"/>
                    </a:cubicBezTo>
                    <a:cubicBezTo>
                      <a:pt x="11" y="44"/>
                      <a:pt x="0" y="32"/>
                      <a:pt x="8" y="20"/>
                    </a:cubicBezTo>
                    <a:cubicBezTo>
                      <a:pt x="18" y="9"/>
                      <a:pt x="24" y="11"/>
                      <a:pt x="24" y="11"/>
                    </a:cubicBezTo>
                    <a:cubicBezTo>
                      <a:pt x="24" y="11"/>
                      <a:pt x="26" y="27"/>
                      <a:pt x="34" y="27"/>
                    </a:cubicBezTo>
                    <a:cubicBezTo>
                      <a:pt x="42" y="26"/>
                      <a:pt x="47" y="23"/>
                      <a:pt x="47" y="23"/>
                    </a:cubicBezTo>
                    <a:cubicBezTo>
                      <a:pt x="47" y="23"/>
                      <a:pt x="40" y="13"/>
                      <a:pt x="5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 bwMode="auto">
              <a:xfrm>
                <a:off x="2951163" y="2163763"/>
                <a:ext cx="146050" cy="139700"/>
              </a:xfrm>
              <a:custGeom>
                <a:avLst/>
                <a:gdLst>
                  <a:gd name="T0" fmla="*/ 58 w 95"/>
                  <a:gd name="T1" fmla="*/ 6 h 90"/>
                  <a:gd name="T2" fmla="*/ 15 w 95"/>
                  <a:gd name="T3" fmla="*/ 2 h 90"/>
                  <a:gd name="T4" fmla="*/ 8 w 95"/>
                  <a:gd name="T5" fmla="*/ 0 h 90"/>
                  <a:gd name="T6" fmla="*/ 3 w 95"/>
                  <a:gd name="T7" fmla="*/ 9 h 90"/>
                  <a:gd name="T8" fmla="*/ 8 w 95"/>
                  <a:gd name="T9" fmla="*/ 11 h 90"/>
                  <a:gd name="T10" fmla="*/ 37 w 95"/>
                  <a:gd name="T11" fmla="*/ 11 h 90"/>
                  <a:gd name="T12" fmla="*/ 57 w 95"/>
                  <a:gd name="T13" fmla="*/ 45 h 90"/>
                  <a:gd name="T14" fmla="*/ 61 w 95"/>
                  <a:gd name="T15" fmla="*/ 64 h 90"/>
                  <a:gd name="T16" fmla="*/ 53 w 95"/>
                  <a:gd name="T17" fmla="*/ 66 h 90"/>
                  <a:gd name="T18" fmla="*/ 48 w 95"/>
                  <a:gd name="T19" fmla="*/ 76 h 90"/>
                  <a:gd name="T20" fmla="*/ 63 w 95"/>
                  <a:gd name="T21" fmla="*/ 81 h 90"/>
                  <a:gd name="T22" fmla="*/ 70 w 95"/>
                  <a:gd name="T23" fmla="*/ 68 h 90"/>
                  <a:gd name="T24" fmla="*/ 66 w 95"/>
                  <a:gd name="T25" fmla="*/ 47 h 90"/>
                  <a:gd name="T26" fmla="*/ 86 w 95"/>
                  <a:gd name="T27" fmla="*/ 55 h 90"/>
                  <a:gd name="T28" fmla="*/ 89 w 95"/>
                  <a:gd name="T29" fmla="*/ 39 h 90"/>
                  <a:gd name="T30" fmla="*/ 82 w 95"/>
                  <a:gd name="T31" fmla="*/ 34 h 90"/>
                  <a:gd name="T32" fmla="*/ 74 w 95"/>
                  <a:gd name="T33" fmla="*/ 19 h 90"/>
                  <a:gd name="T34" fmla="*/ 76 w 95"/>
                  <a:gd name="T35" fmla="*/ 14 h 90"/>
                  <a:gd name="T36" fmla="*/ 66 w 95"/>
                  <a:gd name="T37" fmla="*/ 17 h 90"/>
                  <a:gd name="T38" fmla="*/ 69 w 95"/>
                  <a:gd name="T39" fmla="*/ 24 h 90"/>
                  <a:gd name="T40" fmla="*/ 75 w 95"/>
                  <a:gd name="T41" fmla="*/ 30 h 90"/>
                  <a:gd name="T42" fmla="*/ 75 w 95"/>
                  <a:gd name="T43" fmla="*/ 38 h 90"/>
                  <a:gd name="T44" fmla="*/ 84 w 95"/>
                  <a:gd name="T45" fmla="*/ 39 h 90"/>
                  <a:gd name="T46" fmla="*/ 88 w 95"/>
                  <a:gd name="T47" fmla="*/ 45 h 90"/>
                  <a:gd name="T48" fmla="*/ 77 w 95"/>
                  <a:gd name="T49" fmla="*/ 42 h 90"/>
                  <a:gd name="T50" fmla="*/ 55 w 95"/>
                  <a:gd name="T51" fmla="*/ 28 h 90"/>
                  <a:gd name="T52" fmla="*/ 47 w 95"/>
                  <a:gd name="T53" fmla="*/ 12 h 90"/>
                  <a:gd name="T54" fmla="*/ 58 w 95"/>
                  <a:gd name="T55" fmla="*/ 6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5" h="90">
                    <a:moveTo>
                      <a:pt x="58" y="6"/>
                    </a:moveTo>
                    <a:cubicBezTo>
                      <a:pt x="58" y="6"/>
                      <a:pt x="20" y="3"/>
                      <a:pt x="15" y="2"/>
                    </a:cubicBezTo>
                    <a:cubicBezTo>
                      <a:pt x="10" y="1"/>
                      <a:pt x="8" y="0"/>
                      <a:pt x="8" y="0"/>
                    </a:cubicBezTo>
                    <a:cubicBezTo>
                      <a:pt x="8" y="0"/>
                      <a:pt x="3" y="1"/>
                      <a:pt x="3" y="9"/>
                    </a:cubicBezTo>
                    <a:cubicBezTo>
                      <a:pt x="3" y="9"/>
                      <a:pt x="0" y="11"/>
                      <a:pt x="8" y="11"/>
                    </a:cubicBezTo>
                    <a:cubicBezTo>
                      <a:pt x="16" y="10"/>
                      <a:pt x="36" y="10"/>
                      <a:pt x="37" y="11"/>
                    </a:cubicBezTo>
                    <a:cubicBezTo>
                      <a:pt x="38" y="12"/>
                      <a:pt x="56" y="41"/>
                      <a:pt x="57" y="45"/>
                    </a:cubicBezTo>
                    <a:cubicBezTo>
                      <a:pt x="59" y="48"/>
                      <a:pt x="62" y="60"/>
                      <a:pt x="61" y="64"/>
                    </a:cubicBezTo>
                    <a:cubicBezTo>
                      <a:pt x="59" y="68"/>
                      <a:pt x="54" y="69"/>
                      <a:pt x="53" y="66"/>
                    </a:cubicBezTo>
                    <a:cubicBezTo>
                      <a:pt x="53" y="66"/>
                      <a:pt x="44" y="66"/>
                      <a:pt x="48" y="76"/>
                    </a:cubicBezTo>
                    <a:cubicBezTo>
                      <a:pt x="51" y="85"/>
                      <a:pt x="56" y="90"/>
                      <a:pt x="63" y="81"/>
                    </a:cubicBezTo>
                    <a:cubicBezTo>
                      <a:pt x="70" y="72"/>
                      <a:pt x="70" y="68"/>
                      <a:pt x="70" y="68"/>
                    </a:cubicBezTo>
                    <a:cubicBezTo>
                      <a:pt x="66" y="47"/>
                      <a:pt x="66" y="47"/>
                      <a:pt x="66" y="47"/>
                    </a:cubicBezTo>
                    <a:cubicBezTo>
                      <a:pt x="66" y="47"/>
                      <a:pt x="81" y="56"/>
                      <a:pt x="86" y="55"/>
                    </a:cubicBezTo>
                    <a:cubicBezTo>
                      <a:pt x="91" y="55"/>
                      <a:pt x="95" y="47"/>
                      <a:pt x="89" y="39"/>
                    </a:cubicBezTo>
                    <a:cubicBezTo>
                      <a:pt x="82" y="34"/>
                      <a:pt x="82" y="34"/>
                      <a:pt x="82" y="34"/>
                    </a:cubicBezTo>
                    <a:cubicBezTo>
                      <a:pt x="82" y="34"/>
                      <a:pt x="85" y="28"/>
                      <a:pt x="74" y="19"/>
                    </a:cubicBezTo>
                    <a:cubicBezTo>
                      <a:pt x="74" y="19"/>
                      <a:pt x="74" y="15"/>
                      <a:pt x="76" y="14"/>
                    </a:cubicBezTo>
                    <a:cubicBezTo>
                      <a:pt x="76" y="14"/>
                      <a:pt x="69" y="12"/>
                      <a:pt x="66" y="17"/>
                    </a:cubicBezTo>
                    <a:cubicBezTo>
                      <a:pt x="62" y="23"/>
                      <a:pt x="66" y="25"/>
                      <a:pt x="69" y="24"/>
                    </a:cubicBezTo>
                    <a:cubicBezTo>
                      <a:pt x="73" y="23"/>
                      <a:pt x="83" y="26"/>
                      <a:pt x="75" y="30"/>
                    </a:cubicBezTo>
                    <a:cubicBezTo>
                      <a:pt x="75" y="38"/>
                      <a:pt x="75" y="38"/>
                      <a:pt x="75" y="38"/>
                    </a:cubicBezTo>
                    <a:cubicBezTo>
                      <a:pt x="75" y="38"/>
                      <a:pt x="82" y="38"/>
                      <a:pt x="84" y="39"/>
                    </a:cubicBezTo>
                    <a:cubicBezTo>
                      <a:pt x="86" y="41"/>
                      <a:pt x="89" y="43"/>
                      <a:pt x="88" y="45"/>
                    </a:cubicBezTo>
                    <a:cubicBezTo>
                      <a:pt x="87" y="47"/>
                      <a:pt x="83" y="45"/>
                      <a:pt x="77" y="42"/>
                    </a:cubicBezTo>
                    <a:cubicBezTo>
                      <a:pt x="72" y="39"/>
                      <a:pt x="59" y="33"/>
                      <a:pt x="55" y="28"/>
                    </a:cubicBezTo>
                    <a:cubicBezTo>
                      <a:pt x="51" y="22"/>
                      <a:pt x="47" y="12"/>
                      <a:pt x="47" y="12"/>
                    </a:cubicBezTo>
                    <a:cubicBezTo>
                      <a:pt x="47" y="12"/>
                      <a:pt x="57" y="15"/>
                      <a:pt x="58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 bwMode="auto">
              <a:xfrm>
                <a:off x="2917826" y="2203451"/>
                <a:ext cx="117475" cy="85725"/>
              </a:xfrm>
              <a:custGeom>
                <a:avLst/>
                <a:gdLst>
                  <a:gd name="T0" fmla="*/ 60 w 76"/>
                  <a:gd name="T1" fmla="*/ 0 h 56"/>
                  <a:gd name="T2" fmla="*/ 60 w 76"/>
                  <a:gd name="T3" fmla="*/ 3 h 56"/>
                  <a:gd name="T4" fmla="*/ 63 w 76"/>
                  <a:gd name="T5" fmla="*/ 9 h 56"/>
                  <a:gd name="T6" fmla="*/ 71 w 76"/>
                  <a:gd name="T7" fmla="*/ 23 h 56"/>
                  <a:gd name="T8" fmla="*/ 71 w 76"/>
                  <a:gd name="T9" fmla="*/ 36 h 56"/>
                  <a:gd name="T10" fmla="*/ 60 w 76"/>
                  <a:gd name="T11" fmla="*/ 34 h 56"/>
                  <a:gd name="T12" fmla="*/ 56 w 76"/>
                  <a:gd name="T13" fmla="*/ 34 h 56"/>
                  <a:gd name="T14" fmla="*/ 56 w 76"/>
                  <a:gd name="T15" fmla="*/ 52 h 56"/>
                  <a:gd name="T16" fmla="*/ 47 w 76"/>
                  <a:gd name="T17" fmla="*/ 54 h 56"/>
                  <a:gd name="T18" fmla="*/ 45 w 76"/>
                  <a:gd name="T19" fmla="*/ 40 h 56"/>
                  <a:gd name="T20" fmla="*/ 41 w 76"/>
                  <a:gd name="T21" fmla="*/ 38 h 56"/>
                  <a:gd name="T22" fmla="*/ 5 w 76"/>
                  <a:gd name="T23" fmla="*/ 36 h 56"/>
                  <a:gd name="T24" fmla="*/ 25 w 76"/>
                  <a:gd name="T25" fmla="*/ 9 h 56"/>
                  <a:gd name="T26" fmla="*/ 21 w 76"/>
                  <a:gd name="T27" fmla="*/ 29 h 56"/>
                  <a:gd name="T28" fmla="*/ 40 w 76"/>
                  <a:gd name="T29" fmla="*/ 30 h 56"/>
                  <a:gd name="T30" fmla="*/ 32 w 76"/>
                  <a:gd name="T31" fmla="*/ 14 h 56"/>
                  <a:gd name="T32" fmla="*/ 41 w 76"/>
                  <a:gd name="T33" fmla="*/ 3 h 56"/>
                  <a:gd name="T34" fmla="*/ 45 w 76"/>
                  <a:gd name="T35" fmla="*/ 10 h 56"/>
                  <a:gd name="T36" fmla="*/ 48 w 76"/>
                  <a:gd name="T37" fmla="*/ 19 h 56"/>
                  <a:gd name="T38" fmla="*/ 50 w 76"/>
                  <a:gd name="T39" fmla="*/ 23 h 56"/>
                  <a:gd name="T40" fmla="*/ 58 w 76"/>
                  <a:gd name="T41" fmla="*/ 22 h 56"/>
                  <a:gd name="T42" fmla="*/ 63 w 76"/>
                  <a:gd name="T43" fmla="*/ 20 h 56"/>
                  <a:gd name="T44" fmla="*/ 53 w 76"/>
                  <a:gd name="T45" fmla="*/ 9 h 56"/>
                  <a:gd name="T46" fmla="*/ 60 w 76"/>
                  <a:gd name="T4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6" h="56">
                    <a:moveTo>
                      <a:pt x="60" y="0"/>
                    </a:moveTo>
                    <a:cubicBezTo>
                      <a:pt x="60" y="0"/>
                      <a:pt x="60" y="1"/>
                      <a:pt x="60" y="3"/>
                    </a:cubicBezTo>
                    <a:cubicBezTo>
                      <a:pt x="59" y="5"/>
                      <a:pt x="61" y="8"/>
                      <a:pt x="63" y="9"/>
                    </a:cubicBezTo>
                    <a:cubicBezTo>
                      <a:pt x="64" y="11"/>
                      <a:pt x="70" y="20"/>
                      <a:pt x="71" y="23"/>
                    </a:cubicBezTo>
                    <a:cubicBezTo>
                      <a:pt x="72" y="25"/>
                      <a:pt x="76" y="33"/>
                      <a:pt x="71" y="36"/>
                    </a:cubicBezTo>
                    <a:cubicBezTo>
                      <a:pt x="66" y="40"/>
                      <a:pt x="61" y="35"/>
                      <a:pt x="60" y="34"/>
                    </a:cubicBezTo>
                    <a:cubicBezTo>
                      <a:pt x="58" y="33"/>
                      <a:pt x="56" y="34"/>
                      <a:pt x="56" y="34"/>
                    </a:cubicBezTo>
                    <a:cubicBezTo>
                      <a:pt x="56" y="34"/>
                      <a:pt x="59" y="48"/>
                      <a:pt x="56" y="52"/>
                    </a:cubicBezTo>
                    <a:cubicBezTo>
                      <a:pt x="56" y="52"/>
                      <a:pt x="51" y="56"/>
                      <a:pt x="47" y="54"/>
                    </a:cubicBezTo>
                    <a:cubicBezTo>
                      <a:pt x="43" y="51"/>
                      <a:pt x="46" y="42"/>
                      <a:pt x="45" y="40"/>
                    </a:cubicBezTo>
                    <a:cubicBezTo>
                      <a:pt x="44" y="39"/>
                      <a:pt x="44" y="38"/>
                      <a:pt x="41" y="38"/>
                    </a:cubicBezTo>
                    <a:cubicBezTo>
                      <a:pt x="38" y="39"/>
                      <a:pt x="11" y="44"/>
                      <a:pt x="5" y="36"/>
                    </a:cubicBezTo>
                    <a:cubicBezTo>
                      <a:pt x="0" y="28"/>
                      <a:pt x="16" y="10"/>
                      <a:pt x="25" y="9"/>
                    </a:cubicBezTo>
                    <a:cubicBezTo>
                      <a:pt x="25" y="9"/>
                      <a:pt x="18" y="24"/>
                      <a:pt x="21" y="29"/>
                    </a:cubicBezTo>
                    <a:cubicBezTo>
                      <a:pt x="24" y="34"/>
                      <a:pt x="39" y="30"/>
                      <a:pt x="40" y="30"/>
                    </a:cubicBezTo>
                    <a:cubicBezTo>
                      <a:pt x="41" y="30"/>
                      <a:pt x="32" y="17"/>
                      <a:pt x="32" y="14"/>
                    </a:cubicBezTo>
                    <a:cubicBezTo>
                      <a:pt x="31" y="12"/>
                      <a:pt x="38" y="4"/>
                      <a:pt x="41" y="3"/>
                    </a:cubicBezTo>
                    <a:cubicBezTo>
                      <a:pt x="45" y="2"/>
                      <a:pt x="47" y="6"/>
                      <a:pt x="45" y="10"/>
                    </a:cubicBezTo>
                    <a:cubicBezTo>
                      <a:pt x="44" y="14"/>
                      <a:pt x="48" y="19"/>
                      <a:pt x="48" y="19"/>
                    </a:cubicBezTo>
                    <a:cubicBezTo>
                      <a:pt x="49" y="20"/>
                      <a:pt x="50" y="22"/>
                      <a:pt x="50" y="23"/>
                    </a:cubicBezTo>
                    <a:cubicBezTo>
                      <a:pt x="51" y="23"/>
                      <a:pt x="57" y="22"/>
                      <a:pt x="58" y="22"/>
                    </a:cubicBezTo>
                    <a:cubicBezTo>
                      <a:pt x="58" y="22"/>
                      <a:pt x="72" y="30"/>
                      <a:pt x="63" y="20"/>
                    </a:cubicBezTo>
                    <a:cubicBezTo>
                      <a:pt x="54" y="9"/>
                      <a:pt x="53" y="10"/>
                      <a:pt x="53" y="9"/>
                    </a:cubicBezTo>
                    <a:cubicBezTo>
                      <a:pt x="53" y="8"/>
                      <a:pt x="54" y="2"/>
                      <a:pt x="6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9910764" y="6171283"/>
              <a:ext cx="2166967" cy="419292"/>
              <a:chOff x="6687090" y="2437568"/>
              <a:chExt cx="3800870" cy="735440"/>
            </a:xfrm>
            <a:solidFill>
              <a:schemeClr val="accent1"/>
            </a:solidFill>
          </p:grpSpPr>
          <p:sp>
            <p:nvSpPr>
              <p:cNvPr id="26" name="文本框 25"/>
              <p:cNvSpPr txBox="1"/>
              <p:nvPr/>
            </p:nvSpPr>
            <p:spPr>
              <a:xfrm>
                <a:off x="6687090" y="2903088"/>
                <a:ext cx="3800870" cy="269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00" b="1" dirty="0">
                    <a:solidFill>
                      <a:schemeClr val="accent1"/>
                    </a:solidFill>
                    <a:latin typeface="+mj-ea"/>
                    <a:ea typeface="+mj-ea"/>
                  </a:rPr>
                  <a:t>GUNLIN UNIVERSITY OF ELECTRONIC TECHNOLOGY</a:t>
                </a:r>
                <a:endParaRPr lang="zh-CN" altLang="en-US" sz="400" b="1" dirty="0">
                  <a:solidFill>
                    <a:schemeClr val="accent1"/>
                  </a:solidFill>
                  <a:latin typeface="+mj-ea"/>
                  <a:ea typeface="+mj-ea"/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6851761" y="2437568"/>
                <a:ext cx="3620338" cy="470381"/>
                <a:chOff x="3451226" y="1804988"/>
                <a:chExt cx="7208838" cy="936626"/>
              </a:xfrm>
              <a:grpFill/>
            </p:grpSpPr>
            <p:sp>
              <p:nvSpPr>
                <p:cNvPr id="28" name="任意多边形: 形状 27"/>
                <p:cNvSpPr/>
                <p:nvPr/>
              </p:nvSpPr>
              <p:spPr bwMode="auto">
                <a:xfrm>
                  <a:off x="3451226" y="1876426"/>
                  <a:ext cx="490538" cy="728663"/>
                </a:xfrm>
                <a:custGeom>
                  <a:avLst/>
                  <a:gdLst>
                    <a:gd name="T0" fmla="*/ 184 w 319"/>
                    <a:gd name="T1" fmla="*/ 100 h 473"/>
                    <a:gd name="T2" fmla="*/ 222 w 319"/>
                    <a:gd name="T3" fmla="*/ 20 h 473"/>
                    <a:gd name="T4" fmla="*/ 256 w 319"/>
                    <a:gd name="T5" fmla="*/ 38 h 473"/>
                    <a:gd name="T6" fmla="*/ 267 w 319"/>
                    <a:gd name="T7" fmla="*/ 91 h 473"/>
                    <a:gd name="T8" fmla="*/ 318 w 319"/>
                    <a:gd name="T9" fmla="*/ 126 h 473"/>
                    <a:gd name="T10" fmla="*/ 289 w 319"/>
                    <a:gd name="T11" fmla="*/ 156 h 473"/>
                    <a:gd name="T12" fmla="*/ 209 w 319"/>
                    <a:gd name="T13" fmla="*/ 209 h 473"/>
                    <a:gd name="T14" fmla="*/ 216 w 319"/>
                    <a:gd name="T15" fmla="*/ 245 h 473"/>
                    <a:gd name="T16" fmla="*/ 275 w 319"/>
                    <a:gd name="T17" fmla="*/ 209 h 473"/>
                    <a:gd name="T18" fmla="*/ 271 w 319"/>
                    <a:gd name="T19" fmla="*/ 257 h 473"/>
                    <a:gd name="T20" fmla="*/ 199 w 319"/>
                    <a:gd name="T21" fmla="*/ 321 h 473"/>
                    <a:gd name="T22" fmla="*/ 189 w 319"/>
                    <a:gd name="T23" fmla="*/ 472 h 473"/>
                    <a:gd name="T24" fmla="*/ 146 w 319"/>
                    <a:gd name="T25" fmla="*/ 458 h 473"/>
                    <a:gd name="T26" fmla="*/ 130 w 319"/>
                    <a:gd name="T27" fmla="*/ 418 h 473"/>
                    <a:gd name="T28" fmla="*/ 128 w 319"/>
                    <a:gd name="T29" fmla="*/ 374 h 473"/>
                    <a:gd name="T30" fmla="*/ 101 w 319"/>
                    <a:gd name="T31" fmla="*/ 382 h 473"/>
                    <a:gd name="T32" fmla="*/ 44 w 319"/>
                    <a:gd name="T33" fmla="*/ 399 h 473"/>
                    <a:gd name="T34" fmla="*/ 45 w 319"/>
                    <a:gd name="T35" fmla="*/ 335 h 473"/>
                    <a:gd name="T36" fmla="*/ 109 w 319"/>
                    <a:gd name="T37" fmla="*/ 272 h 473"/>
                    <a:gd name="T38" fmla="*/ 152 w 319"/>
                    <a:gd name="T39" fmla="*/ 244 h 473"/>
                    <a:gd name="T40" fmla="*/ 137 w 319"/>
                    <a:gd name="T41" fmla="*/ 211 h 473"/>
                    <a:gd name="T42" fmla="*/ 26 w 319"/>
                    <a:gd name="T43" fmla="*/ 201 h 473"/>
                    <a:gd name="T44" fmla="*/ 29 w 319"/>
                    <a:gd name="T45" fmla="*/ 158 h 473"/>
                    <a:gd name="T46" fmla="*/ 184 w 319"/>
                    <a:gd name="T47" fmla="*/ 100 h 4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19" h="473">
                      <a:moveTo>
                        <a:pt x="184" y="100"/>
                      </a:moveTo>
                      <a:cubicBezTo>
                        <a:pt x="184" y="100"/>
                        <a:pt x="208" y="40"/>
                        <a:pt x="222" y="20"/>
                      </a:cubicBezTo>
                      <a:cubicBezTo>
                        <a:pt x="236" y="0"/>
                        <a:pt x="256" y="10"/>
                        <a:pt x="256" y="38"/>
                      </a:cubicBezTo>
                      <a:cubicBezTo>
                        <a:pt x="256" y="66"/>
                        <a:pt x="249" y="78"/>
                        <a:pt x="267" y="91"/>
                      </a:cubicBezTo>
                      <a:cubicBezTo>
                        <a:pt x="285" y="104"/>
                        <a:pt x="318" y="110"/>
                        <a:pt x="318" y="126"/>
                      </a:cubicBezTo>
                      <a:cubicBezTo>
                        <a:pt x="318" y="142"/>
                        <a:pt x="319" y="145"/>
                        <a:pt x="289" y="156"/>
                      </a:cubicBezTo>
                      <a:cubicBezTo>
                        <a:pt x="259" y="167"/>
                        <a:pt x="214" y="188"/>
                        <a:pt x="209" y="209"/>
                      </a:cubicBezTo>
                      <a:cubicBezTo>
                        <a:pt x="204" y="230"/>
                        <a:pt x="197" y="257"/>
                        <a:pt x="216" y="245"/>
                      </a:cubicBezTo>
                      <a:cubicBezTo>
                        <a:pt x="235" y="233"/>
                        <a:pt x="271" y="214"/>
                        <a:pt x="275" y="209"/>
                      </a:cubicBezTo>
                      <a:cubicBezTo>
                        <a:pt x="279" y="204"/>
                        <a:pt x="281" y="243"/>
                        <a:pt x="271" y="257"/>
                      </a:cubicBezTo>
                      <a:cubicBezTo>
                        <a:pt x="261" y="271"/>
                        <a:pt x="205" y="311"/>
                        <a:pt x="199" y="321"/>
                      </a:cubicBezTo>
                      <a:cubicBezTo>
                        <a:pt x="193" y="331"/>
                        <a:pt x="188" y="439"/>
                        <a:pt x="189" y="472"/>
                      </a:cubicBezTo>
                      <a:cubicBezTo>
                        <a:pt x="189" y="472"/>
                        <a:pt x="154" y="473"/>
                        <a:pt x="146" y="458"/>
                      </a:cubicBezTo>
                      <a:cubicBezTo>
                        <a:pt x="138" y="443"/>
                        <a:pt x="130" y="423"/>
                        <a:pt x="130" y="418"/>
                      </a:cubicBezTo>
                      <a:cubicBezTo>
                        <a:pt x="130" y="413"/>
                        <a:pt x="128" y="374"/>
                        <a:pt x="128" y="374"/>
                      </a:cubicBezTo>
                      <a:cubicBezTo>
                        <a:pt x="128" y="374"/>
                        <a:pt x="107" y="371"/>
                        <a:pt x="101" y="382"/>
                      </a:cubicBezTo>
                      <a:cubicBezTo>
                        <a:pt x="95" y="393"/>
                        <a:pt x="58" y="415"/>
                        <a:pt x="44" y="399"/>
                      </a:cubicBezTo>
                      <a:cubicBezTo>
                        <a:pt x="30" y="383"/>
                        <a:pt x="31" y="351"/>
                        <a:pt x="45" y="335"/>
                      </a:cubicBezTo>
                      <a:cubicBezTo>
                        <a:pt x="59" y="319"/>
                        <a:pt x="105" y="276"/>
                        <a:pt x="109" y="272"/>
                      </a:cubicBezTo>
                      <a:cubicBezTo>
                        <a:pt x="113" y="268"/>
                        <a:pt x="151" y="255"/>
                        <a:pt x="152" y="244"/>
                      </a:cubicBezTo>
                      <a:cubicBezTo>
                        <a:pt x="153" y="233"/>
                        <a:pt x="163" y="198"/>
                        <a:pt x="137" y="211"/>
                      </a:cubicBezTo>
                      <a:cubicBezTo>
                        <a:pt x="115" y="222"/>
                        <a:pt x="50" y="234"/>
                        <a:pt x="26" y="201"/>
                      </a:cubicBezTo>
                      <a:cubicBezTo>
                        <a:pt x="2" y="168"/>
                        <a:pt x="0" y="149"/>
                        <a:pt x="29" y="158"/>
                      </a:cubicBezTo>
                      <a:cubicBezTo>
                        <a:pt x="58" y="167"/>
                        <a:pt x="166" y="119"/>
                        <a:pt x="184" y="10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 bwMode="auto">
                <a:xfrm>
                  <a:off x="3914776" y="1822451"/>
                  <a:ext cx="384175" cy="815975"/>
                </a:xfrm>
                <a:custGeom>
                  <a:avLst/>
                  <a:gdLst>
                    <a:gd name="T0" fmla="*/ 106 w 250"/>
                    <a:gd name="T1" fmla="*/ 118 h 529"/>
                    <a:gd name="T2" fmla="*/ 126 w 250"/>
                    <a:gd name="T3" fmla="*/ 34 h 529"/>
                    <a:gd name="T4" fmla="*/ 161 w 250"/>
                    <a:gd name="T5" fmla="*/ 20 h 529"/>
                    <a:gd name="T6" fmla="*/ 162 w 250"/>
                    <a:gd name="T7" fmla="*/ 69 h 529"/>
                    <a:gd name="T8" fmla="*/ 151 w 250"/>
                    <a:gd name="T9" fmla="*/ 111 h 529"/>
                    <a:gd name="T10" fmla="*/ 176 w 250"/>
                    <a:gd name="T11" fmla="*/ 110 h 529"/>
                    <a:gd name="T12" fmla="*/ 233 w 250"/>
                    <a:gd name="T13" fmla="*/ 96 h 529"/>
                    <a:gd name="T14" fmla="*/ 227 w 250"/>
                    <a:gd name="T15" fmla="*/ 125 h 529"/>
                    <a:gd name="T16" fmla="*/ 152 w 250"/>
                    <a:gd name="T17" fmla="*/ 139 h 529"/>
                    <a:gd name="T18" fmla="*/ 141 w 250"/>
                    <a:gd name="T19" fmla="*/ 162 h 529"/>
                    <a:gd name="T20" fmla="*/ 136 w 250"/>
                    <a:gd name="T21" fmla="*/ 206 h 529"/>
                    <a:gd name="T22" fmla="*/ 216 w 250"/>
                    <a:gd name="T23" fmla="*/ 217 h 529"/>
                    <a:gd name="T24" fmla="*/ 192 w 250"/>
                    <a:gd name="T25" fmla="*/ 250 h 529"/>
                    <a:gd name="T26" fmla="*/ 157 w 250"/>
                    <a:gd name="T27" fmla="*/ 256 h 529"/>
                    <a:gd name="T28" fmla="*/ 142 w 250"/>
                    <a:gd name="T29" fmla="*/ 297 h 529"/>
                    <a:gd name="T30" fmla="*/ 167 w 250"/>
                    <a:gd name="T31" fmla="*/ 324 h 529"/>
                    <a:gd name="T32" fmla="*/ 201 w 250"/>
                    <a:gd name="T33" fmla="*/ 381 h 529"/>
                    <a:gd name="T34" fmla="*/ 180 w 250"/>
                    <a:gd name="T35" fmla="*/ 436 h 529"/>
                    <a:gd name="T36" fmla="*/ 202 w 250"/>
                    <a:gd name="T37" fmla="*/ 508 h 529"/>
                    <a:gd name="T38" fmla="*/ 128 w 250"/>
                    <a:gd name="T39" fmla="*/ 489 h 529"/>
                    <a:gd name="T40" fmla="*/ 88 w 250"/>
                    <a:gd name="T41" fmla="*/ 473 h 529"/>
                    <a:gd name="T42" fmla="*/ 78 w 250"/>
                    <a:gd name="T43" fmla="*/ 401 h 529"/>
                    <a:gd name="T44" fmla="*/ 80 w 250"/>
                    <a:gd name="T45" fmla="*/ 362 h 529"/>
                    <a:gd name="T46" fmla="*/ 18 w 250"/>
                    <a:gd name="T47" fmla="*/ 345 h 529"/>
                    <a:gd name="T48" fmla="*/ 38 w 250"/>
                    <a:gd name="T49" fmla="*/ 317 h 529"/>
                    <a:gd name="T50" fmla="*/ 93 w 250"/>
                    <a:gd name="T51" fmla="*/ 320 h 529"/>
                    <a:gd name="T52" fmla="*/ 109 w 250"/>
                    <a:gd name="T53" fmla="*/ 276 h 529"/>
                    <a:gd name="T54" fmla="*/ 66 w 250"/>
                    <a:gd name="T55" fmla="*/ 261 h 529"/>
                    <a:gd name="T56" fmla="*/ 46 w 250"/>
                    <a:gd name="T57" fmla="*/ 273 h 529"/>
                    <a:gd name="T58" fmla="*/ 8 w 250"/>
                    <a:gd name="T59" fmla="*/ 273 h 529"/>
                    <a:gd name="T60" fmla="*/ 23 w 250"/>
                    <a:gd name="T61" fmla="*/ 231 h 529"/>
                    <a:gd name="T62" fmla="*/ 87 w 250"/>
                    <a:gd name="T63" fmla="*/ 211 h 529"/>
                    <a:gd name="T64" fmla="*/ 79 w 250"/>
                    <a:gd name="T65" fmla="*/ 168 h 529"/>
                    <a:gd name="T66" fmla="*/ 56 w 250"/>
                    <a:gd name="T67" fmla="*/ 139 h 529"/>
                    <a:gd name="T68" fmla="*/ 106 w 250"/>
                    <a:gd name="T69" fmla="*/ 118 h 5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50" h="529">
                      <a:moveTo>
                        <a:pt x="106" y="118"/>
                      </a:moveTo>
                      <a:cubicBezTo>
                        <a:pt x="106" y="118"/>
                        <a:pt x="119" y="47"/>
                        <a:pt x="126" y="34"/>
                      </a:cubicBezTo>
                      <a:cubicBezTo>
                        <a:pt x="133" y="21"/>
                        <a:pt x="148" y="0"/>
                        <a:pt x="161" y="20"/>
                      </a:cubicBezTo>
                      <a:cubicBezTo>
                        <a:pt x="174" y="40"/>
                        <a:pt x="173" y="53"/>
                        <a:pt x="162" y="69"/>
                      </a:cubicBezTo>
                      <a:cubicBezTo>
                        <a:pt x="151" y="85"/>
                        <a:pt x="151" y="107"/>
                        <a:pt x="151" y="111"/>
                      </a:cubicBezTo>
                      <a:cubicBezTo>
                        <a:pt x="151" y="115"/>
                        <a:pt x="170" y="112"/>
                        <a:pt x="176" y="110"/>
                      </a:cubicBezTo>
                      <a:cubicBezTo>
                        <a:pt x="201" y="99"/>
                        <a:pt x="221" y="92"/>
                        <a:pt x="233" y="96"/>
                      </a:cubicBezTo>
                      <a:cubicBezTo>
                        <a:pt x="242" y="99"/>
                        <a:pt x="250" y="113"/>
                        <a:pt x="227" y="125"/>
                      </a:cubicBezTo>
                      <a:cubicBezTo>
                        <a:pt x="188" y="147"/>
                        <a:pt x="152" y="139"/>
                        <a:pt x="152" y="139"/>
                      </a:cubicBezTo>
                      <a:cubicBezTo>
                        <a:pt x="152" y="139"/>
                        <a:pt x="145" y="142"/>
                        <a:pt x="141" y="162"/>
                      </a:cubicBezTo>
                      <a:cubicBezTo>
                        <a:pt x="137" y="182"/>
                        <a:pt x="136" y="206"/>
                        <a:pt x="136" y="206"/>
                      </a:cubicBezTo>
                      <a:cubicBezTo>
                        <a:pt x="136" y="206"/>
                        <a:pt x="206" y="204"/>
                        <a:pt x="216" y="217"/>
                      </a:cubicBezTo>
                      <a:cubicBezTo>
                        <a:pt x="226" y="230"/>
                        <a:pt x="226" y="265"/>
                        <a:pt x="192" y="250"/>
                      </a:cubicBezTo>
                      <a:cubicBezTo>
                        <a:pt x="167" y="243"/>
                        <a:pt x="167" y="246"/>
                        <a:pt x="157" y="256"/>
                      </a:cubicBezTo>
                      <a:cubicBezTo>
                        <a:pt x="147" y="266"/>
                        <a:pt x="136" y="273"/>
                        <a:pt x="142" y="297"/>
                      </a:cubicBezTo>
                      <a:cubicBezTo>
                        <a:pt x="148" y="321"/>
                        <a:pt x="154" y="322"/>
                        <a:pt x="167" y="324"/>
                      </a:cubicBezTo>
                      <a:cubicBezTo>
                        <a:pt x="180" y="326"/>
                        <a:pt x="219" y="339"/>
                        <a:pt x="201" y="381"/>
                      </a:cubicBezTo>
                      <a:cubicBezTo>
                        <a:pt x="201" y="381"/>
                        <a:pt x="158" y="418"/>
                        <a:pt x="180" y="436"/>
                      </a:cubicBezTo>
                      <a:cubicBezTo>
                        <a:pt x="201" y="453"/>
                        <a:pt x="222" y="486"/>
                        <a:pt x="202" y="508"/>
                      </a:cubicBezTo>
                      <a:cubicBezTo>
                        <a:pt x="182" y="529"/>
                        <a:pt x="145" y="493"/>
                        <a:pt x="128" y="489"/>
                      </a:cubicBezTo>
                      <a:cubicBezTo>
                        <a:pt x="110" y="485"/>
                        <a:pt x="105" y="485"/>
                        <a:pt x="88" y="473"/>
                      </a:cubicBezTo>
                      <a:cubicBezTo>
                        <a:pt x="70" y="461"/>
                        <a:pt x="57" y="424"/>
                        <a:pt x="78" y="401"/>
                      </a:cubicBezTo>
                      <a:cubicBezTo>
                        <a:pt x="100" y="378"/>
                        <a:pt x="136" y="361"/>
                        <a:pt x="80" y="362"/>
                      </a:cubicBezTo>
                      <a:cubicBezTo>
                        <a:pt x="24" y="364"/>
                        <a:pt x="18" y="345"/>
                        <a:pt x="18" y="345"/>
                      </a:cubicBezTo>
                      <a:cubicBezTo>
                        <a:pt x="18" y="345"/>
                        <a:pt x="2" y="294"/>
                        <a:pt x="38" y="317"/>
                      </a:cubicBezTo>
                      <a:cubicBezTo>
                        <a:pt x="38" y="317"/>
                        <a:pt x="80" y="328"/>
                        <a:pt x="93" y="320"/>
                      </a:cubicBezTo>
                      <a:cubicBezTo>
                        <a:pt x="106" y="312"/>
                        <a:pt x="109" y="276"/>
                        <a:pt x="109" y="276"/>
                      </a:cubicBezTo>
                      <a:cubicBezTo>
                        <a:pt x="109" y="276"/>
                        <a:pt x="122" y="250"/>
                        <a:pt x="66" y="261"/>
                      </a:cubicBezTo>
                      <a:cubicBezTo>
                        <a:pt x="66" y="261"/>
                        <a:pt x="51" y="262"/>
                        <a:pt x="46" y="273"/>
                      </a:cubicBezTo>
                      <a:cubicBezTo>
                        <a:pt x="42" y="284"/>
                        <a:pt x="15" y="284"/>
                        <a:pt x="8" y="273"/>
                      </a:cubicBezTo>
                      <a:cubicBezTo>
                        <a:pt x="0" y="262"/>
                        <a:pt x="1" y="230"/>
                        <a:pt x="23" y="231"/>
                      </a:cubicBezTo>
                      <a:cubicBezTo>
                        <a:pt x="45" y="232"/>
                        <a:pt x="82" y="222"/>
                        <a:pt x="87" y="211"/>
                      </a:cubicBezTo>
                      <a:cubicBezTo>
                        <a:pt x="92" y="200"/>
                        <a:pt x="98" y="174"/>
                        <a:pt x="79" y="168"/>
                      </a:cubicBezTo>
                      <a:cubicBezTo>
                        <a:pt x="60" y="161"/>
                        <a:pt x="44" y="154"/>
                        <a:pt x="56" y="139"/>
                      </a:cubicBezTo>
                      <a:cubicBezTo>
                        <a:pt x="68" y="124"/>
                        <a:pt x="92" y="136"/>
                        <a:pt x="106" y="11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0" name="任意多边形: 形状 29"/>
                <p:cNvSpPr/>
                <p:nvPr/>
              </p:nvSpPr>
              <p:spPr bwMode="auto">
                <a:xfrm>
                  <a:off x="4387851" y="1905001"/>
                  <a:ext cx="471488" cy="647700"/>
                </a:xfrm>
                <a:custGeom>
                  <a:avLst/>
                  <a:gdLst>
                    <a:gd name="T0" fmla="*/ 269 w 307"/>
                    <a:gd name="T1" fmla="*/ 4 h 420"/>
                    <a:gd name="T2" fmla="*/ 306 w 307"/>
                    <a:gd name="T3" fmla="*/ 24 h 420"/>
                    <a:gd name="T4" fmla="*/ 283 w 307"/>
                    <a:gd name="T5" fmla="*/ 70 h 420"/>
                    <a:gd name="T6" fmla="*/ 281 w 307"/>
                    <a:gd name="T7" fmla="*/ 111 h 420"/>
                    <a:gd name="T8" fmla="*/ 268 w 307"/>
                    <a:gd name="T9" fmla="*/ 152 h 420"/>
                    <a:gd name="T10" fmla="*/ 256 w 307"/>
                    <a:gd name="T11" fmla="*/ 208 h 420"/>
                    <a:gd name="T12" fmla="*/ 282 w 307"/>
                    <a:gd name="T13" fmla="*/ 202 h 420"/>
                    <a:gd name="T14" fmla="*/ 259 w 307"/>
                    <a:gd name="T15" fmla="*/ 234 h 420"/>
                    <a:gd name="T16" fmla="*/ 258 w 307"/>
                    <a:gd name="T17" fmla="*/ 263 h 420"/>
                    <a:gd name="T18" fmla="*/ 248 w 307"/>
                    <a:gd name="T19" fmla="*/ 283 h 420"/>
                    <a:gd name="T20" fmla="*/ 244 w 307"/>
                    <a:gd name="T21" fmla="*/ 394 h 420"/>
                    <a:gd name="T22" fmla="*/ 197 w 307"/>
                    <a:gd name="T23" fmla="*/ 382 h 420"/>
                    <a:gd name="T24" fmla="*/ 188 w 307"/>
                    <a:gd name="T25" fmla="*/ 322 h 420"/>
                    <a:gd name="T26" fmla="*/ 148 w 307"/>
                    <a:gd name="T27" fmla="*/ 356 h 420"/>
                    <a:gd name="T28" fmla="*/ 94 w 307"/>
                    <a:gd name="T29" fmla="*/ 306 h 420"/>
                    <a:gd name="T30" fmla="*/ 141 w 307"/>
                    <a:gd name="T31" fmla="*/ 251 h 420"/>
                    <a:gd name="T32" fmla="*/ 172 w 307"/>
                    <a:gd name="T33" fmla="*/ 239 h 420"/>
                    <a:gd name="T34" fmla="*/ 181 w 307"/>
                    <a:gd name="T35" fmla="*/ 262 h 420"/>
                    <a:gd name="T36" fmla="*/ 210 w 307"/>
                    <a:gd name="T37" fmla="*/ 234 h 420"/>
                    <a:gd name="T38" fmla="*/ 222 w 307"/>
                    <a:gd name="T39" fmla="*/ 162 h 420"/>
                    <a:gd name="T40" fmla="*/ 53 w 307"/>
                    <a:gd name="T41" fmla="*/ 202 h 420"/>
                    <a:gd name="T42" fmla="*/ 1 w 307"/>
                    <a:gd name="T43" fmla="*/ 169 h 420"/>
                    <a:gd name="T44" fmla="*/ 29 w 307"/>
                    <a:gd name="T45" fmla="*/ 159 h 420"/>
                    <a:gd name="T46" fmla="*/ 140 w 307"/>
                    <a:gd name="T47" fmla="*/ 148 h 420"/>
                    <a:gd name="T48" fmla="*/ 231 w 307"/>
                    <a:gd name="T49" fmla="*/ 118 h 420"/>
                    <a:gd name="T50" fmla="*/ 269 w 307"/>
                    <a:gd name="T51" fmla="*/ 4 h 4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7" h="420">
                      <a:moveTo>
                        <a:pt x="269" y="4"/>
                      </a:moveTo>
                      <a:cubicBezTo>
                        <a:pt x="269" y="4"/>
                        <a:pt x="307" y="0"/>
                        <a:pt x="306" y="24"/>
                      </a:cubicBezTo>
                      <a:cubicBezTo>
                        <a:pt x="305" y="48"/>
                        <a:pt x="287" y="61"/>
                        <a:pt x="283" y="70"/>
                      </a:cubicBezTo>
                      <a:cubicBezTo>
                        <a:pt x="279" y="79"/>
                        <a:pt x="279" y="104"/>
                        <a:pt x="281" y="111"/>
                      </a:cubicBezTo>
                      <a:cubicBezTo>
                        <a:pt x="283" y="118"/>
                        <a:pt x="299" y="123"/>
                        <a:pt x="268" y="152"/>
                      </a:cubicBezTo>
                      <a:cubicBezTo>
                        <a:pt x="268" y="152"/>
                        <a:pt x="250" y="181"/>
                        <a:pt x="256" y="208"/>
                      </a:cubicBezTo>
                      <a:cubicBezTo>
                        <a:pt x="282" y="202"/>
                        <a:pt x="282" y="202"/>
                        <a:pt x="282" y="202"/>
                      </a:cubicBezTo>
                      <a:cubicBezTo>
                        <a:pt x="282" y="202"/>
                        <a:pt x="267" y="216"/>
                        <a:pt x="259" y="234"/>
                      </a:cubicBezTo>
                      <a:cubicBezTo>
                        <a:pt x="251" y="252"/>
                        <a:pt x="268" y="251"/>
                        <a:pt x="258" y="263"/>
                      </a:cubicBezTo>
                      <a:cubicBezTo>
                        <a:pt x="249" y="275"/>
                        <a:pt x="248" y="283"/>
                        <a:pt x="248" y="283"/>
                      </a:cubicBezTo>
                      <a:cubicBezTo>
                        <a:pt x="244" y="394"/>
                        <a:pt x="244" y="394"/>
                        <a:pt x="244" y="394"/>
                      </a:cubicBezTo>
                      <a:cubicBezTo>
                        <a:pt x="244" y="394"/>
                        <a:pt x="209" y="420"/>
                        <a:pt x="197" y="382"/>
                      </a:cubicBezTo>
                      <a:cubicBezTo>
                        <a:pt x="185" y="343"/>
                        <a:pt x="208" y="319"/>
                        <a:pt x="188" y="322"/>
                      </a:cubicBezTo>
                      <a:cubicBezTo>
                        <a:pt x="168" y="324"/>
                        <a:pt x="161" y="346"/>
                        <a:pt x="148" y="356"/>
                      </a:cubicBezTo>
                      <a:cubicBezTo>
                        <a:pt x="134" y="367"/>
                        <a:pt x="60" y="366"/>
                        <a:pt x="94" y="306"/>
                      </a:cubicBezTo>
                      <a:cubicBezTo>
                        <a:pt x="141" y="251"/>
                        <a:pt x="141" y="251"/>
                        <a:pt x="141" y="251"/>
                      </a:cubicBezTo>
                      <a:cubicBezTo>
                        <a:pt x="141" y="251"/>
                        <a:pt x="161" y="238"/>
                        <a:pt x="172" y="239"/>
                      </a:cubicBezTo>
                      <a:cubicBezTo>
                        <a:pt x="182" y="240"/>
                        <a:pt x="181" y="262"/>
                        <a:pt x="181" y="262"/>
                      </a:cubicBezTo>
                      <a:cubicBezTo>
                        <a:pt x="181" y="262"/>
                        <a:pt x="197" y="266"/>
                        <a:pt x="210" y="234"/>
                      </a:cubicBezTo>
                      <a:cubicBezTo>
                        <a:pt x="224" y="202"/>
                        <a:pt x="222" y="166"/>
                        <a:pt x="222" y="162"/>
                      </a:cubicBezTo>
                      <a:cubicBezTo>
                        <a:pt x="222" y="158"/>
                        <a:pt x="106" y="195"/>
                        <a:pt x="53" y="202"/>
                      </a:cubicBezTo>
                      <a:cubicBezTo>
                        <a:pt x="0" y="208"/>
                        <a:pt x="1" y="179"/>
                        <a:pt x="1" y="169"/>
                      </a:cubicBezTo>
                      <a:cubicBezTo>
                        <a:pt x="1" y="159"/>
                        <a:pt x="17" y="151"/>
                        <a:pt x="29" y="159"/>
                      </a:cubicBezTo>
                      <a:cubicBezTo>
                        <a:pt x="41" y="167"/>
                        <a:pt x="72" y="166"/>
                        <a:pt x="140" y="148"/>
                      </a:cubicBezTo>
                      <a:cubicBezTo>
                        <a:pt x="208" y="130"/>
                        <a:pt x="227" y="128"/>
                        <a:pt x="231" y="118"/>
                      </a:cubicBezTo>
                      <a:cubicBezTo>
                        <a:pt x="235" y="108"/>
                        <a:pt x="265" y="31"/>
                        <a:pt x="269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1" name="任意多边形: 形状 30"/>
                <p:cNvSpPr/>
                <p:nvPr/>
              </p:nvSpPr>
              <p:spPr bwMode="auto">
                <a:xfrm>
                  <a:off x="4830763" y="1844676"/>
                  <a:ext cx="585788" cy="801688"/>
                </a:xfrm>
                <a:custGeom>
                  <a:avLst/>
                  <a:gdLst>
                    <a:gd name="T0" fmla="*/ 154 w 382"/>
                    <a:gd name="T1" fmla="*/ 130 h 521"/>
                    <a:gd name="T2" fmla="*/ 156 w 382"/>
                    <a:gd name="T3" fmla="*/ 51 h 521"/>
                    <a:gd name="T4" fmla="*/ 190 w 382"/>
                    <a:gd name="T5" fmla="*/ 38 h 521"/>
                    <a:gd name="T6" fmla="*/ 198 w 382"/>
                    <a:gd name="T7" fmla="*/ 136 h 521"/>
                    <a:gd name="T8" fmla="*/ 268 w 382"/>
                    <a:gd name="T9" fmla="*/ 146 h 521"/>
                    <a:gd name="T10" fmla="*/ 258 w 382"/>
                    <a:gd name="T11" fmla="*/ 192 h 521"/>
                    <a:gd name="T12" fmla="*/ 229 w 382"/>
                    <a:gd name="T13" fmla="*/ 198 h 521"/>
                    <a:gd name="T14" fmla="*/ 194 w 382"/>
                    <a:gd name="T15" fmla="*/ 271 h 521"/>
                    <a:gd name="T16" fmla="*/ 238 w 382"/>
                    <a:gd name="T17" fmla="*/ 302 h 521"/>
                    <a:gd name="T18" fmla="*/ 350 w 382"/>
                    <a:gd name="T19" fmla="*/ 320 h 521"/>
                    <a:gd name="T20" fmla="*/ 349 w 382"/>
                    <a:gd name="T21" fmla="*/ 371 h 521"/>
                    <a:gd name="T22" fmla="*/ 193 w 382"/>
                    <a:gd name="T23" fmla="*/ 331 h 521"/>
                    <a:gd name="T24" fmla="*/ 194 w 382"/>
                    <a:gd name="T25" fmla="*/ 488 h 521"/>
                    <a:gd name="T26" fmla="*/ 149 w 382"/>
                    <a:gd name="T27" fmla="*/ 482 h 521"/>
                    <a:gd name="T28" fmla="*/ 141 w 382"/>
                    <a:gd name="T29" fmla="*/ 430 h 521"/>
                    <a:gd name="T30" fmla="*/ 149 w 382"/>
                    <a:gd name="T31" fmla="*/ 356 h 521"/>
                    <a:gd name="T32" fmla="*/ 129 w 382"/>
                    <a:gd name="T33" fmla="*/ 316 h 521"/>
                    <a:gd name="T34" fmla="*/ 86 w 382"/>
                    <a:gd name="T35" fmla="*/ 331 h 521"/>
                    <a:gd name="T36" fmla="*/ 18 w 382"/>
                    <a:gd name="T37" fmla="*/ 354 h 521"/>
                    <a:gd name="T38" fmla="*/ 29 w 382"/>
                    <a:gd name="T39" fmla="*/ 299 h 521"/>
                    <a:gd name="T40" fmla="*/ 116 w 382"/>
                    <a:gd name="T41" fmla="*/ 231 h 521"/>
                    <a:gd name="T42" fmla="*/ 101 w 382"/>
                    <a:gd name="T43" fmla="*/ 219 h 521"/>
                    <a:gd name="T44" fmla="*/ 24 w 382"/>
                    <a:gd name="T45" fmla="*/ 210 h 521"/>
                    <a:gd name="T46" fmla="*/ 4 w 382"/>
                    <a:gd name="T47" fmla="*/ 184 h 521"/>
                    <a:gd name="T48" fmla="*/ 34 w 382"/>
                    <a:gd name="T49" fmla="*/ 166 h 521"/>
                    <a:gd name="T50" fmla="*/ 154 w 382"/>
                    <a:gd name="T51" fmla="*/ 130 h 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82" h="521">
                      <a:moveTo>
                        <a:pt x="154" y="130"/>
                      </a:moveTo>
                      <a:cubicBezTo>
                        <a:pt x="154" y="130"/>
                        <a:pt x="165" y="62"/>
                        <a:pt x="156" y="51"/>
                      </a:cubicBezTo>
                      <a:cubicBezTo>
                        <a:pt x="146" y="40"/>
                        <a:pt x="162" y="0"/>
                        <a:pt x="190" y="38"/>
                      </a:cubicBezTo>
                      <a:cubicBezTo>
                        <a:pt x="190" y="38"/>
                        <a:pt x="204" y="72"/>
                        <a:pt x="198" y="136"/>
                      </a:cubicBezTo>
                      <a:cubicBezTo>
                        <a:pt x="198" y="136"/>
                        <a:pt x="257" y="130"/>
                        <a:pt x="268" y="146"/>
                      </a:cubicBezTo>
                      <a:cubicBezTo>
                        <a:pt x="283" y="168"/>
                        <a:pt x="288" y="187"/>
                        <a:pt x="258" y="192"/>
                      </a:cubicBezTo>
                      <a:cubicBezTo>
                        <a:pt x="229" y="198"/>
                        <a:pt x="229" y="198"/>
                        <a:pt x="229" y="198"/>
                      </a:cubicBezTo>
                      <a:cubicBezTo>
                        <a:pt x="229" y="198"/>
                        <a:pt x="190" y="211"/>
                        <a:pt x="194" y="271"/>
                      </a:cubicBezTo>
                      <a:cubicBezTo>
                        <a:pt x="194" y="271"/>
                        <a:pt x="184" y="295"/>
                        <a:pt x="238" y="302"/>
                      </a:cubicBezTo>
                      <a:cubicBezTo>
                        <a:pt x="293" y="308"/>
                        <a:pt x="318" y="306"/>
                        <a:pt x="350" y="320"/>
                      </a:cubicBezTo>
                      <a:cubicBezTo>
                        <a:pt x="382" y="335"/>
                        <a:pt x="378" y="358"/>
                        <a:pt x="349" y="371"/>
                      </a:cubicBezTo>
                      <a:cubicBezTo>
                        <a:pt x="320" y="384"/>
                        <a:pt x="225" y="363"/>
                        <a:pt x="193" y="331"/>
                      </a:cubicBezTo>
                      <a:cubicBezTo>
                        <a:pt x="194" y="488"/>
                        <a:pt x="194" y="488"/>
                        <a:pt x="194" y="488"/>
                      </a:cubicBezTo>
                      <a:cubicBezTo>
                        <a:pt x="194" y="488"/>
                        <a:pt x="174" y="521"/>
                        <a:pt x="149" y="482"/>
                      </a:cubicBezTo>
                      <a:cubicBezTo>
                        <a:pt x="137" y="462"/>
                        <a:pt x="140" y="436"/>
                        <a:pt x="141" y="430"/>
                      </a:cubicBezTo>
                      <a:cubicBezTo>
                        <a:pt x="142" y="423"/>
                        <a:pt x="149" y="371"/>
                        <a:pt x="149" y="356"/>
                      </a:cubicBezTo>
                      <a:cubicBezTo>
                        <a:pt x="149" y="342"/>
                        <a:pt x="140" y="323"/>
                        <a:pt x="129" y="316"/>
                      </a:cubicBezTo>
                      <a:cubicBezTo>
                        <a:pt x="118" y="310"/>
                        <a:pt x="108" y="308"/>
                        <a:pt x="86" y="331"/>
                      </a:cubicBezTo>
                      <a:cubicBezTo>
                        <a:pt x="65" y="354"/>
                        <a:pt x="37" y="378"/>
                        <a:pt x="18" y="354"/>
                      </a:cubicBezTo>
                      <a:cubicBezTo>
                        <a:pt x="0" y="330"/>
                        <a:pt x="20" y="310"/>
                        <a:pt x="29" y="299"/>
                      </a:cubicBezTo>
                      <a:cubicBezTo>
                        <a:pt x="38" y="288"/>
                        <a:pt x="113" y="235"/>
                        <a:pt x="116" y="231"/>
                      </a:cubicBezTo>
                      <a:cubicBezTo>
                        <a:pt x="118" y="227"/>
                        <a:pt x="134" y="208"/>
                        <a:pt x="101" y="219"/>
                      </a:cubicBezTo>
                      <a:cubicBezTo>
                        <a:pt x="68" y="230"/>
                        <a:pt x="36" y="231"/>
                        <a:pt x="24" y="210"/>
                      </a:cubicBezTo>
                      <a:cubicBezTo>
                        <a:pt x="12" y="188"/>
                        <a:pt x="4" y="184"/>
                        <a:pt x="4" y="184"/>
                      </a:cubicBezTo>
                      <a:cubicBezTo>
                        <a:pt x="4" y="184"/>
                        <a:pt x="6" y="167"/>
                        <a:pt x="34" y="166"/>
                      </a:cubicBezTo>
                      <a:cubicBezTo>
                        <a:pt x="62" y="164"/>
                        <a:pt x="117" y="168"/>
                        <a:pt x="154" y="1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2" name="任意多边形: 形状 31"/>
                <p:cNvSpPr>
                  <a:spLocks noEditPoints="1"/>
                </p:cNvSpPr>
                <p:nvPr/>
              </p:nvSpPr>
              <p:spPr bwMode="auto">
                <a:xfrm>
                  <a:off x="5500688" y="1804988"/>
                  <a:ext cx="766763" cy="881063"/>
                </a:xfrm>
                <a:custGeom>
                  <a:avLst/>
                  <a:gdLst>
                    <a:gd name="T0" fmla="*/ 296 w 499"/>
                    <a:gd name="T1" fmla="*/ 139 h 571"/>
                    <a:gd name="T2" fmla="*/ 327 w 499"/>
                    <a:gd name="T3" fmla="*/ 99 h 571"/>
                    <a:gd name="T4" fmla="*/ 292 w 499"/>
                    <a:gd name="T5" fmla="*/ 41 h 571"/>
                    <a:gd name="T6" fmla="*/ 265 w 499"/>
                    <a:gd name="T7" fmla="*/ 100 h 571"/>
                    <a:gd name="T8" fmla="*/ 160 w 499"/>
                    <a:gd name="T9" fmla="*/ 185 h 571"/>
                    <a:gd name="T10" fmla="*/ 157 w 499"/>
                    <a:gd name="T11" fmla="*/ 142 h 571"/>
                    <a:gd name="T12" fmla="*/ 10 w 499"/>
                    <a:gd name="T13" fmla="*/ 272 h 571"/>
                    <a:gd name="T14" fmla="*/ 169 w 499"/>
                    <a:gd name="T15" fmla="*/ 224 h 571"/>
                    <a:gd name="T16" fmla="*/ 245 w 499"/>
                    <a:gd name="T17" fmla="*/ 270 h 571"/>
                    <a:gd name="T18" fmla="*/ 160 w 499"/>
                    <a:gd name="T19" fmla="*/ 355 h 571"/>
                    <a:gd name="T20" fmla="*/ 161 w 499"/>
                    <a:gd name="T21" fmla="*/ 319 h 571"/>
                    <a:gd name="T22" fmla="*/ 186 w 499"/>
                    <a:gd name="T23" fmla="*/ 452 h 571"/>
                    <a:gd name="T24" fmla="*/ 221 w 499"/>
                    <a:gd name="T25" fmla="*/ 471 h 571"/>
                    <a:gd name="T26" fmla="*/ 343 w 499"/>
                    <a:gd name="T27" fmla="*/ 552 h 571"/>
                    <a:gd name="T28" fmla="*/ 296 w 499"/>
                    <a:gd name="T29" fmla="*/ 473 h 571"/>
                    <a:gd name="T30" fmla="*/ 342 w 499"/>
                    <a:gd name="T31" fmla="*/ 458 h 571"/>
                    <a:gd name="T32" fmla="*/ 273 w 499"/>
                    <a:gd name="T33" fmla="*/ 298 h 571"/>
                    <a:gd name="T34" fmla="*/ 308 w 499"/>
                    <a:gd name="T35" fmla="*/ 248 h 571"/>
                    <a:gd name="T36" fmla="*/ 273 w 499"/>
                    <a:gd name="T37" fmla="*/ 212 h 571"/>
                    <a:gd name="T38" fmla="*/ 371 w 499"/>
                    <a:gd name="T39" fmla="*/ 184 h 571"/>
                    <a:gd name="T40" fmla="*/ 396 w 499"/>
                    <a:gd name="T41" fmla="*/ 246 h 571"/>
                    <a:gd name="T42" fmla="*/ 440 w 499"/>
                    <a:gd name="T43" fmla="*/ 165 h 571"/>
                    <a:gd name="T44" fmla="*/ 195 w 499"/>
                    <a:gd name="T45" fmla="*/ 212 h 571"/>
                    <a:gd name="T46" fmla="*/ 245 w 499"/>
                    <a:gd name="T47" fmla="*/ 236 h 571"/>
                    <a:gd name="T48" fmla="*/ 247 w 499"/>
                    <a:gd name="T49" fmla="*/ 370 h 571"/>
                    <a:gd name="T50" fmla="*/ 241 w 499"/>
                    <a:gd name="T51" fmla="*/ 394 h 571"/>
                    <a:gd name="T52" fmla="*/ 209 w 499"/>
                    <a:gd name="T53" fmla="*/ 446 h 571"/>
                    <a:gd name="T54" fmla="*/ 247 w 499"/>
                    <a:gd name="T55" fmla="*/ 338 h 571"/>
                    <a:gd name="T56" fmla="*/ 343 w 499"/>
                    <a:gd name="T57" fmla="*/ 340 h 571"/>
                    <a:gd name="T58" fmla="*/ 277 w 499"/>
                    <a:gd name="T59" fmla="*/ 428 h 571"/>
                    <a:gd name="T60" fmla="*/ 305 w 499"/>
                    <a:gd name="T61" fmla="*/ 378 h 571"/>
                    <a:gd name="T62" fmla="*/ 273 w 499"/>
                    <a:gd name="T63" fmla="*/ 324 h 5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499" h="571">
                      <a:moveTo>
                        <a:pt x="440" y="165"/>
                      </a:moveTo>
                      <a:cubicBezTo>
                        <a:pt x="381" y="138"/>
                        <a:pt x="296" y="139"/>
                        <a:pt x="296" y="139"/>
                      </a:cubicBezTo>
                      <a:cubicBezTo>
                        <a:pt x="296" y="139"/>
                        <a:pt x="298" y="110"/>
                        <a:pt x="303" y="105"/>
                      </a:cubicBezTo>
                      <a:cubicBezTo>
                        <a:pt x="308" y="100"/>
                        <a:pt x="312" y="102"/>
                        <a:pt x="327" y="99"/>
                      </a:cubicBezTo>
                      <a:cubicBezTo>
                        <a:pt x="342" y="96"/>
                        <a:pt x="346" y="83"/>
                        <a:pt x="346" y="83"/>
                      </a:cubicBezTo>
                      <a:cubicBezTo>
                        <a:pt x="352" y="68"/>
                        <a:pt x="292" y="41"/>
                        <a:pt x="292" y="41"/>
                      </a:cubicBezTo>
                      <a:cubicBezTo>
                        <a:pt x="222" y="42"/>
                        <a:pt x="184" y="0"/>
                        <a:pt x="184" y="0"/>
                      </a:cubicBezTo>
                      <a:cubicBezTo>
                        <a:pt x="168" y="82"/>
                        <a:pt x="255" y="94"/>
                        <a:pt x="265" y="100"/>
                      </a:cubicBezTo>
                      <a:cubicBezTo>
                        <a:pt x="275" y="106"/>
                        <a:pt x="262" y="138"/>
                        <a:pt x="255" y="146"/>
                      </a:cubicBezTo>
                      <a:cubicBezTo>
                        <a:pt x="248" y="154"/>
                        <a:pt x="211" y="155"/>
                        <a:pt x="160" y="185"/>
                      </a:cubicBezTo>
                      <a:cubicBezTo>
                        <a:pt x="109" y="215"/>
                        <a:pt x="152" y="168"/>
                        <a:pt x="152" y="168"/>
                      </a:cubicBezTo>
                      <a:cubicBezTo>
                        <a:pt x="196" y="142"/>
                        <a:pt x="157" y="142"/>
                        <a:pt x="157" y="142"/>
                      </a:cubicBezTo>
                      <a:cubicBezTo>
                        <a:pt x="97" y="155"/>
                        <a:pt x="40" y="210"/>
                        <a:pt x="20" y="238"/>
                      </a:cubicBezTo>
                      <a:cubicBezTo>
                        <a:pt x="0" y="266"/>
                        <a:pt x="10" y="272"/>
                        <a:pt x="10" y="272"/>
                      </a:cubicBezTo>
                      <a:cubicBezTo>
                        <a:pt x="23" y="289"/>
                        <a:pt x="45" y="301"/>
                        <a:pt x="45" y="301"/>
                      </a:cubicBezTo>
                      <a:cubicBezTo>
                        <a:pt x="46" y="291"/>
                        <a:pt x="169" y="224"/>
                        <a:pt x="169" y="224"/>
                      </a:cubicBezTo>
                      <a:cubicBezTo>
                        <a:pt x="169" y="257"/>
                        <a:pt x="198" y="295"/>
                        <a:pt x="206" y="296"/>
                      </a:cubicBezTo>
                      <a:cubicBezTo>
                        <a:pt x="214" y="297"/>
                        <a:pt x="245" y="270"/>
                        <a:pt x="245" y="270"/>
                      </a:cubicBezTo>
                      <a:cubicBezTo>
                        <a:pt x="245" y="307"/>
                        <a:pt x="245" y="307"/>
                        <a:pt x="245" y="307"/>
                      </a:cubicBezTo>
                      <a:cubicBezTo>
                        <a:pt x="232" y="334"/>
                        <a:pt x="160" y="355"/>
                        <a:pt x="160" y="355"/>
                      </a:cubicBezTo>
                      <a:cubicBezTo>
                        <a:pt x="156" y="351"/>
                        <a:pt x="165" y="335"/>
                        <a:pt x="165" y="335"/>
                      </a:cubicBezTo>
                      <a:cubicBezTo>
                        <a:pt x="176" y="318"/>
                        <a:pt x="161" y="319"/>
                        <a:pt x="161" y="319"/>
                      </a:cubicBezTo>
                      <a:cubicBezTo>
                        <a:pt x="132" y="349"/>
                        <a:pt x="138" y="374"/>
                        <a:pt x="138" y="374"/>
                      </a:cubicBezTo>
                      <a:cubicBezTo>
                        <a:pt x="138" y="374"/>
                        <a:pt x="183" y="440"/>
                        <a:pt x="186" y="452"/>
                      </a:cubicBezTo>
                      <a:cubicBezTo>
                        <a:pt x="189" y="464"/>
                        <a:pt x="195" y="483"/>
                        <a:pt x="209" y="483"/>
                      </a:cubicBezTo>
                      <a:cubicBezTo>
                        <a:pt x="223" y="483"/>
                        <a:pt x="221" y="471"/>
                        <a:pt x="221" y="471"/>
                      </a:cubicBezTo>
                      <a:cubicBezTo>
                        <a:pt x="247" y="471"/>
                        <a:pt x="247" y="471"/>
                        <a:pt x="247" y="471"/>
                      </a:cubicBezTo>
                      <a:cubicBezTo>
                        <a:pt x="253" y="484"/>
                        <a:pt x="291" y="533"/>
                        <a:pt x="343" y="552"/>
                      </a:cubicBezTo>
                      <a:cubicBezTo>
                        <a:pt x="395" y="571"/>
                        <a:pt x="399" y="506"/>
                        <a:pt x="372" y="505"/>
                      </a:cubicBezTo>
                      <a:cubicBezTo>
                        <a:pt x="345" y="504"/>
                        <a:pt x="310" y="487"/>
                        <a:pt x="296" y="473"/>
                      </a:cubicBezTo>
                      <a:cubicBezTo>
                        <a:pt x="282" y="459"/>
                        <a:pt x="305" y="453"/>
                        <a:pt x="308" y="456"/>
                      </a:cubicBezTo>
                      <a:cubicBezTo>
                        <a:pt x="311" y="459"/>
                        <a:pt x="317" y="465"/>
                        <a:pt x="342" y="458"/>
                      </a:cubicBezTo>
                      <a:cubicBezTo>
                        <a:pt x="367" y="451"/>
                        <a:pt x="407" y="341"/>
                        <a:pt x="407" y="341"/>
                      </a:cubicBezTo>
                      <a:cubicBezTo>
                        <a:pt x="376" y="276"/>
                        <a:pt x="273" y="298"/>
                        <a:pt x="273" y="298"/>
                      </a:cubicBezTo>
                      <a:cubicBezTo>
                        <a:pt x="273" y="298"/>
                        <a:pt x="271" y="245"/>
                        <a:pt x="271" y="240"/>
                      </a:cubicBezTo>
                      <a:cubicBezTo>
                        <a:pt x="271" y="235"/>
                        <a:pt x="288" y="221"/>
                        <a:pt x="308" y="248"/>
                      </a:cubicBezTo>
                      <a:cubicBezTo>
                        <a:pt x="328" y="275"/>
                        <a:pt x="353" y="288"/>
                        <a:pt x="345" y="254"/>
                      </a:cubicBezTo>
                      <a:cubicBezTo>
                        <a:pt x="337" y="220"/>
                        <a:pt x="273" y="212"/>
                        <a:pt x="273" y="212"/>
                      </a:cubicBezTo>
                      <a:cubicBezTo>
                        <a:pt x="273" y="212"/>
                        <a:pt x="268" y="184"/>
                        <a:pt x="280" y="182"/>
                      </a:cubicBezTo>
                      <a:cubicBezTo>
                        <a:pt x="292" y="180"/>
                        <a:pt x="313" y="167"/>
                        <a:pt x="371" y="184"/>
                      </a:cubicBezTo>
                      <a:cubicBezTo>
                        <a:pt x="429" y="201"/>
                        <a:pt x="400" y="222"/>
                        <a:pt x="396" y="228"/>
                      </a:cubicBezTo>
                      <a:cubicBezTo>
                        <a:pt x="392" y="234"/>
                        <a:pt x="396" y="246"/>
                        <a:pt x="396" y="246"/>
                      </a:cubicBezTo>
                      <a:cubicBezTo>
                        <a:pt x="430" y="254"/>
                        <a:pt x="469" y="238"/>
                        <a:pt x="475" y="229"/>
                      </a:cubicBezTo>
                      <a:cubicBezTo>
                        <a:pt x="481" y="220"/>
                        <a:pt x="499" y="192"/>
                        <a:pt x="440" y="165"/>
                      </a:cubicBezTo>
                      <a:close/>
                      <a:moveTo>
                        <a:pt x="217" y="266"/>
                      </a:moveTo>
                      <a:cubicBezTo>
                        <a:pt x="217" y="266"/>
                        <a:pt x="195" y="270"/>
                        <a:pt x="195" y="212"/>
                      </a:cubicBezTo>
                      <a:cubicBezTo>
                        <a:pt x="195" y="212"/>
                        <a:pt x="233" y="196"/>
                        <a:pt x="245" y="196"/>
                      </a:cubicBezTo>
                      <a:cubicBezTo>
                        <a:pt x="245" y="236"/>
                        <a:pt x="245" y="236"/>
                        <a:pt x="245" y="236"/>
                      </a:cubicBezTo>
                      <a:lnTo>
                        <a:pt x="217" y="266"/>
                      </a:lnTo>
                      <a:close/>
                      <a:moveTo>
                        <a:pt x="247" y="370"/>
                      </a:moveTo>
                      <a:cubicBezTo>
                        <a:pt x="247" y="370"/>
                        <a:pt x="215" y="384"/>
                        <a:pt x="215" y="390"/>
                      </a:cubicBezTo>
                      <a:cubicBezTo>
                        <a:pt x="215" y="396"/>
                        <a:pt x="241" y="394"/>
                        <a:pt x="241" y="394"/>
                      </a:cubicBezTo>
                      <a:cubicBezTo>
                        <a:pt x="241" y="440"/>
                        <a:pt x="241" y="440"/>
                        <a:pt x="241" y="440"/>
                      </a:cubicBezTo>
                      <a:cubicBezTo>
                        <a:pt x="209" y="446"/>
                        <a:pt x="209" y="446"/>
                        <a:pt x="209" y="446"/>
                      </a:cubicBezTo>
                      <a:cubicBezTo>
                        <a:pt x="159" y="378"/>
                        <a:pt x="159" y="378"/>
                        <a:pt x="159" y="378"/>
                      </a:cubicBezTo>
                      <a:cubicBezTo>
                        <a:pt x="159" y="378"/>
                        <a:pt x="221" y="368"/>
                        <a:pt x="247" y="338"/>
                      </a:cubicBezTo>
                      <a:lnTo>
                        <a:pt x="247" y="370"/>
                      </a:lnTo>
                      <a:close/>
                      <a:moveTo>
                        <a:pt x="343" y="340"/>
                      </a:moveTo>
                      <a:cubicBezTo>
                        <a:pt x="355" y="370"/>
                        <a:pt x="315" y="418"/>
                        <a:pt x="315" y="418"/>
                      </a:cubicBezTo>
                      <a:cubicBezTo>
                        <a:pt x="277" y="428"/>
                        <a:pt x="277" y="428"/>
                        <a:pt x="277" y="428"/>
                      </a:cubicBezTo>
                      <a:cubicBezTo>
                        <a:pt x="279" y="396"/>
                        <a:pt x="279" y="396"/>
                        <a:pt x="279" y="396"/>
                      </a:cubicBezTo>
                      <a:cubicBezTo>
                        <a:pt x="279" y="396"/>
                        <a:pt x="305" y="396"/>
                        <a:pt x="305" y="378"/>
                      </a:cubicBezTo>
                      <a:cubicBezTo>
                        <a:pt x="305" y="360"/>
                        <a:pt x="277" y="366"/>
                        <a:pt x="277" y="366"/>
                      </a:cubicBezTo>
                      <a:cubicBezTo>
                        <a:pt x="273" y="324"/>
                        <a:pt x="273" y="324"/>
                        <a:pt x="273" y="324"/>
                      </a:cubicBezTo>
                      <a:cubicBezTo>
                        <a:pt x="273" y="324"/>
                        <a:pt x="331" y="310"/>
                        <a:pt x="343" y="34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 bwMode="auto">
                <a:xfrm>
                  <a:off x="6367463" y="1965326"/>
                  <a:ext cx="642938" cy="658813"/>
                </a:xfrm>
                <a:custGeom>
                  <a:avLst/>
                  <a:gdLst>
                    <a:gd name="T0" fmla="*/ 29 w 419"/>
                    <a:gd name="T1" fmla="*/ 28 h 427"/>
                    <a:gd name="T2" fmla="*/ 65 w 419"/>
                    <a:gd name="T3" fmla="*/ 34 h 427"/>
                    <a:gd name="T4" fmla="*/ 223 w 419"/>
                    <a:gd name="T5" fmla="*/ 2 h 427"/>
                    <a:gd name="T6" fmla="*/ 309 w 419"/>
                    <a:gd name="T7" fmla="*/ 4 h 427"/>
                    <a:gd name="T8" fmla="*/ 349 w 419"/>
                    <a:gd name="T9" fmla="*/ 42 h 427"/>
                    <a:gd name="T10" fmla="*/ 273 w 419"/>
                    <a:gd name="T11" fmla="*/ 108 h 427"/>
                    <a:gd name="T12" fmla="*/ 287 w 419"/>
                    <a:gd name="T13" fmla="*/ 152 h 427"/>
                    <a:gd name="T14" fmla="*/ 369 w 419"/>
                    <a:gd name="T15" fmla="*/ 148 h 427"/>
                    <a:gd name="T16" fmla="*/ 391 w 419"/>
                    <a:gd name="T17" fmla="*/ 208 h 427"/>
                    <a:gd name="T18" fmla="*/ 350 w 419"/>
                    <a:gd name="T19" fmla="*/ 197 h 427"/>
                    <a:gd name="T20" fmla="*/ 302 w 419"/>
                    <a:gd name="T21" fmla="*/ 205 h 427"/>
                    <a:gd name="T22" fmla="*/ 273 w 419"/>
                    <a:gd name="T23" fmla="*/ 349 h 427"/>
                    <a:gd name="T24" fmla="*/ 190 w 419"/>
                    <a:gd name="T25" fmla="*/ 355 h 427"/>
                    <a:gd name="T26" fmla="*/ 164 w 419"/>
                    <a:gd name="T27" fmla="*/ 253 h 427"/>
                    <a:gd name="T28" fmla="*/ 217 w 419"/>
                    <a:gd name="T29" fmla="*/ 312 h 427"/>
                    <a:gd name="T30" fmla="*/ 262 w 419"/>
                    <a:gd name="T31" fmla="*/ 203 h 427"/>
                    <a:gd name="T32" fmla="*/ 124 w 419"/>
                    <a:gd name="T33" fmla="*/ 240 h 427"/>
                    <a:gd name="T34" fmla="*/ 81 w 419"/>
                    <a:gd name="T35" fmla="*/ 189 h 427"/>
                    <a:gd name="T36" fmla="*/ 105 w 419"/>
                    <a:gd name="T37" fmla="*/ 176 h 427"/>
                    <a:gd name="T38" fmla="*/ 216 w 419"/>
                    <a:gd name="T39" fmla="*/ 164 h 427"/>
                    <a:gd name="T40" fmla="*/ 225 w 419"/>
                    <a:gd name="T41" fmla="*/ 132 h 427"/>
                    <a:gd name="T42" fmla="*/ 232 w 419"/>
                    <a:gd name="T43" fmla="*/ 95 h 427"/>
                    <a:gd name="T44" fmla="*/ 270 w 419"/>
                    <a:gd name="T45" fmla="*/ 48 h 427"/>
                    <a:gd name="T46" fmla="*/ 205 w 419"/>
                    <a:gd name="T47" fmla="*/ 48 h 427"/>
                    <a:gd name="T48" fmla="*/ 88 w 419"/>
                    <a:gd name="T49" fmla="*/ 88 h 427"/>
                    <a:gd name="T50" fmla="*/ 50 w 419"/>
                    <a:gd name="T51" fmla="*/ 88 h 427"/>
                    <a:gd name="T52" fmla="*/ 29 w 419"/>
                    <a:gd name="T53" fmla="*/ 28 h 4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19" h="427">
                      <a:moveTo>
                        <a:pt x="29" y="28"/>
                      </a:moveTo>
                      <a:cubicBezTo>
                        <a:pt x="29" y="28"/>
                        <a:pt x="35" y="42"/>
                        <a:pt x="65" y="34"/>
                      </a:cubicBezTo>
                      <a:cubicBezTo>
                        <a:pt x="95" y="26"/>
                        <a:pt x="197" y="4"/>
                        <a:pt x="223" y="2"/>
                      </a:cubicBezTo>
                      <a:cubicBezTo>
                        <a:pt x="249" y="0"/>
                        <a:pt x="295" y="6"/>
                        <a:pt x="309" y="4"/>
                      </a:cubicBezTo>
                      <a:cubicBezTo>
                        <a:pt x="323" y="2"/>
                        <a:pt x="349" y="26"/>
                        <a:pt x="349" y="42"/>
                      </a:cubicBezTo>
                      <a:cubicBezTo>
                        <a:pt x="349" y="58"/>
                        <a:pt x="273" y="108"/>
                        <a:pt x="273" y="108"/>
                      </a:cubicBezTo>
                      <a:cubicBezTo>
                        <a:pt x="273" y="108"/>
                        <a:pt x="259" y="122"/>
                        <a:pt x="287" y="152"/>
                      </a:cubicBezTo>
                      <a:cubicBezTo>
                        <a:pt x="369" y="148"/>
                        <a:pt x="369" y="148"/>
                        <a:pt x="369" y="148"/>
                      </a:cubicBezTo>
                      <a:cubicBezTo>
                        <a:pt x="369" y="148"/>
                        <a:pt x="419" y="176"/>
                        <a:pt x="391" y="208"/>
                      </a:cubicBezTo>
                      <a:cubicBezTo>
                        <a:pt x="391" y="208"/>
                        <a:pt x="364" y="197"/>
                        <a:pt x="350" y="197"/>
                      </a:cubicBezTo>
                      <a:cubicBezTo>
                        <a:pt x="337" y="197"/>
                        <a:pt x="302" y="205"/>
                        <a:pt x="302" y="205"/>
                      </a:cubicBezTo>
                      <a:cubicBezTo>
                        <a:pt x="302" y="205"/>
                        <a:pt x="294" y="304"/>
                        <a:pt x="273" y="349"/>
                      </a:cubicBezTo>
                      <a:cubicBezTo>
                        <a:pt x="252" y="395"/>
                        <a:pt x="278" y="427"/>
                        <a:pt x="190" y="355"/>
                      </a:cubicBezTo>
                      <a:cubicBezTo>
                        <a:pt x="190" y="355"/>
                        <a:pt x="161" y="309"/>
                        <a:pt x="164" y="253"/>
                      </a:cubicBezTo>
                      <a:cubicBezTo>
                        <a:pt x="164" y="253"/>
                        <a:pt x="174" y="315"/>
                        <a:pt x="217" y="312"/>
                      </a:cubicBezTo>
                      <a:cubicBezTo>
                        <a:pt x="260" y="309"/>
                        <a:pt x="262" y="203"/>
                        <a:pt x="262" y="203"/>
                      </a:cubicBezTo>
                      <a:cubicBezTo>
                        <a:pt x="262" y="203"/>
                        <a:pt x="137" y="227"/>
                        <a:pt x="124" y="240"/>
                      </a:cubicBezTo>
                      <a:cubicBezTo>
                        <a:pt x="124" y="240"/>
                        <a:pt x="92" y="245"/>
                        <a:pt x="81" y="189"/>
                      </a:cubicBezTo>
                      <a:cubicBezTo>
                        <a:pt x="81" y="189"/>
                        <a:pt x="100" y="147"/>
                        <a:pt x="105" y="176"/>
                      </a:cubicBezTo>
                      <a:cubicBezTo>
                        <a:pt x="105" y="176"/>
                        <a:pt x="106" y="196"/>
                        <a:pt x="216" y="164"/>
                      </a:cubicBezTo>
                      <a:cubicBezTo>
                        <a:pt x="216" y="164"/>
                        <a:pt x="269" y="167"/>
                        <a:pt x="225" y="132"/>
                      </a:cubicBezTo>
                      <a:cubicBezTo>
                        <a:pt x="200" y="111"/>
                        <a:pt x="230" y="100"/>
                        <a:pt x="232" y="95"/>
                      </a:cubicBezTo>
                      <a:cubicBezTo>
                        <a:pt x="233" y="89"/>
                        <a:pt x="272" y="55"/>
                        <a:pt x="270" y="48"/>
                      </a:cubicBezTo>
                      <a:cubicBezTo>
                        <a:pt x="269" y="41"/>
                        <a:pt x="225" y="41"/>
                        <a:pt x="205" y="48"/>
                      </a:cubicBezTo>
                      <a:cubicBezTo>
                        <a:pt x="185" y="55"/>
                        <a:pt x="93" y="79"/>
                        <a:pt x="88" y="88"/>
                      </a:cubicBezTo>
                      <a:cubicBezTo>
                        <a:pt x="82" y="97"/>
                        <a:pt x="66" y="96"/>
                        <a:pt x="50" y="88"/>
                      </a:cubicBezTo>
                      <a:cubicBezTo>
                        <a:pt x="34" y="80"/>
                        <a:pt x="0" y="60"/>
                        <a:pt x="29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4" name="任意多边形: 形状 33"/>
                <p:cNvSpPr/>
                <p:nvPr/>
              </p:nvSpPr>
              <p:spPr bwMode="auto">
                <a:xfrm>
                  <a:off x="7200901" y="1852613"/>
                  <a:ext cx="342900" cy="198438"/>
                </a:xfrm>
                <a:custGeom>
                  <a:avLst/>
                  <a:gdLst>
                    <a:gd name="T0" fmla="*/ 177 w 223"/>
                    <a:gd name="T1" fmla="*/ 42 h 128"/>
                    <a:gd name="T2" fmla="*/ 208 w 223"/>
                    <a:gd name="T3" fmla="*/ 42 h 128"/>
                    <a:gd name="T4" fmla="*/ 171 w 223"/>
                    <a:gd name="T5" fmla="*/ 112 h 128"/>
                    <a:gd name="T6" fmla="*/ 41 w 223"/>
                    <a:gd name="T7" fmla="*/ 128 h 128"/>
                    <a:gd name="T8" fmla="*/ 0 w 223"/>
                    <a:gd name="T9" fmla="*/ 104 h 128"/>
                    <a:gd name="T10" fmla="*/ 177 w 223"/>
                    <a:gd name="T11" fmla="*/ 42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3" h="128">
                      <a:moveTo>
                        <a:pt x="177" y="42"/>
                      </a:moveTo>
                      <a:cubicBezTo>
                        <a:pt x="177" y="42"/>
                        <a:pt x="193" y="0"/>
                        <a:pt x="208" y="42"/>
                      </a:cubicBezTo>
                      <a:cubicBezTo>
                        <a:pt x="223" y="84"/>
                        <a:pt x="195" y="105"/>
                        <a:pt x="171" y="112"/>
                      </a:cubicBezTo>
                      <a:cubicBezTo>
                        <a:pt x="146" y="118"/>
                        <a:pt x="69" y="128"/>
                        <a:pt x="41" y="128"/>
                      </a:cubicBezTo>
                      <a:cubicBezTo>
                        <a:pt x="13" y="127"/>
                        <a:pt x="4" y="113"/>
                        <a:pt x="0" y="104"/>
                      </a:cubicBezTo>
                      <a:cubicBezTo>
                        <a:pt x="0" y="104"/>
                        <a:pt x="141" y="89"/>
                        <a:pt x="177" y="4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5" name="任意多边形: 形状 34"/>
                <p:cNvSpPr/>
                <p:nvPr/>
              </p:nvSpPr>
              <p:spPr bwMode="auto">
                <a:xfrm>
                  <a:off x="7116763" y="1866901"/>
                  <a:ext cx="854075" cy="833438"/>
                </a:xfrm>
                <a:custGeom>
                  <a:avLst/>
                  <a:gdLst>
                    <a:gd name="T0" fmla="*/ 0 w 556"/>
                    <a:gd name="T1" fmla="*/ 224 h 541"/>
                    <a:gd name="T2" fmla="*/ 52 w 556"/>
                    <a:gd name="T3" fmla="*/ 231 h 541"/>
                    <a:gd name="T4" fmla="*/ 124 w 556"/>
                    <a:gd name="T5" fmla="*/ 208 h 541"/>
                    <a:gd name="T6" fmla="*/ 196 w 556"/>
                    <a:gd name="T7" fmla="*/ 181 h 541"/>
                    <a:gd name="T8" fmla="*/ 214 w 556"/>
                    <a:gd name="T9" fmla="*/ 132 h 541"/>
                    <a:gd name="T10" fmla="*/ 248 w 556"/>
                    <a:gd name="T11" fmla="*/ 152 h 541"/>
                    <a:gd name="T12" fmla="*/ 322 w 556"/>
                    <a:gd name="T13" fmla="*/ 206 h 541"/>
                    <a:gd name="T14" fmla="*/ 368 w 556"/>
                    <a:gd name="T15" fmla="*/ 235 h 541"/>
                    <a:gd name="T16" fmla="*/ 382 w 556"/>
                    <a:gd name="T17" fmla="*/ 241 h 541"/>
                    <a:gd name="T18" fmla="*/ 380 w 556"/>
                    <a:gd name="T19" fmla="*/ 179 h 541"/>
                    <a:gd name="T20" fmla="*/ 311 w 556"/>
                    <a:gd name="T21" fmla="*/ 124 h 541"/>
                    <a:gd name="T22" fmla="*/ 334 w 556"/>
                    <a:gd name="T23" fmla="*/ 110 h 541"/>
                    <a:gd name="T24" fmla="*/ 387 w 556"/>
                    <a:gd name="T25" fmla="*/ 136 h 541"/>
                    <a:gd name="T26" fmla="*/ 386 w 556"/>
                    <a:gd name="T27" fmla="*/ 46 h 541"/>
                    <a:gd name="T28" fmla="*/ 374 w 556"/>
                    <a:gd name="T29" fmla="*/ 0 h 541"/>
                    <a:gd name="T30" fmla="*/ 425 w 556"/>
                    <a:gd name="T31" fmla="*/ 37 h 541"/>
                    <a:gd name="T32" fmla="*/ 427 w 556"/>
                    <a:gd name="T33" fmla="*/ 109 h 541"/>
                    <a:gd name="T34" fmla="*/ 417 w 556"/>
                    <a:gd name="T35" fmla="*/ 241 h 541"/>
                    <a:gd name="T36" fmla="*/ 498 w 556"/>
                    <a:gd name="T37" fmla="*/ 231 h 541"/>
                    <a:gd name="T38" fmla="*/ 534 w 556"/>
                    <a:gd name="T39" fmla="*/ 275 h 541"/>
                    <a:gd name="T40" fmla="*/ 470 w 556"/>
                    <a:gd name="T41" fmla="*/ 285 h 541"/>
                    <a:gd name="T42" fmla="*/ 421 w 556"/>
                    <a:gd name="T43" fmla="*/ 305 h 541"/>
                    <a:gd name="T44" fmla="*/ 417 w 556"/>
                    <a:gd name="T45" fmla="*/ 536 h 541"/>
                    <a:gd name="T46" fmla="*/ 373 w 556"/>
                    <a:gd name="T47" fmla="*/ 503 h 541"/>
                    <a:gd name="T48" fmla="*/ 376 w 556"/>
                    <a:gd name="T49" fmla="*/ 320 h 541"/>
                    <a:gd name="T50" fmla="*/ 344 w 556"/>
                    <a:gd name="T51" fmla="*/ 332 h 541"/>
                    <a:gd name="T52" fmla="*/ 288 w 556"/>
                    <a:gd name="T53" fmla="*/ 331 h 541"/>
                    <a:gd name="T54" fmla="*/ 289 w 556"/>
                    <a:gd name="T55" fmla="*/ 285 h 541"/>
                    <a:gd name="T56" fmla="*/ 334 w 556"/>
                    <a:gd name="T57" fmla="*/ 273 h 541"/>
                    <a:gd name="T58" fmla="*/ 324 w 556"/>
                    <a:gd name="T59" fmla="*/ 243 h 541"/>
                    <a:gd name="T60" fmla="*/ 273 w 556"/>
                    <a:gd name="T61" fmla="*/ 207 h 541"/>
                    <a:gd name="T62" fmla="*/ 236 w 556"/>
                    <a:gd name="T63" fmla="*/ 229 h 541"/>
                    <a:gd name="T64" fmla="*/ 252 w 556"/>
                    <a:gd name="T65" fmla="*/ 232 h 541"/>
                    <a:gd name="T66" fmla="*/ 277 w 556"/>
                    <a:gd name="T67" fmla="*/ 237 h 541"/>
                    <a:gd name="T68" fmla="*/ 229 w 556"/>
                    <a:gd name="T69" fmla="*/ 300 h 541"/>
                    <a:gd name="T70" fmla="*/ 218 w 556"/>
                    <a:gd name="T71" fmla="*/ 392 h 541"/>
                    <a:gd name="T72" fmla="*/ 173 w 556"/>
                    <a:gd name="T73" fmla="*/ 405 h 541"/>
                    <a:gd name="T74" fmla="*/ 172 w 556"/>
                    <a:gd name="T75" fmla="*/ 357 h 541"/>
                    <a:gd name="T76" fmla="*/ 149 w 556"/>
                    <a:gd name="T77" fmla="*/ 349 h 541"/>
                    <a:gd name="T78" fmla="*/ 60 w 556"/>
                    <a:gd name="T79" fmla="*/ 375 h 541"/>
                    <a:gd name="T80" fmla="*/ 61 w 556"/>
                    <a:gd name="T81" fmla="*/ 331 h 541"/>
                    <a:gd name="T82" fmla="*/ 132 w 556"/>
                    <a:gd name="T83" fmla="*/ 256 h 541"/>
                    <a:gd name="T84" fmla="*/ 164 w 556"/>
                    <a:gd name="T85" fmla="*/ 256 h 541"/>
                    <a:gd name="T86" fmla="*/ 158 w 556"/>
                    <a:gd name="T87" fmla="*/ 285 h 541"/>
                    <a:gd name="T88" fmla="*/ 140 w 556"/>
                    <a:gd name="T89" fmla="*/ 297 h 541"/>
                    <a:gd name="T90" fmla="*/ 149 w 556"/>
                    <a:gd name="T91" fmla="*/ 303 h 541"/>
                    <a:gd name="T92" fmla="*/ 186 w 556"/>
                    <a:gd name="T93" fmla="*/ 271 h 541"/>
                    <a:gd name="T94" fmla="*/ 190 w 556"/>
                    <a:gd name="T95" fmla="*/ 243 h 541"/>
                    <a:gd name="T96" fmla="*/ 171 w 556"/>
                    <a:gd name="T97" fmla="*/ 223 h 541"/>
                    <a:gd name="T98" fmla="*/ 74 w 556"/>
                    <a:gd name="T99" fmla="*/ 250 h 541"/>
                    <a:gd name="T100" fmla="*/ 40 w 556"/>
                    <a:gd name="T101" fmla="*/ 271 h 541"/>
                    <a:gd name="T102" fmla="*/ 12 w 556"/>
                    <a:gd name="T103" fmla="*/ 265 h 541"/>
                    <a:gd name="T104" fmla="*/ 0 w 556"/>
                    <a:gd name="T105" fmla="*/ 224 h 5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556" h="541">
                      <a:moveTo>
                        <a:pt x="0" y="224"/>
                      </a:moveTo>
                      <a:cubicBezTo>
                        <a:pt x="0" y="224"/>
                        <a:pt x="31" y="236"/>
                        <a:pt x="52" y="231"/>
                      </a:cubicBezTo>
                      <a:cubicBezTo>
                        <a:pt x="72" y="225"/>
                        <a:pt x="106" y="212"/>
                        <a:pt x="124" y="208"/>
                      </a:cubicBezTo>
                      <a:cubicBezTo>
                        <a:pt x="142" y="204"/>
                        <a:pt x="182" y="202"/>
                        <a:pt x="196" y="181"/>
                      </a:cubicBezTo>
                      <a:cubicBezTo>
                        <a:pt x="211" y="159"/>
                        <a:pt x="214" y="132"/>
                        <a:pt x="214" y="132"/>
                      </a:cubicBezTo>
                      <a:cubicBezTo>
                        <a:pt x="214" y="132"/>
                        <a:pt x="234" y="133"/>
                        <a:pt x="248" y="152"/>
                      </a:cubicBezTo>
                      <a:cubicBezTo>
                        <a:pt x="262" y="171"/>
                        <a:pt x="315" y="205"/>
                        <a:pt x="322" y="206"/>
                      </a:cubicBezTo>
                      <a:cubicBezTo>
                        <a:pt x="330" y="207"/>
                        <a:pt x="364" y="227"/>
                        <a:pt x="368" y="235"/>
                      </a:cubicBezTo>
                      <a:cubicBezTo>
                        <a:pt x="372" y="244"/>
                        <a:pt x="382" y="241"/>
                        <a:pt x="382" y="241"/>
                      </a:cubicBezTo>
                      <a:cubicBezTo>
                        <a:pt x="380" y="179"/>
                        <a:pt x="380" y="179"/>
                        <a:pt x="380" y="179"/>
                      </a:cubicBezTo>
                      <a:cubicBezTo>
                        <a:pt x="380" y="179"/>
                        <a:pt x="316" y="137"/>
                        <a:pt x="311" y="124"/>
                      </a:cubicBezTo>
                      <a:cubicBezTo>
                        <a:pt x="306" y="111"/>
                        <a:pt x="318" y="105"/>
                        <a:pt x="334" y="110"/>
                      </a:cubicBezTo>
                      <a:cubicBezTo>
                        <a:pt x="349" y="115"/>
                        <a:pt x="380" y="138"/>
                        <a:pt x="387" y="136"/>
                      </a:cubicBezTo>
                      <a:cubicBezTo>
                        <a:pt x="394" y="134"/>
                        <a:pt x="391" y="61"/>
                        <a:pt x="386" y="46"/>
                      </a:cubicBezTo>
                      <a:cubicBezTo>
                        <a:pt x="382" y="31"/>
                        <a:pt x="374" y="0"/>
                        <a:pt x="374" y="0"/>
                      </a:cubicBezTo>
                      <a:cubicBezTo>
                        <a:pt x="374" y="0"/>
                        <a:pt x="411" y="15"/>
                        <a:pt x="425" y="37"/>
                      </a:cubicBezTo>
                      <a:cubicBezTo>
                        <a:pt x="439" y="59"/>
                        <a:pt x="430" y="99"/>
                        <a:pt x="427" y="109"/>
                      </a:cubicBezTo>
                      <a:cubicBezTo>
                        <a:pt x="424" y="118"/>
                        <a:pt x="414" y="221"/>
                        <a:pt x="417" y="241"/>
                      </a:cubicBezTo>
                      <a:cubicBezTo>
                        <a:pt x="417" y="241"/>
                        <a:pt x="474" y="227"/>
                        <a:pt x="498" y="231"/>
                      </a:cubicBezTo>
                      <a:cubicBezTo>
                        <a:pt x="523" y="234"/>
                        <a:pt x="556" y="267"/>
                        <a:pt x="534" y="275"/>
                      </a:cubicBezTo>
                      <a:cubicBezTo>
                        <a:pt x="512" y="284"/>
                        <a:pt x="484" y="283"/>
                        <a:pt x="470" y="285"/>
                      </a:cubicBezTo>
                      <a:cubicBezTo>
                        <a:pt x="452" y="288"/>
                        <a:pt x="434" y="285"/>
                        <a:pt x="421" y="305"/>
                      </a:cubicBezTo>
                      <a:cubicBezTo>
                        <a:pt x="417" y="536"/>
                        <a:pt x="417" y="536"/>
                        <a:pt x="417" y="536"/>
                      </a:cubicBezTo>
                      <a:cubicBezTo>
                        <a:pt x="417" y="536"/>
                        <a:pt x="386" y="541"/>
                        <a:pt x="373" y="503"/>
                      </a:cubicBezTo>
                      <a:cubicBezTo>
                        <a:pt x="376" y="320"/>
                        <a:pt x="376" y="320"/>
                        <a:pt x="376" y="320"/>
                      </a:cubicBezTo>
                      <a:cubicBezTo>
                        <a:pt x="376" y="320"/>
                        <a:pt x="350" y="323"/>
                        <a:pt x="344" y="332"/>
                      </a:cubicBezTo>
                      <a:cubicBezTo>
                        <a:pt x="337" y="341"/>
                        <a:pt x="301" y="344"/>
                        <a:pt x="288" y="331"/>
                      </a:cubicBezTo>
                      <a:cubicBezTo>
                        <a:pt x="274" y="317"/>
                        <a:pt x="238" y="277"/>
                        <a:pt x="289" y="285"/>
                      </a:cubicBezTo>
                      <a:cubicBezTo>
                        <a:pt x="289" y="285"/>
                        <a:pt x="317" y="287"/>
                        <a:pt x="334" y="273"/>
                      </a:cubicBezTo>
                      <a:cubicBezTo>
                        <a:pt x="352" y="260"/>
                        <a:pt x="340" y="251"/>
                        <a:pt x="324" y="243"/>
                      </a:cubicBezTo>
                      <a:cubicBezTo>
                        <a:pt x="308" y="235"/>
                        <a:pt x="280" y="209"/>
                        <a:pt x="273" y="207"/>
                      </a:cubicBezTo>
                      <a:cubicBezTo>
                        <a:pt x="266" y="204"/>
                        <a:pt x="244" y="188"/>
                        <a:pt x="236" y="229"/>
                      </a:cubicBezTo>
                      <a:cubicBezTo>
                        <a:pt x="236" y="229"/>
                        <a:pt x="242" y="240"/>
                        <a:pt x="252" y="232"/>
                      </a:cubicBezTo>
                      <a:cubicBezTo>
                        <a:pt x="252" y="232"/>
                        <a:pt x="277" y="213"/>
                        <a:pt x="277" y="237"/>
                      </a:cubicBezTo>
                      <a:cubicBezTo>
                        <a:pt x="277" y="261"/>
                        <a:pt x="233" y="299"/>
                        <a:pt x="229" y="300"/>
                      </a:cubicBezTo>
                      <a:cubicBezTo>
                        <a:pt x="225" y="301"/>
                        <a:pt x="218" y="392"/>
                        <a:pt x="218" y="392"/>
                      </a:cubicBezTo>
                      <a:cubicBezTo>
                        <a:pt x="218" y="392"/>
                        <a:pt x="210" y="479"/>
                        <a:pt x="173" y="405"/>
                      </a:cubicBezTo>
                      <a:cubicBezTo>
                        <a:pt x="172" y="357"/>
                        <a:pt x="172" y="357"/>
                        <a:pt x="172" y="357"/>
                      </a:cubicBezTo>
                      <a:cubicBezTo>
                        <a:pt x="172" y="357"/>
                        <a:pt x="178" y="329"/>
                        <a:pt x="149" y="349"/>
                      </a:cubicBezTo>
                      <a:cubicBezTo>
                        <a:pt x="120" y="369"/>
                        <a:pt x="88" y="400"/>
                        <a:pt x="60" y="375"/>
                      </a:cubicBezTo>
                      <a:cubicBezTo>
                        <a:pt x="32" y="349"/>
                        <a:pt x="54" y="339"/>
                        <a:pt x="61" y="331"/>
                      </a:cubicBezTo>
                      <a:cubicBezTo>
                        <a:pt x="68" y="323"/>
                        <a:pt x="132" y="256"/>
                        <a:pt x="132" y="256"/>
                      </a:cubicBezTo>
                      <a:cubicBezTo>
                        <a:pt x="132" y="256"/>
                        <a:pt x="148" y="243"/>
                        <a:pt x="164" y="256"/>
                      </a:cubicBezTo>
                      <a:cubicBezTo>
                        <a:pt x="180" y="269"/>
                        <a:pt x="162" y="285"/>
                        <a:pt x="158" y="285"/>
                      </a:cubicBezTo>
                      <a:cubicBezTo>
                        <a:pt x="154" y="285"/>
                        <a:pt x="140" y="297"/>
                        <a:pt x="140" y="297"/>
                      </a:cubicBezTo>
                      <a:cubicBezTo>
                        <a:pt x="140" y="297"/>
                        <a:pt x="127" y="315"/>
                        <a:pt x="149" y="303"/>
                      </a:cubicBezTo>
                      <a:cubicBezTo>
                        <a:pt x="171" y="290"/>
                        <a:pt x="186" y="271"/>
                        <a:pt x="186" y="271"/>
                      </a:cubicBezTo>
                      <a:cubicBezTo>
                        <a:pt x="186" y="271"/>
                        <a:pt x="191" y="251"/>
                        <a:pt x="190" y="243"/>
                      </a:cubicBezTo>
                      <a:cubicBezTo>
                        <a:pt x="190" y="236"/>
                        <a:pt x="194" y="215"/>
                        <a:pt x="171" y="223"/>
                      </a:cubicBezTo>
                      <a:cubicBezTo>
                        <a:pt x="148" y="232"/>
                        <a:pt x="102" y="230"/>
                        <a:pt x="74" y="250"/>
                      </a:cubicBezTo>
                      <a:cubicBezTo>
                        <a:pt x="46" y="270"/>
                        <a:pt x="44" y="267"/>
                        <a:pt x="40" y="271"/>
                      </a:cubicBezTo>
                      <a:cubicBezTo>
                        <a:pt x="37" y="276"/>
                        <a:pt x="19" y="277"/>
                        <a:pt x="12" y="265"/>
                      </a:cubicBezTo>
                      <a:cubicBezTo>
                        <a:pt x="4" y="253"/>
                        <a:pt x="0" y="224"/>
                        <a:pt x="0" y="22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 bwMode="auto">
                <a:xfrm>
                  <a:off x="8037513" y="1895476"/>
                  <a:ext cx="500063" cy="747713"/>
                </a:xfrm>
                <a:custGeom>
                  <a:avLst/>
                  <a:gdLst>
                    <a:gd name="T0" fmla="*/ 0 w 326"/>
                    <a:gd name="T1" fmla="*/ 144 h 486"/>
                    <a:gd name="T2" fmla="*/ 90 w 326"/>
                    <a:gd name="T3" fmla="*/ 142 h 486"/>
                    <a:gd name="T4" fmla="*/ 160 w 326"/>
                    <a:gd name="T5" fmla="*/ 122 h 486"/>
                    <a:gd name="T6" fmla="*/ 214 w 326"/>
                    <a:gd name="T7" fmla="*/ 80 h 486"/>
                    <a:gd name="T8" fmla="*/ 288 w 326"/>
                    <a:gd name="T9" fmla="*/ 0 h 486"/>
                    <a:gd name="T10" fmla="*/ 294 w 326"/>
                    <a:gd name="T11" fmla="*/ 30 h 486"/>
                    <a:gd name="T12" fmla="*/ 258 w 326"/>
                    <a:gd name="T13" fmla="*/ 84 h 486"/>
                    <a:gd name="T14" fmla="*/ 282 w 326"/>
                    <a:gd name="T15" fmla="*/ 92 h 486"/>
                    <a:gd name="T16" fmla="*/ 236 w 326"/>
                    <a:gd name="T17" fmla="*/ 130 h 486"/>
                    <a:gd name="T18" fmla="*/ 224 w 326"/>
                    <a:gd name="T19" fmla="*/ 178 h 486"/>
                    <a:gd name="T20" fmla="*/ 258 w 326"/>
                    <a:gd name="T21" fmla="*/ 188 h 486"/>
                    <a:gd name="T22" fmla="*/ 264 w 326"/>
                    <a:gd name="T23" fmla="*/ 218 h 486"/>
                    <a:gd name="T24" fmla="*/ 212 w 326"/>
                    <a:gd name="T25" fmla="*/ 270 h 486"/>
                    <a:gd name="T26" fmla="*/ 202 w 326"/>
                    <a:gd name="T27" fmla="*/ 468 h 486"/>
                    <a:gd name="T28" fmla="*/ 162 w 326"/>
                    <a:gd name="T29" fmla="*/ 470 h 486"/>
                    <a:gd name="T30" fmla="*/ 108 w 326"/>
                    <a:gd name="T31" fmla="*/ 386 h 486"/>
                    <a:gd name="T32" fmla="*/ 72 w 326"/>
                    <a:gd name="T33" fmla="*/ 326 h 486"/>
                    <a:gd name="T34" fmla="*/ 177 w 326"/>
                    <a:gd name="T35" fmla="*/ 219 h 486"/>
                    <a:gd name="T36" fmla="*/ 194 w 326"/>
                    <a:gd name="T37" fmla="*/ 145 h 486"/>
                    <a:gd name="T38" fmla="*/ 118 w 326"/>
                    <a:gd name="T39" fmla="*/ 159 h 486"/>
                    <a:gd name="T40" fmla="*/ 0 w 326"/>
                    <a:gd name="T41" fmla="*/ 144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26" h="486">
                      <a:moveTo>
                        <a:pt x="0" y="144"/>
                      </a:moveTo>
                      <a:cubicBezTo>
                        <a:pt x="0" y="144"/>
                        <a:pt x="60" y="152"/>
                        <a:pt x="90" y="142"/>
                      </a:cubicBezTo>
                      <a:cubicBezTo>
                        <a:pt x="120" y="132"/>
                        <a:pt x="136" y="124"/>
                        <a:pt x="160" y="122"/>
                      </a:cubicBezTo>
                      <a:cubicBezTo>
                        <a:pt x="184" y="120"/>
                        <a:pt x="196" y="114"/>
                        <a:pt x="214" y="80"/>
                      </a:cubicBezTo>
                      <a:cubicBezTo>
                        <a:pt x="232" y="46"/>
                        <a:pt x="250" y="0"/>
                        <a:pt x="288" y="0"/>
                      </a:cubicBezTo>
                      <a:cubicBezTo>
                        <a:pt x="326" y="0"/>
                        <a:pt x="314" y="26"/>
                        <a:pt x="294" y="30"/>
                      </a:cubicBezTo>
                      <a:cubicBezTo>
                        <a:pt x="274" y="34"/>
                        <a:pt x="256" y="68"/>
                        <a:pt x="258" y="84"/>
                      </a:cubicBezTo>
                      <a:cubicBezTo>
                        <a:pt x="260" y="100"/>
                        <a:pt x="288" y="86"/>
                        <a:pt x="282" y="92"/>
                      </a:cubicBezTo>
                      <a:cubicBezTo>
                        <a:pt x="276" y="98"/>
                        <a:pt x="252" y="118"/>
                        <a:pt x="236" y="130"/>
                      </a:cubicBezTo>
                      <a:cubicBezTo>
                        <a:pt x="220" y="142"/>
                        <a:pt x="224" y="178"/>
                        <a:pt x="224" y="178"/>
                      </a:cubicBezTo>
                      <a:cubicBezTo>
                        <a:pt x="224" y="178"/>
                        <a:pt x="256" y="174"/>
                        <a:pt x="258" y="188"/>
                      </a:cubicBezTo>
                      <a:cubicBezTo>
                        <a:pt x="260" y="202"/>
                        <a:pt x="264" y="218"/>
                        <a:pt x="264" y="218"/>
                      </a:cubicBezTo>
                      <a:cubicBezTo>
                        <a:pt x="264" y="218"/>
                        <a:pt x="218" y="246"/>
                        <a:pt x="212" y="270"/>
                      </a:cubicBezTo>
                      <a:cubicBezTo>
                        <a:pt x="206" y="294"/>
                        <a:pt x="202" y="468"/>
                        <a:pt x="202" y="468"/>
                      </a:cubicBezTo>
                      <a:cubicBezTo>
                        <a:pt x="202" y="468"/>
                        <a:pt x="184" y="486"/>
                        <a:pt x="162" y="470"/>
                      </a:cubicBezTo>
                      <a:cubicBezTo>
                        <a:pt x="140" y="454"/>
                        <a:pt x="108" y="386"/>
                        <a:pt x="108" y="386"/>
                      </a:cubicBezTo>
                      <a:cubicBezTo>
                        <a:pt x="108" y="386"/>
                        <a:pt x="36" y="377"/>
                        <a:pt x="72" y="326"/>
                      </a:cubicBezTo>
                      <a:cubicBezTo>
                        <a:pt x="72" y="326"/>
                        <a:pt x="170" y="227"/>
                        <a:pt x="177" y="219"/>
                      </a:cubicBezTo>
                      <a:cubicBezTo>
                        <a:pt x="183" y="211"/>
                        <a:pt x="194" y="151"/>
                        <a:pt x="194" y="145"/>
                      </a:cubicBezTo>
                      <a:cubicBezTo>
                        <a:pt x="194" y="145"/>
                        <a:pt x="151" y="139"/>
                        <a:pt x="118" y="159"/>
                      </a:cubicBezTo>
                      <a:cubicBezTo>
                        <a:pt x="85" y="179"/>
                        <a:pt x="35" y="177"/>
                        <a:pt x="0" y="1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7" name="任意多边形: 形状 36"/>
                <p:cNvSpPr/>
                <p:nvPr/>
              </p:nvSpPr>
              <p:spPr bwMode="auto">
                <a:xfrm>
                  <a:off x="8229601" y="2335213"/>
                  <a:ext cx="82550" cy="207963"/>
                </a:xfrm>
                <a:custGeom>
                  <a:avLst/>
                  <a:gdLst>
                    <a:gd name="T0" fmla="*/ 53 w 54"/>
                    <a:gd name="T1" fmla="*/ 0 h 135"/>
                    <a:gd name="T2" fmla="*/ 49 w 54"/>
                    <a:gd name="T3" fmla="*/ 123 h 135"/>
                    <a:gd name="T4" fmla="*/ 21 w 54"/>
                    <a:gd name="T5" fmla="*/ 120 h 135"/>
                    <a:gd name="T6" fmla="*/ 0 w 54"/>
                    <a:gd name="T7" fmla="*/ 85 h 135"/>
                    <a:gd name="T8" fmla="*/ 53 w 54"/>
                    <a:gd name="T9" fmla="*/ 0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" h="135">
                      <a:moveTo>
                        <a:pt x="53" y="0"/>
                      </a:moveTo>
                      <a:cubicBezTo>
                        <a:pt x="53" y="0"/>
                        <a:pt x="54" y="111"/>
                        <a:pt x="49" y="123"/>
                      </a:cubicBezTo>
                      <a:cubicBezTo>
                        <a:pt x="44" y="135"/>
                        <a:pt x="32" y="135"/>
                        <a:pt x="21" y="120"/>
                      </a:cubicBezTo>
                      <a:cubicBezTo>
                        <a:pt x="10" y="105"/>
                        <a:pt x="0" y="89"/>
                        <a:pt x="0" y="85"/>
                      </a:cubicBezTo>
                      <a:cubicBezTo>
                        <a:pt x="0" y="81"/>
                        <a:pt x="36" y="4"/>
                        <a:pt x="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8" name="任意多边形: 形状 37"/>
                <p:cNvSpPr>
                  <a:spLocks noEditPoints="1"/>
                </p:cNvSpPr>
                <p:nvPr/>
              </p:nvSpPr>
              <p:spPr bwMode="auto">
                <a:xfrm>
                  <a:off x="8435976" y="1885951"/>
                  <a:ext cx="563563" cy="654050"/>
                </a:xfrm>
                <a:custGeom>
                  <a:avLst/>
                  <a:gdLst>
                    <a:gd name="T0" fmla="*/ 291 w 367"/>
                    <a:gd name="T1" fmla="*/ 336 h 425"/>
                    <a:gd name="T2" fmla="*/ 208 w 367"/>
                    <a:gd name="T3" fmla="*/ 303 h 425"/>
                    <a:gd name="T4" fmla="*/ 214 w 367"/>
                    <a:gd name="T5" fmla="*/ 229 h 425"/>
                    <a:gd name="T6" fmla="*/ 155 w 367"/>
                    <a:gd name="T7" fmla="*/ 180 h 425"/>
                    <a:gd name="T8" fmla="*/ 180 w 367"/>
                    <a:gd name="T9" fmla="*/ 141 h 425"/>
                    <a:gd name="T10" fmla="*/ 240 w 367"/>
                    <a:gd name="T11" fmla="*/ 100 h 425"/>
                    <a:gd name="T12" fmla="*/ 174 w 367"/>
                    <a:gd name="T13" fmla="*/ 69 h 425"/>
                    <a:gd name="T14" fmla="*/ 180 w 367"/>
                    <a:gd name="T15" fmla="*/ 37 h 425"/>
                    <a:gd name="T16" fmla="*/ 134 w 367"/>
                    <a:gd name="T17" fmla="*/ 0 h 425"/>
                    <a:gd name="T18" fmla="*/ 124 w 367"/>
                    <a:gd name="T19" fmla="*/ 91 h 425"/>
                    <a:gd name="T20" fmla="*/ 50 w 367"/>
                    <a:gd name="T21" fmla="*/ 135 h 425"/>
                    <a:gd name="T22" fmla="*/ 38 w 367"/>
                    <a:gd name="T23" fmla="*/ 164 h 425"/>
                    <a:gd name="T24" fmla="*/ 88 w 367"/>
                    <a:gd name="T25" fmla="*/ 172 h 425"/>
                    <a:gd name="T26" fmla="*/ 106 w 367"/>
                    <a:gd name="T27" fmla="*/ 183 h 425"/>
                    <a:gd name="T28" fmla="*/ 92 w 367"/>
                    <a:gd name="T29" fmla="*/ 212 h 425"/>
                    <a:gd name="T30" fmla="*/ 72 w 367"/>
                    <a:gd name="T31" fmla="*/ 223 h 425"/>
                    <a:gd name="T32" fmla="*/ 27 w 367"/>
                    <a:gd name="T33" fmla="*/ 189 h 425"/>
                    <a:gd name="T34" fmla="*/ 24 w 367"/>
                    <a:gd name="T35" fmla="*/ 233 h 425"/>
                    <a:gd name="T36" fmla="*/ 18 w 367"/>
                    <a:gd name="T37" fmla="*/ 256 h 425"/>
                    <a:gd name="T38" fmla="*/ 36 w 367"/>
                    <a:gd name="T39" fmla="*/ 245 h 425"/>
                    <a:gd name="T40" fmla="*/ 111 w 367"/>
                    <a:gd name="T41" fmla="*/ 293 h 425"/>
                    <a:gd name="T42" fmla="*/ 110 w 367"/>
                    <a:gd name="T43" fmla="*/ 336 h 425"/>
                    <a:gd name="T44" fmla="*/ 39 w 367"/>
                    <a:gd name="T45" fmla="*/ 339 h 425"/>
                    <a:gd name="T46" fmla="*/ 0 w 367"/>
                    <a:gd name="T47" fmla="*/ 315 h 425"/>
                    <a:gd name="T48" fmla="*/ 118 w 367"/>
                    <a:gd name="T49" fmla="*/ 395 h 425"/>
                    <a:gd name="T50" fmla="*/ 203 w 367"/>
                    <a:gd name="T51" fmla="*/ 352 h 425"/>
                    <a:gd name="T52" fmla="*/ 311 w 367"/>
                    <a:gd name="T53" fmla="*/ 403 h 425"/>
                    <a:gd name="T54" fmla="*/ 347 w 367"/>
                    <a:gd name="T55" fmla="*/ 404 h 425"/>
                    <a:gd name="T56" fmla="*/ 291 w 367"/>
                    <a:gd name="T57" fmla="*/ 336 h 425"/>
                    <a:gd name="T58" fmla="*/ 150 w 367"/>
                    <a:gd name="T59" fmla="*/ 272 h 425"/>
                    <a:gd name="T60" fmla="*/ 131 w 367"/>
                    <a:gd name="T61" fmla="*/ 248 h 425"/>
                    <a:gd name="T62" fmla="*/ 172 w 367"/>
                    <a:gd name="T63" fmla="*/ 251 h 425"/>
                    <a:gd name="T64" fmla="*/ 150 w 367"/>
                    <a:gd name="T65" fmla="*/ 272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67" h="425">
                      <a:moveTo>
                        <a:pt x="291" y="336"/>
                      </a:moveTo>
                      <a:cubicBezTo>
                        <a:pt x="252" y="312"/>
                        <a:pt x="206" y="311"/>
                        <a:pt x="208" y="303"/>
                      </a:cubicBezTo>
                      <a:cubicBezTo>
                        <a:pt x="211" y="295"/>
                        <a:pt x="223" y="259"/>
                        <a:pt x="214" y="229"/>
                      </a:cubicBezTo>
                      <a:cubicBezTo>
                        <a:pt x="204" y="200"/>
                        <a:pt x="155" y="180"/>
                        <a:pt x="155" y="180"/>
                      </a:cubicBezTo>
                      <a:cubicBezTo>
                        <a:pt x="155" y="180"/>
                        <a:pt x="158" y="155"/>
                        <a:pt x="180" y="141"/>
                      </a:cubicBezTo>
                      <a:cubicBezTo>
                        <a:pt x="203" y="128"/>
                        <a:pt x="242" y="123"/>
                        <a:pt x="240" y="100"/>
                      </a:cubicBezTo>
                      <a:cubicBezTo>
                        <a:pt x="239" y="77"/>
                        <a:pt x="175" y="73"/>
                        <a:pt x="174" y="69"/>
                      </a:cubicBezTo>
                      <a:cubicBezTo>
                        <a:pt x="172" y="65"/>
                        <a:pt x="179" y="60"/>
                        <a:pt x="180" y="37"/>
                      </a:cubicBezTo>
                      <a:cubicBezTo>
                        <a:pt x="182" y="15"/>
                        <a:pt x="134" y="0"/>
                        <a:pt x="134" y="0"/>
                      </a:cubicBezTo>
                      <a:cubicBezTo>
                        <a:pt x="134" y="0"/>
                        <a:pt x="135" y="76"/>
                        <a:pt x="124" y="91"/>
                      </a:cubicBezTo>
                      <a:cubicBezTo>
                        <a:pt x="114" y="105"/>
                        <a:pt x="87" y="125"/>
                        <a:pt x="50" y="135"/>
                      </a:cubicBezTo>
                      <a:cubicBezTo>
                        <a:pt x="12" y="144"/>
                        <a:pt x="31" y="156"/>
                        <a:pt x="38" y="164"/>
                      </a:cubicBezTo>
                      <a:cubicBezTo>
                        <a:pt x="44" y="172"/>
                        <a:pt x="80" y="183"/>
                        <a:pt x="88" y="172"/>
                      </a:cubicBezTo>
                      <a:cubicBezTo>
                        <a:pt x="96" y="161"/>
                        <a:pt x="107" y="176"/>
                        <a:pt x="106" y="183"/>
                      </a:cubicBezTo>
                      <a:cubicBezTo>
                        <a:pt x="104" y="189"/>
                        <a:pt x="91" y="201"/>
                        <a:pt x="92" y="212"/>
                      </a:cubicBezTo>
                      <a:cubicBezTo>
                        <a:pt x="94" y="223"/>
                        <a:pt x="99" y="256"/>
                        <a:pt x="72" y="223"/>
                      </a:cubicBezTo>
                      <a:cubicBezTo>
                        <a:pt x="46" y="189"/>
                        <a:pt x="27" y="189"/>
                        <a:pt x="27" y="189"/>
                      </a:cubicBezTo>
                      <a:cubicBezTo>
                        <a:pt x="27" y="189"/>
                        <a:pt x="24" y="225"/>
                        <a:pt x="24" y="233"/>
                      </a:cubicBezTo>
                      <a:cubicBezTo>
                        <a:pt x="24" y="241"/>
                        <a:pt x="18" y="256"/>
                        <a:pt x="18" y="256"/>
                      </a:cubicBezTo>
                      <a:cubicBezTo>
                        <a:pt x="24" y="247"/>
                        <a:pt x="36" y="245"/>
                        <a:pt x="36" y="245"/>
                      </a:cubicBezTo>
                      <a:cubicBezTo>
                        <a:pt x="36" y="245"/>
                        <a:pt x="79" y="265"/>
                        <a:pt x="111" y="293"/>
                      </a:cubicBezTo>
                      <a:cubicBezTo>
                        <a:pt x="143" y="321"/>
                        <a:pt x="110" y="336"/>
                        <a:pt x="110" y="336"/>
                      </a:cubicBezTo>
                      <a:cubicBezTo>
                        <a:pt x="110" y="336"/>
                        <a:pt x="63" y="348"/>
                        <a:pt x="39" y="339"/>
                      </a:cubicBezTo>
                      <a:cubicBezTo>
                        <a:pt x="15" y="329"/>
                        <a:pt x="0" y="315"/>
                        <a:pt x="0" y="315"/>
                      </a:cubicBezTo>
                      <a:cubicBezTo>
                        <a:pt x="19" y="387"/>
                        <a:pt x="103" y="399"/>
                        <a:pt x="118" y="395"/>
                      </a:cubicBezTo>
                      <a:cubicBezTo>
                        <a:pt x="132" y="391"/>
                        <a:pt x="187" y="336"/>
                        <a:pt x="203" y="352"/>
                      </a:cubicBezTo>
                      <a:cubicBezTo>
                        <a:pt x="219" y="368"/>
                        <a:pt x="311" y="403"/>
                        <a:pt x="311" y="403"/>
                      </a:cubicBezTo>
                      <a:cubicBezTo>
                        <a:pt x="311" y="403"/>
                        <a:pt x="339" y="425"/>
                        <a:pt x="347" y="404"/>
                      </a:cubicBezTo>
                      <a:cubicBezTo>
                        <a:pt x="367" y="371"/>
                        <a:pt x="291" y="336"/>
                        <a:pt x="291" y="336"/>
                      </a:cubicBezTo>
                      <a:close/>
                      <a:moveTo>
                        <a:pt x="150" y="272"/>
                      </a:moveTo>
                      <a:cubicBezTo>
                        <a:pt x="142" y="269"/>
                        <a:pt x="131" y="255"/>
                        <a:pt x="131" y="248"/>
                      </a:cubicBezTo>
                      <a:cubicBezTo>
                        <a:pt x="131" y="248"/>
                        <a:pt x="171" y="228"/>
                        <a:pt x="172" y="251"/>
                      </a:cubicBezTo>
                      <a:cubicBezTo>
                        <a:pt x="174" y="273"/>
                        <a:pt x="158" y="275"/>
                        <a:pt x="150" y="27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 bwMode="auto">
                <a:xfrm>
                  <a:off x="9091613" y="1884363"/>
                  <a:ext cx="712788" cy="741363"/>
                </a:xfrm>
                <a:custGeom>
                  <a:avLst/>
                  <a:gdLst>
                    <a:gd name="T0" fmla="*/ 32 w 464"/>
                    <a:gd name="T1" fmla="*/ 177 h 481"/>
                    <a:gd name="T2" fmla="*/ 87 w 464"/>
                    <a:gd name="T3" fmla="*/ 174 h 481"/>
                    <a:gd name="T4" fmla="*/ 149 w 464"/>
                    <a:gd name="T5" fmla="*/ 150 h 481"/>
                    <a:gd name="T6" fmla="*/ 175 w 464"/>
                    <a:gd name="T7" fmla="*/ 84 h 481"/>
                    <a:gd name="T8" fmla="*/ 181 w 464"/>
                    <a:gd name="T9" fmla="*/ 40 h 481"/>
                    <a:gd name="T10" fmla="*/ 153 w 464"/>
                    <a:gd name="T11" fmla="*/ 12 h 481"/>
                    <a:gd name="T12" fmla="*/ 209 w 464"/>
                    <a:gd name="T13" fmla="*/ 16 h 481"/>
                    <a:gd name="T14" fmla="*/ 240 w 464"/>
                    <a:gd name="T15" fmla="*/ 89 h 481"/>
                    <a:gd name="T16" fmla="*/ 231 w 464"/>
                    <a:gd name="T17" fmla="*/ 133 h 481"/>
                    <a:gd name="T18" fmla="*/ 327 w 464"/>
                    <a:gd name="T19" fmla="*/ 152 h 481"/>
                    <a:gd name="T20" fmla="*/ 317 w 464"/>
                    <a:gd name="T21" fmla="*/ 206 h 481"/>
                    <a:gd name="T22" fmla="*/ 260 w 464"/>
                    <a:gd name="T23" fmla="*/ 216 h 481"/>
                    <a:gd name="T24" fmla="*/ 253 w 464"/>
                    <a:gd name="T25" fmla="*/ 264 h 481"/>
                    <a:gd name="T26" fmla="*/ 364 w 464"/>
                    <a:gd name="T27" fmla="*/ 325 h 481"/>
                    <a:gd name="T28" fmla="*/ 453 w 464"/>
                    <a:gd name="T29" fmla="*/ 382 h 481"/>
                    <a:gd name="T30" fmla="*/ 347 w 464"/>
                    <a:gd name="T31" fmla="*/ 381 h 481"/>
                    <a:gd name="T32" fmla="*/ 203 w 464"/>
                    <a:gd name="T33" fmla="*/ 296 h 481"/>
                    <a:gd name="T34" fmla="*/ 169 w 464"/>
                    <a:gd name="T35" fmla="*/ 432 h 481"/>
                    <a:gd name="T36" fmla="*/ 32 w 464"/>
                    <a:gd name="T37" fmla="*/ 425 h 481"/>
                    <a:gd name="T38" fmla="*/ 24 w 464"/>
                    <a:gd name="T39" fmla="*/ 332 h 481"/>
                    <a:gd name="T40" fmla="*/ 113 w 464"/>
                    <a:gd name="T41" fmla="*/ 317 h 481"/>
                    <a:gd name="T42" fmla="*/ 124 w 464"/>
                    <a:gd name="T43" fmla="*/ 256 h 481"/>
                    <a:gd name="T44" fmla="*/ 32 w 464"/>
                    <a:gd name="T45" fmla="*/ 177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64" h="481">
                      <a:moveTo>
                        <a:pt x="32" y="177"/>
                      </a:moveTo>
                      <a:cubicBezTo>
                        <a:pt x="32" y="177"/>
                        <a:pt x="75" y="181"/>
                        <a:pt x="87" y="174"/>
                      </a:cubicBezTo>
                      <a:cubicBezTo>
                        <a:pt x="99" y="168"/>
                        <a:pt x="143" y="154"/>
                        <a:pt x="149" y="150"/>
                      </a:cubicBezTo>
                      <a:cubicBezTo>
                        <a:pt x="156" y="146"/>
                        <a:pt x="175" y="96"/>
                        <a:pt x="175" y="84"/>
                      </a:cubicBezTo>
                      <a:cubicBezTo>
                        <a:pt x="175" y="72"/>
                        <a:pt x="189" y="53"/>
                        <a:pt x="181" y="40"/>
                      </a:cubicBezTo>
                      <a:cubicBezTo>
                        <a:pt x="173" y="26"/>
                        <a:pt x="153" y="12"/>
                        <a:pt x="153" y="12"/>
                      </a:cubicBezTo>
                      <a:cubicBezTo>
                        <a:pt x="153" y="12"/>
                        <a:pt x="181" y="0"/>
                        <a:pt x="209" y="16"/>
                      </a:cubicBezTo>
                      <a:cubicBezTo>
                        <a:pt x="237" y="32"/>
                        <a:pt x="244" y="65"/>
                        <a:pt x="240" y="89"/>
                      </a:cubicBezTo>
                      <a:cubicBezTo>
                        <a:pt x="236" y="113"/>
                        <a:pt x="231" y="133"/>
                        <a:pt x="231" y="133"/>
                      </a:cubicBezTo>
                      <a:cubicBezTo>
                        <a:pt x="231" y="133"/>
                        <a:pt x="297" y="113"/>
                        <a:pt x="327" y="152"/>
                      </a:cubicBezTo>
                      <a:cubicBezTo>
                        <a:pt x="356" y="190"/>
                        <a:pt x="341" y="206"/>
                        <a:pt x="317" y="206"/>
                      </a:cubicBezTo>
                      <a:cubicBezTo>
                        <a:pt x="293" y="206"/>
                        <a:pt x="268" y="214"/>
                        <a:pt x="260" y="216"/>
                      </a:cubicBezTo>
                      <a:cubicBezTo>
                        <a:pt x="252" y="217"/>
                        <a:pt x="209" y="230"/>
                        <a:pt x="253" y="264"/>
                      </a:cubicBezTo>
                      <a:cubicBezTo>
                        <a:pt x="297" y="297"/>
                        <a:pt x="336" y="318"/>
                        <a:pt x="364" y="325"/>
                      </a:cubicBezTo>
                      <a:cubicBezTo>
                        <a:pt x="392" y="332"/>
                        <a:pt x="464" y="344"/>
                        <a:pt x="453" y="382"/>
                      </a:cubicBezTo>
                      <a:cubicBezTo>
                        <a:pt x="443" y="421"/>
                        <a:pt x="383" y="400"/>
                        <a:pt x="347" y="381"/>
                      </a:cubicBezTo>
                      <a:cubicBezTo>
                        <a:pt x="311" y="362"/>
                        <a:pt x="213" y="301"/>
                        <a:pt x="203" y="296"/>
                      </a:cubicBezTo>
                      <a:cubicBezTo>
                        <a:pt x="203" y="296"/>
                        <a:pt x="193" y="404"/>
                        <a:pt x="169" y="432"/>
                      </a:cubicBezTo>
                      <a:cubicBezTo>
                        <a:pt x="145" y="460"/>
                        <a:pt x="69" y="481"/>
                        <a:pt x="32" y="425"/>
                      </a:cubicBezTo>
                      <a:cubicBezTo>
                        <a:pt x="0" y="357"/>
                        <a:pt x="24" y="332"/>
                        <a:pt x="24" y="332"/>
                      </a:cubicBezTo>
                      <a:cubicBezTo>
                        <a:pt x="24" y="332"/>
                        <a:pt x="100" y="354"/>
                        <a:pt x="113" y="317"/>
                      </a:cubicBezTo>
                      <a:cubicBezTo>
                        <a:pt x="127" y="280"/>
                        <a:pt x="124" y="256"/>
                        <a:pt x="124" y="256"/>
                      </a:cubicBezTo>
                      <a:cubicBezTo>
                        <a:pt x="124" y="256"/>
                        <a:pt x="65" y="266"/>
                        <a:pt x="32" y="17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0" name="任意多边形: 形状 39"/>
                <p:cNvSpPr/>
                <p:nvPr/>
              </p:nvSpPr>
              <p:spPr bwMode="auto">
                <a:xfrm>
                  <a:off x="9883776" y="1816101"/>
                  <a:ext cx="776288" cy="704850"/>
                </a:xfrm>
                <a:custGeom>
                  <a:avLst/>
                  <a:gdLst>
                    <a:gd name="T0" fmla="*/ 78 w 506"/>
                    <a:gd name="T1" fmla="*/ 154 h 457"/>
                    <a:gd name="T2" fmla="*/ 18 w 506"/>
                    <a:gd name="T3" fmla="*/ 372 h 457"/>
                    <a:gd name="T4" fmla="*/ 0 w 506"/>
                    <a:gd name="T5" fmla="*/ 406 h 457"/>
                    <a:gd name="T6" fmla="*/ 42 w 506"/>
                    <a:gd name="T7" fmla="*/ 441 h 457"/>
                    <a:gd name="T8" fmla="*/ 56 w 506"/>
                    <a:gd name="T9" fmla="*/ 416 h 457"/>
                    <a:gd name="T10" fmla="*/ 85 w 506"/>
                    <a:gd name="T11" fmla="*/ 268 h 457"/>
                    <a:gd name="T12" fmla="*/ 274 w 506"/>
                    <a:gd name="T13" fmla="*/ 193 h 457"/>
                    <a:gd name="T14" fmla="*/ 376 w 506"/>
                    <a:gd name="T15" fmla="*/ 193 h 457"/>
                    <a:gd name="T16" fmla="*/ 381 w 506"/>
                    <a:gd name="T17" fmla="*/ 236 h 457"/>
                    <a:gd name="T18" fmla="*/ 425 w 506"/>
                    <a:gd name="T19" fmla="*/ 270 h 457"/>
                    <a:gd name="T20" fmla="*/ 468 w 506"/>
                    <a:gd name="T21" fmla="*/ 196 h 457"/>
                    <a:gd name="T22" fmla="*/ 404 w 506"/>
                    <a:gd name="T23" fmla="*/ 150 h 457"/>
                    <a:gd name="T24" fmla="*/ 296 w 506"/>
                    <a:gd name="T25" fmla="*/ 149 h 457"/>
                    <a:gd name="T26" fmla="*/ 356 w 506"/>
                    <a:gd name="T27" fmla="*/ 57 h 457"/>
                    <a:gd name="T28" fmla="*/ 276 w 506"/>
                    <a:gd name="T29" fmla="*/ 25 h 457"/>
                    <a:gd name="T30" fmla="*/ 242 w 506"/>
                    <a:gd name="T31" fmla="*/ 57 h 457"/>
                    <a:gd name="T32" fmla="*/ 161 w 506"/>
                    <a:gd name="T33" fmla="*/ 82 h 457"/>
                    <a:gd name="T34" fmla="*/ 136 w 506"/>
                    <a:gd name="T35" fmla="*/ 68 h 457"/>
                    <a:gd name="T36" fmla="*/ 142 w 506"/>
                    <a:gd name="T37" fmla="*/ 124 h 457"/>
                    <a:gd name="T38" fmla="*/ 180 w 506"/>
                    <a:gd name="T39" fmla="*/ 113 h 457"/>
                    <a:gd name="T40" fmla="*/ 216 w 506"/>
                    <a:gd name="T41" fmla="*/ 90 h 457"/>
                    <a:gd name="T42" fmla="*/ 257 w 506"/>
                    <a:gd name="T43" fmla="*/ 97 h 457"/>
                    <a:gd name="T44" fmla="*/ 270 w 506"/>
                    <a:gd name="T45" fmla="*/ 52 h 457"/>
                    <a:gd name="T46" fmla="*/ 305 w 506"/>
                    <a:gd name="T47" fmla="*/ 37 h 457"/>
                    <a:gd name="T48" fmla="*/ 281 w 506"/>
                    <a:gd name="T49" fmla="*/ 89 h 457"/>
                    <a:gd name="T50" fmla="*/ 185 w 506"/>
                    <a:gd name="T51" fmla="*/ 190 h 457"/>
                    <a:gd name="T52" fmla="*/ 97 w 506"/>
                    <a:gd name="T53" fmla="*/ 217 h 457"/>
                    <a:gd name="T54" fmla="*/ 78 w 506"/>
                    <a:gd name="T55" fmla="*/ 154 h 4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506" h="457">
                      <a:moveTo>
                        <a:pt x="78" y="154"/>
                      </a:moveTo>
                      <a:cubicBezTo>
                        <a:pt x="78" y="154"/>
                        <a:pt x="28" y="345"/>
                        <a:pt x="18" y="372"/>
                      </a:cubicBezTo>
                      <a:cubicBezTo>
                        <a:pt x="9" y="398"/>
                        <a:pt x="0" y="406"/>
                        <a:pt x="0" y="406"/>
                      </a:cubicBezTo>
                      <a:cubicBezTo>
                        <a:pt x="0" y="406"/>
                        <a:pt x="4" y="434"/>
                        <a:pt x="42" y="441"/>
                      </a:cubicBezTo>
                      <a:cubicBezTo>
                        <a:pt x="42" y="441"/>
                        <a:pt x="50" y="457"/>
                        <a:pt x="56" y="416"/>
                      </a:cubicBezTo>
                      <a:cubicBezTo>
                        <a:pt x="61" y="374"/>
                        <a:pt x="78" y="270"/>
                        <a:pt x="85" y="268"/>
                      </a:cubicBezTo>
                      <a:cubicBezTo>
                        <a:pt x="92" y="265"/>
                        <a:pt x="256" y="198"/>
                        <a:pt x="274" y="193"/>
                      </a:cubicBezTo>
                      <a:cubicBezTo>
                        <a:pt x="293" y="188"/>
                        <a:pt x="356" y="181"/>
                        <a:pt x="376" y="193"/>
                      </a:cubicBezTo>
                      <a:cubicBezTo>
                        <a:pt x="396" y="205"/>
                        <a:pt x="394" y="230"/>
                        <a:pt x="381" y="236"/>
                      </a:cubicBezTo>
                      <a:cubicBezTo>
                        <a:pt x="381" y="236"/>
                        <a:pt x="372" y="281"/>
                        <a:pt x="425" y="270"/>
                      </a:cubicBezTo>
                      <a:cubicBezTo>
                        <a:pt x="478" y="260"/>
                        <a:pt x="506" y="241"/>
                        <a:pt x="468" y="196"/>
                      </a:cubicBezTo>
                      <a:cubicBezTo>
                        <a:pt x="429" y="150"/>
                        <a:pt x="404" y="150"/>
                        <a:pt x="404" y="150"/>
                      </a:cubicBezTo>
                      <a:cubicBezTo>
                        <a:pt x="296" y="149"/>
                        <a:pt x="296" y="149"/>
                        <a:pt x="296" y="149"/>
                      </a:cubicBezTo>
                      <a:cubicBezTo>
                        <a:pt x="296" y="149"/>
                        <a:pt x="353" y="84"/>
                        <a:pt x="356" y="57"/>
                      </a:cubicBezTo>
                      <a:cubicBezTo>
                        <a:pt x="358" y="30"/>
                        <a:pt x="321" y="0"/>
                        <a:pt x="276" y="25"/>
                      </a:cubicBezTo>
                      <a:cubicBezTo>
                        <a:pt x="242" y="57"/>
                        <a:pt x="242" y="57"/>
                        <a:pt x="242" y="57"/>
                      </a:cubicBezTo>
                      <a:cubicBezTo>
                        <a:pt x="242" y="57"/>
                        <a:pt x="214" y="36"/>
                        <a:pt x="161" y="82"/>
                      </a:cubicBezTo>
                      <a:cubicBezTo>
                        <a:pt x="161" y="82"/>
                        <a:pt x="138" y="78"/>
                        <a:pt x="136" y="68"/>
                      </a:cubicBezTo>
                      <a:cubicBezTo>
                        <a:pt x="136" y="68"/>
                        <a:pt x="118" y="101"/>
                        <a:pt x="142" y="124"/>
                      </a:cubicBezTo>
                      <a:cubicBezTo>
                        <a:pt x="166" y="146"/>
                        <a:pt x="181" y="132"/>
                        <a:pt x="180" y="113"/>
                      </a:cubicBezTo>
                      <a:cubicBezTo>
                        <a:pt x="178" y="94"/>
                        <a:pt x="202" y="44"/>
                        <a:pt x="216" y="90"/>
                      </a:cubicBezTo>
                      <a:cubicBezTo>
                        <a:pt x="257" y="97"/>
                        <a:pt x="257" y="97"/>
                        <a:pt x="257" y="97"/>
                      </a:cubicBezTo>
                      <a:cubicBezTo>
                        <a:pt x="257" y="97"/>
                        <a:pt x="261" y="60"/>
                        <a:pt x="270" y="52"/>
                      </a:cubicBezTo>
                      <a:cubicBezTo>
                        <a:pt x="280" y="44"/>
                        <a:pt x="297" y="29"/>
                        <a:pt x="305" y="37"/>
                      </a:cubicBezTo>
                      <a:cubicBezTo>
                        <a:pt x="313" y="45"/>
                        <a:pt x="301" y="64"/>
                        <a:pt x="281" y="89"/>
                      </a:cubicBezTo>
                      <a:cubicBezTo>
                        <a:pt x="261" y="114"/>
                        <a:pt x="217" y="174"/>
                        <a:pt x="185" y="190"/>
                      </a:cubicBezTo>
                      <a:cubicBezTo>
                        <a:pt x="153" y="206"/>
                        <a:pt x="97" y="217"/>
                        <a:pt x="97" y="217"/>
                      </a:cubicBezTo>
                      <a:cubicBezTo>
                        <a:pt x="97" y="217"/>
                        <a:pt x="121" y="166"/>
                        <a:pt x="78" y="1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1" name="任意多边形: 形状 40"/>
                <p:cNvSpPr/>
                <p:nvPr/>
              </p:nvSpPr>
              <p:spPr bwMode="auto">
                <a:xfrm>
                  <a:off x="10123488" y="2149476"/>
                  <a:ext cx="433388" cy="592138"/>
                </a:xfrm>
                <a:custGeom>
                  <a:avLst/>
                  <a:gdLst>
                    <a:gd name="T0" fmla="*/ 2 w 282"/>
                    <a:gd name="T1" fmla="*/ 54 h 384"/>
                    <a:gd name="T2" fmla="*/ 17 w 282"/>
                    <a:gd name="T3" fmla="*/ 57 h 384"/>
                    <a:gd name="T4" fmla="*/ 52 w 282"/>
                    <a:gd name="T5" fmla="*/ 46 h 384"/>
                    <a:gd name="T6" fmla="*/ 128 w 282"/>
                    <a:gd name="T7" fmla="*/ 16 h 384"/>
                    <a:gd name="T8" fmla="*/ 198 w 282"/>
                    <a:gd name="T9" fmla="*/ 29 h 384"/>
                    <a:gd name="T10" fmla="*/ 174 w 282"/>
                    <a:gd name="T11" fmla="*/ 85 h 384"/>
                    <a:gd name="T12" fmla="*/ 174 w 282"/>
                    <a:gd name="T13" fmla="*/ 106 h 384"/>
                    <a:gd name="T14" fmla="*/ 263 w 282"/>
                    <a:gd name="T15" fmla="*/ 118 h 384"/>
                    <a:gd name="T16" fmla="*/ 266 w 282"/>
                    <a:gd name="T17" fmla="*/ 168 h 384"/>
                    <a:gd name="T18" fmla="*/ 195 w 282"/>
                    <a:gd name="T19" fmla="*/ 168 h 384"/>
                    <a:gd name="T20" fmla="*/ 181 w 282"/>
                    <a:gd name="T21" fmla="*/ 185 h 384"/>
                    <a:gd name="T22" fmla="*/ 137 w 282"/>
                    <a:gd name="T23" fmla="*/ 365 h 384"/>
                    <a:gd name="T24" fmla="*/ 19 w 282"/>
                    <a:gd name="T25" fmla="*/ 239 h 384"/>
                    <a:gd name="T26" fmla="*/ 116 w 282"/>
                    <a:gd name="T27" fmla="*/ 279 h 384"/>
                    <a:gd name="T28" fmla="*/ 137 w 282"/>
                    <a:gd name="T29" fmla="*/ 181 h 384"/>
                    <a:gd name="T30" fmla="*/ 49 w 282"/>
                    <a:gd name="T31" fmla="*/ 210 h 384"/>
                    <a:gd name="T32" fmla="*/ 0 w 282"/>
                    <a:gd name="T33" fmla="*/ 152 h 384"/>
                    <a:gd name="T34" fmla="*/ 39 w 282"/>
                    <a:gd name="T35" fmla="*/ 136 h 384"/>
                    <a:gd name="T36" fmla="*/ 91 w 282"/>
                    <a:gd name="T37" fmla="*/ 130 h 384"/>
                    <a:gd name="T38" fmla="*/ 110 w 282"/>
                    <a:gd name="T39" fmla="*/ 122 h 384"/>
                    <a:gd name="T40" fmla="*/ 114 w 282"/>
                    <a:gd name="T41" fmla="*/ 84 h 384"/>
                    <a:gd name="T42" fmla="*/ 105 w 282"/>
                    <a:gd name="T43" fmla="*/ 55 h 384"/>
                    <a:gd name="T44" fmla="*/ 40 w 282"/>
                    <a:gd name="T45" fmla="*/ 97 h 384"/>
                    <a:gd name="T46" fmla="*/ 2 w 282"/>
                    <a:gd name="T47" fmla="*/ 54 h 3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82" h="384">
                      <a:moveTo>
                        <a:pt x="2" y="54"/>
                      </a:moveTo>
                      <a:cubicBezTo>
                        <a:pt x="2" y="54"/>
                        <a:pt x="9" y="52"/>
                        <a:pt x="17" y="57"/>
                      </a:cubicBezTo>
                      <a:cubicBezTo>
                        <a:pt x="25" y="62"/>
                        <a:pt x="44" y="53"/>
                        <a:pt x="52" y="46"/>
                      </a:cubicBezTo>
                      <a:cubicBezTo>
                        <a:pt x="60" y="40"/>
                        <a:pt x="113" y="20"/>
                        <a:pt x="128" y="16"/>
                      </a:cubicBezTo>
                      <a:cubicBezTo>
                        <a:pt x="142" y="12"/>
                        <a:pt x="186" y="0"/>
                        <a:pt x="198" y="29"/>
                      </a:cubicBezTo>
                      <a:cubicBezTo>
                        <a:pt x="210" y="58"/>
                        <a:pt x="180" y="77"/>
                        <a:pt x="174" y="85"/>
                      </a:cubicBezTo>
                      <a:cubicBezTo>
                        <a:pt x="169" y="93"/>
                        <a:pt x="174" y="106"/>
                        <a:pt x="174" y="106"/>
                      </a:cubicBezTo>
                      <a:cubicBezTo>
                        <a:pt x="174" y="106"/>
                        <a:pt x="249" y="100"/>
                        <a:pt x="263" y="118"/>
                      </a:cubicBezTo>
                      <a:cubicBezTo>
                        <a:pt x="263" y="118"/>
                        <a:pt x="282" y="150"/>
                        <a:pt x="266" y="168"/>
                      </a:cubicBezTo>
                      <a:cubicBezTo>
                        <a:pt x="249" y="186"/>
                        <a:pt x="203" y="164"/>
                        <a:pt x="195" y="168"/>
                      </a:cubicBezTo>
                      <a:cubicBezTo>
                        <a:pt x="187" y="172"/>
                        <a:pt x="181" y="168"/>
                        <a:pt x="181" y="185"/>
                      </a:cubicBezTo>
                      <a:cubicBezTo>
                        <a:pt x="181" y="202"/>
                        <a:pt x="185" y="346"/>
                        <a:pt x="137" y="365"/>
                      </a:cubicBezTo>
                      <a:cubicBezTo>
                        <a:pt x="89" y="384"/>
                        <a:pt x="14" y="288"/>
                        <a:pt x="19" y="239"/>
                      </a:cubicBezTo>
                      <a:cubicBezTo>
                        <a:pt x="19" y="239"/>
                        <a:pt x="87" y="288"/>
                        <a:pt x="116" y="279"/>
                      </a:cubicBezTo>
                      <a:cubicBezTo>
                        <a:pt x="145" y="270"/>
                        <a:pt x="138" y="187"/>
                        <a:pt x="137" y="181"/>
                      </a:cubicBezTo>
                      <a:cubicBezTo>
                        <a:pt x="136" y="175"/>
                        <a:pt x="62" y="209"/>
                        <a:pt x="49" y="210"/>
                      </a:cubicBezTo>
                      <a:cubicBezTo>
                        <a:pt x="36" y="211"/>
                        <a:pt x="0" y="170"/>
                        <a:pt x="0" y="152"/>
                      </a:cubicBezTo>
                      <a:cubicBezTo>
                        <a:pt x="0" y="134"/>
                        <a:pt x="21" y="127"/>
                        <a:pt x="39" y="136"/>
                      </a:cubicBezTo>
                      <a:cubicBezTo>
                        <a:pt x="57" y="145"/>
                        <a:pt x="87" y="133"/>
                        <a:pt x="91" y="130"/>
                      </a:cubicBezTo>
                      <a:cubicBezTo>
                        <a:pt x="95" y="127"/>
                        <a:pt x="107" y="122"/>
                        <a:pt x="110" y="122"/>
                      </a:cubicBezTo>
                      <a:cubicBezTo>
                        <a:pt x="113" y="122"/>
                        <a:pt x="114" y="87"/>
                        <a:pt x="114" y="84"/>
                      </a:cubicBezTo>
                      <a:cubicBezTo>
                        <a:pt x="114" y="81"/>
                        <a:pt x="167" y="20"/>
                        <a:pt x="105" y="55"/>
                      </a:cubicBezTo>
                      <a:cubicBezTo>
                        <a:pt x="43" y="90"/>
                        <a:pt x="45" y="97"/>
                        <a:pt x="40" y="97"/>
                      </a:cubicBezTo>
                      <a:cubicBezTo>
                        <a:pt x="35" y="97"/>
                        <a:pt x="7" y="86"/>
                        <a:pt x="2" y="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</p:grp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7345" y="1535878"/>
            <a:ext cx="5521325" cy="997390"/>
          </a:xfrm>
        </p:spPr>
        <p:txBody>
          <a:bodyPr/>
          <a:lstStyle>
            <a:lvl1pPr>
              <a:defRPr lang="zh-CN" altLang="en-US" sz="60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dirty="0"/>
              <a:t>单击此处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EE87-E84D-4794-AAE5-5EBFA06D57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163-3264-45B9-8805-38B3DB57B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22709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368299" y="774702"/>
            <a:ext cx="116599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直角三角形 4"/>
          <p:cNvSpPr/>
          <p:nvPr userDrawn="1"/>
        </p:nvSpPr>
        <p:spPr>
          <a:xfrm rot="10800000" flipH="1">
            <a:off x="0" y="0"/>
            <a:ext cx="736600" cy="736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9434735" y="214620"/>
            <a:ext cx="2593527" cy="413042"/>
            <a:chOff x="9484204" y="6156095"/>
            <a:chExt cx="2593527" cy="413032"/>
          </a:xfrm>
        </p:grpSpPr>
        <p:grpSp>
          <p:nvGrpSpPr>
            <p:cNvPr id="7" name="组合 6"/>
            <p:cNvGrpSpPr/>
            <p:nvPr/>
          </p:nvGrpSpPr>
          <p:grpSpPr>
            <a:xfrm>
              <a:off x="9484204" y="6156095"/>
              <a:ext cx="392243" cy="393549"/>
              <a:chOff x="1727201" y="1657351"/>
              <a:chExt cx="1430338" cy="1435100"/>
            </a:xfrm>
            <a:solidFill>
              <a:schemeClr val="accent1"/>
            </a:solidFill>
          </p:grpSpPr>
          <p:sp>
            <p:nvSpPr>
              <p:cNvPr id="25" name="任意多边形: 形状 24"/>
              <p:cNvSpPr>
                <a:spLocks noEditPoints="1"/>
              </p:cNvSpPr>
              <p:nvPr/>
            </p:nvSpPr>
            <p:spPr bwMode="auto">
              <a:xfrm>
                <a:off x="1982788" y="1912938"/>
                <a:ext cx="920750" cy="923925"/>
              </a:xfrm>
              <a:custGeom>
                <a:avLst/>
                <a:gdLst>
                  <a:gd name="T0" fmla="*/ 300 w 599"/>
                  <a:gd name="T1" fmla="*/ 599 h 599"/>
                  <a:gd name="T2" fmla="*/ 0 w 599"/>
                  <a:gd name="T3" fmla="*/ 300 h 599"/>
                  <a:gd name="T4" fmla="*/ 300 w 599"/>
                  <a:gd name="T5" fmla="*/ 0 h 599"/>
                  <a:gd name="T6" fmla="*/ 599 w 599"/>
                  <a:gd name="T7" fmla="*/ 300 h 599"/>
                  <a:gd name="T8" fmla="*/ 300 w 599"/>
                  <a:gd name="T9" fmla="*/ 599 h 599"/>
                  <a:gd name="T10" fmla="*/ 300 w 599"/>
                  <a:gd name="T11" fmla="*/ 6 h 599"/>
                  <a:gd name="T12" fmla="*/ 6 w 599"/>
                  <a:gd name="T13" fmla="*/ 300 h 599"/>
                  <a:gd name="T14" fmla="*/ 300 w 599"/>
                  <a:gd name="T15" fmla="*/ 593 h 599"/>
                  <a:gd name="T16" fmla="*/ 593 w 599"/>
                  <a:gd name="T17" fmla="*/ 300 h 599"/>
                  <a:gd name="T18" fmla="*/ 300 w 599"/>
                  <a:gd name="T19" fmla="*/ 6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9" h="599">
                    <a:moveTo>
                      <a:pt x="300" y="599"/>
                    </a:moveTo>
                    <a:cubicBezTo>
                      <a:pt x="135" y="599"/>
                      <a:pt x="0" y="464"/>
                      <a:pt x="0" y="300"/>
                    </a:cubicBezTo>
                    <a:cubicBezTo>
                      <a:pt x="0" y="135"/>
                      <a:pt x="135" y="0"/>
                      <a:pt x="300" y="0"/>
                    </a:cubicBezTo>
                    <a:cubicBezTo>
                      <a:pt x="464" y="0"/>
                      <a:pt x="599" y="135"/>
                      <a:pt x="599" y="300"/>
                    </a:cubicBezTo>
                    <a:cubicBezTo>
                      <a:pt x="599" y="464"/>
                      <a:pt x="464" y="599"/>
                      <a:pt x="300" y="599"/>
                    </a:cubicBezTo>
                    <a:close/>
                    <a:moveTo>
                      <a:pt x="300" y="6"/>
                    </a:moveTo>
                    <a:cubicBezTo>
                      <a:pt x="138" y="6"/>
                      <a:pt x="6" y="138"/>
                      <a:pt x="6" y="300"/>
                    </a:cubicBezTo>
                    <a:cubicBezTo>
                      <a:pt x="6" y="461"/>
                      <a:pt x="138" y="593"/>
                      <a:pt x="300" y="593"/>
                    </a:cubicBezTo>
                    <a:cubicBezTo>
                      <a:pt x="461" y="593"/>
                      <a:pt x="593" y="461"/>
                      <a:pt x="593" y="300"/>
                    </a:cubicBezTo>
                    <a:cubicBezTo>
                      <a:pt x="593" y="138"/>
                      <a:pt x="461" y="6"/>
                      <a:pt x="30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6" name="任意多边形: 形状 25"/>
              <p:cNvSpPr>
                <a:spLocks noEditPoints="1"/>
              </p:cNvSpPr>
              <p:nvPr/>
            </p:nvSpPr>
            <p:spPr bwMode="auto">
              <a:xfrm>
                <a:off x="1727201" y="1657351"/>
                <a:ext cx="1430338" cy="1435100"/>
              </a:xfrm>
              <a:custGeom>
                <a:avLst/>
                <a:gdLst>
                  <a:gd name="T0" fmla="*/ 466 w 931"/>
                  <a:gd name="T1" fmla="*/ 931 h 931"/>
                  <a:gd name="T2" fmla="*/ 0 w 931"/>
                  <a:gd name="T3" fmla="*/ 466 h 931"/>
                  <a:gd name="T4" fmla="*/ 466 w 931"/>
                  <a:gd name="T5" fmla="*/ 0 h 931"/>
                  <a:gd name="T6" fmla="*/ 931 w 931"/>
                  <a:gd name="T7" fmla="*/ 466 h 931"/>
                  <a:gd name="T8" fmla="*/ 466 w 931"/>
                  <a:gd name="T9" fmla="*/ 931 h 931"/>
                  <a:gd name="T10" fmla="*/ 466 w 931"/>
                  <a:gd name="T11" fmla="*/ 8 h 931"/>
                  <a:gd name="T12" fmla="*/ 8 w 931"/>
                  <a:gd name="T13" fmla="*/ 466 h 931"/>
                  <a:gd name="T14" fmla="*/ 466 w 931"/>
                  <a:gd name="T15" fmla="*/ 923 h 931"/>
                  <a:gd name="T16" fmla="*/ 923 w 931"/>
                  <a:gd name="T17" fmla="*/ 466 h 931"/>
                  <a:gd name="T18" fmla="*/ 466 w 931"/>
                  <a:gd name="T19" fmla="*/ 8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1" h="931">
                    <a:moveTo>
                      <a:pt x="466" y="931"/>
                    </a:moveTo>
                    <a:cubicBezTo>
                      <a:pt x="209" y="931"/>
                      <a:pt x="0" y="722"/>
                      <a:pt x="0" y="466"/>
                    </a:cubicBezTo>
                    <a:cubicBezTo>
                      <a:pt x="0" y="209"/>
                      <a:pt x="209" y="0"/>
                      <a:pt x="466" y="0"/>
                    </a:cubicBezTo>
                    <a:cubicBezTo>
                      <a:pt x="722" y="0"/>
                      <a:pt x="931" y="209"/>
                      <a:pt x="931" y="466"/>
                    </a:cubicBezTo>
                    <a:cubicBezTo>
                      <a:pt x="931" y="722"/>
                      <a:pt x="722" y="931"/>
                      <a:pt x="466" y="931"/>
                    </a:cubicBezTo>
                    <a:close/>
                    <a:moveTo>
                      <a:pt x="466" y="8"/>
                    </a:moveTo>
                    <a:cubicBezTo>
                      <a:pt x="213" y="8"/>
                      <a:pt x="8" y="213"/>
                      <a:pt x="8" y="466"/>
                    </a:cubicBezTo>
                    <a:cubicBezTo>
                      <a:pt x="8" y="718"/>
                      <a:pt x="213" y="923"/>
                      <a:pt x="466" y="923"/>
                    </a:cubicBezTo>
                    <a:cubicBezTo>
                      <a:pt x="718" y="923"/>
                      <a:pt x="923" y="718"/>
                      <a:pt x="923" y="466"/>
                    </a:cubicBezTo>
                    <a:cubicBezTo>
                      <a:pt x="923" y="213"/>
                      <a:pt x="718" y="8"/>
                      <a:pt x="46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 bwMode="auto">
              <a:xfrm>
                <a:off x="1831976" y="2405063"/>
                <a:ext cx="52388" cy="49213"/>
              </a:xfrm>
              <a:custGeom>
                <a:avLst/>
                <a:gdLst>
                  <a:gd name="T0" fmla="*/ 12 w 34"/>
                  <a:gd name="T1" fmla="*/ 17 h 32"/>
                  <a:gd name="T2" fmla="*/ 18 w 34"/>
                  <a:gd name="T3" fmla="*/ 16 h 32"/>
                  <a:gd name="T4" fmla="*/ 19 w 34"/>
                  <a:gd name="T5" fmla="*/ 30 h 32"/>
                  <a:gd name="T6" fmla="*/ 6 w 34"/>
                  <a:gd name="T7" fmla="*/ 32 h 32"/>
                  <a:gd name="T8" fmla="*/ 2 w 34"/>
                  <a:gd name="T9" fmla="*/ 26 h 32"/>
                  <a:gd name="T10" fmla="*/ 0 w 34"/>
                  <a:gd name="T11" fmla="*/ 18 h 32"/>
                  <a:gd name="T12" fmla="*/ 1 w 34"/>
                  <a:gd name="T13" fmla="*/ 9 h 32"/>
                  <a:gd name="T14" fmla="*/ 7 w 34"/>
                  <a:gd name="T15" fmla="*/ 3 h 32"/>
                  <a:gd name="T16" fmla="*/ 15 w 34"/>
                  <a:gd name="T17" fmla="*/ 0 h 32"/>
                  <a:gd name="T18" fmla="*/ 25 w 34"/>
                  <a:gd name="T19" fmla="*/ 1 h 32"/>
                  <a:gd name="T20" fmla="*/ 31 w 34"/>
                  <a:gd name="T21" fmla="*/ 7 h 32"/>
                  <a:gd name="T22" fmla="*/ 34 w 34"/>
                  <a:gd name="T23" fmla="*/ 15 h 32"/>
                  <a:gd name="T24" fmla="*/ 32 w 34"/>
                  <a:gd name="T25" fmla="*/ 24 h 32"/>
                  <a:gd name="T26" fmla="*/ 25 w 34"/>
                  <a:gd name="T27" fmla="*/ 29 h 32"/>
                  <a:gd name="T28" fmla="*/ 23 w 34"/>
                  <a:gd name="T29" fmla="*/ 23 h 32"/>
                  <a:gd name="T30" fmla="*/ 27 w 34"/>
                  <a:gd name="T31" fmla="*/ 20 h 32"/>
                  <a:gd name="T32" fmla="*/ 28 w 34"/>
                  <a:gd name="T33" fmla="*/ 15 h 32"/>
                  <a:gd name="T34" fmla="*/ 25 w 34"/>
                  <a:gd name="T35" fmla="*/ 8 h 32"/>
                  <a:gd name="T36" fmla="*/ 16 w 34"/>
                  <a:gd name="T37" fmla="*/ 7 h 32"/>
                  <a:gd name="T38" fmla="*/ 8 w 34"/>
                  <a:gd name="T39" fmla="*/ 10 h 32"/>
                  <a:gd name="T40" fmla="*/ 5 w 34"/>
                  <a:gd name="T41" fmla="*/ 17 h 32"/>
                  <a:gd name="T42" fmla="*/ 7 w 34"/>
                  <a:gd name="T43" fmla="*/ 21 h 32"/>
                  <a:gd name="T44" fmla="*/ 9 w 34"/>
                  <a:gd name="T45" fmla="*/ 25 h 32"/>
                  <a:gd name="T46" fmla="*/ 13 w 34"/>
                  <a:gd name="T47" fmla="*/ 24 h 32"/>
                  <a:gd name="T48" fmla="*/ 12 w 34"/>
                  <a:gd name="T49" fmla="*/ 1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" h="32">
                    <a:moveTo>
                      <a:pt x="12" y="17"/>
                    </a:moveTo>
                    <a:cubicBezTo>
                      <a:pt x="18" y="16"/>
                      <a:pt x="18" y="16"/>
                      <a:pt x="18" y="16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5" y="30"/>
                      <a:pt x="3" y="28"/>
                      <a:pt x="2" y="26"/>
                    </a:cubicBezTo>
                    <a:cubicBezTo>
                      <a:pt x="1" y="23"/>
                      <a:pt x="0" y="21"/>
                      <a:pt x="0" y="18"/>
                    </a:cubicBezTo>
                    <a:cubicBezTo>
                      <a:pt x="0" y="15"/>
                      <a:pt x="0" y="12"/>
                      <a:pt x="1" y="9"/>
                    </a:cubicBezTo>
                    <a:cubicBezTo>
                      <a:pt x="2" y="6"/>
                      <a:pt x="4" y="4"/>
                      <a:pt x="7" y="3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9" y="0"/>
                      <a:pt x="22" y="0"/>
                      <a:pt x="25" y="1"/>
                    </a:cubicBezTo>
                    <a:cubicBezTo>
                      <a:pt x="27" y="2"/>
                      <a:pt x="30" y="4"/>
                      <a:pt x="31" y="7"/>
                    </a:cubicBezTo>
                    <a:cubicBezTo>
                      <a:pt x="33" y="9"/>
                      <a:pt x="33" y="11"/>
                      <a:pt x="34" y="15"/>
                    </a:cubicBezTo>
                    <a:cubicBezTo>
                      <a:pt x="34" y="19"/>
                      <a:pt x="33" y="22"/>
                      <a:pt x="32" y="24"/>
                    </a:cubicBezTo>
                    <a:cubicBezTo>
                      <a:pt x="30" y="27"/>
                      <a:pt x="28" y="28"/>
                      <a:pt x="25" y="29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5" y="22"/>
                      <a:pt x="26" y="21"/>
                      <a:pt x="27" y="20"/>
                    </a:cubicBezTo>
                    <a:cubicBezTo>
                      <a:pt x="28" y="19"/>
                      <a:pt x="28" y="17"/>
                      <a:pt x="28" y="15"/>
                    </a:cubicBezTo>
                    <a:cubicBezTo>
                      <a:pt x="28" y="12"/>
                      <a:pt x="27" y="10"/>
                      <a:pt x="25" y="8"/>
                    </a:cubicBezTo>
                    <a:cubicBezTo>
                      <a:pt x="23" y="7"/>
                      <a:pt x="20" y="6"/>
                      <a:pt x="16" y="7"/>
                    </a:cubicBezTo>
                    <a:cubicBezTo>
                      <a:pt x="12" y="7"/>
                      <a:pt x="10" y="8"/>
                      <a:pt x="8" y="10"/>
                    </a:cubicBezTo>
                    <a:cubicBezTo>
                      <a:pt x="6" y="12"/>
                      <a:pt x="5" y="14"/>
                      <a:pt x="5" y="17"/>
                    </a:cubicBezTo>
                    <a:cubicBezTo>
                      <a:pt x="6" y="18"/>
                      <a:pt x="6" y="20"/>
                      <a:pt x="7" y="21"/>
                    </a:cubicBezTo>
                    <a:cubicBezTo>
                      <a:pt x="7" y="23"/>
                      <a:pt x="8" y="24"/>
                      <a:pt x="9" y="25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 bwMode="auto">
              <a:xfrm>
                <a:off x="1838326" y="2457451"/>
                <a:ext cx="55563" cy="46038"/>
              </a:xfrm>
              <a:custGeom>
                <a:avLst/>
                <a:gdLst>
                  <a:gd name="T0" fmla="*/ 31 w 36"/>
                  <a:gd name="T1" fmla="*/ 0 h 30"/>
                  <a:gd name="T2" fmla="*/ 32 w 36"/>
                  <a:gd name="T3" fmla="*/ 7 h 30"/>
                  <a:gd name="T4" fmla="*/ 15 w 36"/>
                  <a:gd name="T5" fmla="*/ 10 h 30"/>
                  <a:gd name="T6" fmla="*/ 10 w 36"/>
                  <a:gd name="T7" fmla="*/ 11 h 30"/>
                  <a:gd name="T8" fmla="*/ 7 w 36"/>
                  <a:gd name="T9" fmla="*/ 14 h 30"/>
                  <a:gd name="T10" fmla="*/ 6 w 36"/>
                  <a:gd name="T11" fmla="*/ 18 h 30"/>
                  <a:gd name="T12" fmla="*/ 8 w 36"/>
                  <a:gd name="T13" fmla="*/ 22 h 30"/>
                  <a:gd name="T14" fmla="*/ 11 w 36"/>
                  <a:gd name="T15" fmla="*/ 24 h 30"/>
                  <a:gd name="T16" fmla="*/ 17 w 36"/>
                  <a:gd name="T17" fmla="*/ 23 h 30"/>
                  <a:gd name="T18" fmla="*/ 35 w 36"/>
                  <a:gd name="T19" fmla="*/ 20 h 30"/>
                  <a:gd name="T20" fmla="*/ 36 w 36"/>
                  <a:gd name="T21" fmla="*/ 26 h 30"/>
                  <a:gd name="T22" fmla="*/ 19 w 36"/>
                  <a:gd name="T23" fmla="*/ 29 h 30"/>
                  <a:gd name="T24" fmla="*/ 11 w 36"/>
                  <a:gd name="T25" fmla="*/ 30 h 30"/>
                  <a:gd name="T26" fmla="*/ 6 w 36"/>
                  <a:gd name="T27" fmla="*/ 29 h 30"/>
                  <a:gd name="T28" fmla="*/ 3 w 36"/>
                  <a:gd name="T29" fmla="*/ 26 h 30"/>
                  <a:gd name="T30" fmla="*/ 1 w 36"/>
                  <a:gd name="T31" fmla="*/ 20 h 30"/>
                  <a:gd name="T32" fmla="*/ 1 w 36"/>
                  <a:gd name="T33" fmla="*/ 12 h 30"/>
                  <a:gd name="T34" fmla="*/ 3 w 36"/>
                  <a:gd name="T35" fmla="*/ 8 h 30"/>
                  <a:gd name="T36" fmla="*/ 6 w 36"/>
                  <a:gd name="T37" fmla="*/ 6 h 30"/>
                  <a:gd name="T38" fmla="*/ 14 w 36"/>
                  <a:gd name="T39" fmla="*/ 3 h 30"/>
                  <a:gd name="T40" fmla="*/ 31 w 36"/>
                  <a:gd name="T4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" h="30">
                    <a:moveTo>
                      <a:pt x="31" y="0"/>
                    </a:moveTo>
                    <a:cubicBezTo>
                      <a:pt x="32" y="7"/>
                      <a:pt x="32" y="7"/>
                      <a:pt x="32" y="7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2" y="11"/>
                      <a:pt x="10" y="11"/>
                      <a:pt x="10" y="11"/>
                    </a:cubicBezTo>
                    <a:cubicBezTo>
                      <a:pt x="8" y="12"/>
                      <a:pt x="7" y="13"/>
                      <a:pt x="7" y="14"/>
                    </a:cubicBezTo>
                    <a:cubicBezTo>
                      <a:pt x="6" y="15"/>
                      <a:pt x="6" y="17"/>
                      <a:pt x="6" y="18"/>
                    </a:cubicBezTo>
                    <a:cubicBezTo>
                      <a:pt x="7" y="20"/>
                      <a:pt x="7" y="22"/>
                      <a:pt x="8" y="22"/>
                    </a:cubicBezTo>
                    <a:cubicBezTo>
                      <a:pt x="9" y="23"/>
                      <a:pt x="10" y="24"/>
                      <a:pt x="11" y="24"/>
                    </a:cubicBezTo>
                    <a:cubicBezTo>
                      <a:pt x="12" y="24"/>
                      <a:pt x="14" y="23"/>
                      <a:pt x="17" y="23"/>
                    </a:cubicBezTo>
                    <a:cubicBezTo>
                      <a:pt x="35" y="20"/>
                      <a:pt x="35" y="20"/>
                      <a:pt x="35" y="20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5" y="30"/>
                      <a:pt x="12" y="30"/>
                      <a:pt x="11" y="30"/>
                    </a:cubicBezTo>
                    <a:cubicBezTo>
                      <a:pt x="9" y="30"/>
                      <a:pt x="7" y="30"/>
                      <a:pt x="6" y="29"/>
                    </a:cubicBezTo>
                    <a:cubicBezTo>
                      <a:pt x="5" y="28"/>
                      <a:pt x="4" y="27"/>
                      <a:pt x="3" y="26"/>
                    </a:cubicBezTo>
                    <a:cubicBezTo>
                      <a:pt x="2" y="24"/>
                      <a:pt x="1" y="22"/>
                      <a:pt x="1" y="20"/>
                    </a:cubicBezTo>
                    <a:cubicBezTo>
                      <a:pt x="0" y="16"/>
                      <a:pt x="0" y="14"/>
                      <a:pt x="1" y="12"/>
                    </a:cubicBezTo>
                    <a:cubicBezTo>
                      <a:pt x="1" y="11"/>
                      <a:pt x="2" y="9"/>
                      <a:pt x="3" y="8"/>
                    </a:cubicBezTo>
                    <a:cubicBezTo>
                      <a:pt x="4" y="7"/>
                      <a:pt x="5" y="6"/>
                      <a:pt x="6" y="6"/>
                    </a:cubicBezTo>
                    <a:cubicBezTo>
                      <a:pt x="8" y="5"/>
                      <a:pt x="10" y="4"/>
                      <a:pt x="14" y="3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 bwMode="auto">
              <a:xfrm>
                <a:off x="1847851" y="2506663"/>
                <a:ext cx="50800" cy="23813"/>
              </a:xfrm>
              <a:custGeom>
                <a:avLst/>
                <a:gdLst>
                  <a:gd name="T0" fmla="*/ 0 w 32"/>
                  <a:gd name="T1" fmla="*/ 8 h 15"/>
                  <a:gd name="T2" fmla="*/ 31 w 32"/>
                  <a:gd name="T3" fmla="*/ 0 h 15"/>
                  <a:gd name="T4" fmla="*/ 32 w 32"/>
                  <a:gd name="T5" fmla="*/ 7 h 15"/>
                  <a:gd name="T6" fmla="*/ 1 w 32"/>
                  <a:gd name="T7" fmla="*/ 15 h 15"/>
                  <a:gd name="T8" fmla="*/ 0 w 32"/>
                  <a:gd name="T9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5">
                    <a:moveTo>
                      <a:pt x="0" y="8"/>
                    </a:moveTo>
                    <a:lnTo>
                      <a:pt x="31" y="0"/>
                    </a:lnTo>
                    <a:lnTo>
                      <a:pt x="32" y="7"/>
                    </a:lnTo>
                    <a:lnTo>
                      <a:pt x="1" y="15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 bwMode="auto">
              <a:xfrm>
                <a:off x="1851026" y="2527301"/>
                <a:ext cx="50800" cy="47625"/>
              </a:xfrm>
              <a:custGeom>
                <a:avLst/>
                <a:gdLst>
                  <a:gd name="T0" fmla="*/ 0 w 32"/>
                  <a:gd name="T1" fmla="*/ 8 h 30"/>
                  <a:gd name="T2" fmla="*/ 30 w 32"/>
                  <a:gd name="T3" fmla="*/ 0 h 30"/>
                  <a:gd name="T4" fmla="*/ 32 w 32"/>
                  <a:gd name="T5" fmla="*/ 5 h 30"/>
                  <a:gd name="T6" fmla="*/ 7 w 32"/>
                  <a:gd name="T7" fmla="*/ 13 h 30"/>
                  <a:gd name="T8" fmla="*/ 12 w 32"/>
                  <a:gd name="T9" fmla="*/ 29 h 30"/>
                  <a:gd name="T10" fmla="*/ 7 w 32"/>
                  <a:gd name="T11" fmla="*/ 30 h 30"/>
                  <a:gd name="T12" fmla="*/ 0 w 32"/>
                  <a:gd name="T13" fmla="*/ 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0">
                    <a:moveTo>
                      <a:pt x="0" y="8"/>
                    </a:moveTo>
                    <a:lnTo>
                      <a:pt x="30" y="0"/>
                    </a:lnTo>
                    <a:lnTo>
                      <a:pt x="32" y="5"/>
                    </a:lnTo>
                    <a:lnTo>
                      <a:pt x="7" y="13"/>
                    </a:lnTo>
                    <a:lnTo>
                      <a:pt x="12" y="29"/>
                    </a:lnTo>
                    <a:lnTo>
                      <a:pt x="7" y="30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 bwMode="auto">
              <a:xfrm>
                <a:off x="1865313" y="2566988"/>
                <a:ext cx="50800" cy="25400"/>
              </a:xfrm>
              <a:custGeom>
                <a:avLst/>
                <a:gdLst>
                  <a:gd name="T0" fmla="*/ 0 w 32"/>
                  <a:gd name="T1" fmla="*/ 11 h 16"/>
                  <a:gd name="T2" fmla="*/ 30 w 32"/>
                  <a:gd name="T3" fmla="*/ 0 h 16"/>
                  <a:gd name="T4" fmla="*/ 32 w 32"/>
                  <a:gd name="T5" fmla="*/ 6 h 16"/>
                  <a:gd name="T6" fmla="*/ 2 w 32"/>
                  <a:gd name="T7" fmla="*/ 16 h 16"/>
                  <a:gd name="T8" fmla="*/ 0 w 32"/>
                  <a:gd name="T9" fmla="*/ 1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6">
                    <a:moveTo>
                      <a:pt x="0" y="11"/>
                    </a:moveTo>
                    <a:lnTo>
                      <a:pt x="30" y="0"/>
                    </a:lnTo>
                    <a:lnTo>
                      <a:pt x="32" y="6"/>
                    </a:lnTo>
                    <a:lnTo>
                      <a:pt x="2" y="16"/>
                    </a:ln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 bwMode="auto">
              <a:xfrm>
                <a:off x="1873251" y="2586038"/>
                <a:ext cx="63500" cy="55563"/>
              </a:xfrm>
              <a:custGeom>
                <a:avLst/>
                <a:gdLst>
                  <a:gd name="T0" fmla="*/ 0 w 40"/>
                  <a:gd name="T1" fmla="*/ 12 h 35"/>
                  <a:gd name="T2" fmla="*/ 29 w 40"/>
                  <a:gd name="T3" fmla="*/ 0 h 35"/>
                  <a:gd name="T4" fmla="*/ 32 w 40"/>
                  <a:gd name="T5" fmla="*/ 5 h 35"/>
                  <a:gd name="T6" fmla="*/ 17 w 40"/>
                  <a:gd name="T7" fmla="*/ 26 h 35"/>
                  <a:gd name="T8" fmla="*/ 37 w 40"/>
                  <a:gd name="T9" fmla="*/ 17 h 35"/>
                  <a:gd name="T10" fmla="*/ 40 w 40"/>
                  <a:gd name="T11" fmla="*/ 23 h 35"/>
                  <a:gd name="T12" fmla="*/ 11 w 40"/>
                  <a:gd name="T13" fmla="*/ 35 h 35"/>
                  <a:gd name="T14" fmla="*/ 8 w 40"/>
                  <a:gd name="T15" fmla="*/ 30 h 35"/>
                  <a:gd name="T16" fmla="*/ 21 w 40"/>
                  <a:gd name="T17" fmla="*/ 9 h 35"/>
                  <a:gd name="T18" fmla="*/ 3 w 40"/>
                  <a:gd name="T19" fmla="*/ 18 h 35"/>
                  <a:gd name="T20" fmla="*/ 0 w 40"/>
                  <a:gd name="T2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35">
                    <a:moveTo>
                      <a:pt x="0" y="12"/>
                    </a:moveTo>
                    <a:lnTo>
                      <a:pt x="29" y="0"/>
                    </a:lnTo>
                    <a:lnTo>
                      <a:pt x="32" y="5"/>
                    </a:lnTo>
                    <a:lnTo>
                      <a:pt x="17" y="26"/>
                    </a:lnTo>
                    <a:lnTo>
                      <a:pt x="37" y="17"/>
                    </a:lnTo>
                    <a:lnTo>
                      <a:pt x="40" y="23"/>
                    </a:lnTo>
                    <a:lnTo>
                      <a:pt x="11" y="35"/>
                    </a:lnTo>
                    <a:lnTo>
                      <a:pt x="8" y="30"/>
                    </a:lnTo>
                    <a:lnTo>
                      <a:pt x="21" y="9"/>
                    </a:lnTo>
                    <a:lnTo>
                      <a:pt x="3" y="18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 bwMode="auto">
              <a:xfrm>
                <a:off x="1914526" y="2654301"/>
                <a:ext cx="60325" cy="55563"/>
              </a:xfrm>
              <a:custGeom>
                <a:avLst/>
                <a:gdLst>
                  <a:gd name="T0" fmla="*/ 25 w 39"/>
                  <a:gd name="T1" fmla="*/ 0 h 36"/>
                  <a:gd name="T2" fmla="*/ 28 w 39"/>
                  <a:gd name="T3" fmla="*/ 6 h 36"/>
                  <a:gd name="T4" fmla="*/ 13 w 39"/>
                  <a:gd name="T5" fmla="*/ 15 h 36"/>
                  <a:gd name="T6" fmla="*/ 9 w 39"/>
                  <a:gd name="T7" fmla="*/ 18 h 36"/>
                  <a:gd name="T8" fmla="*/ 7 w 39"/>
                  <a:gd name="T9" fmla="*/ 22 h 36"/>
                  <a:gd name="T10" fmla="*/ 8 w 39"/>
                  <a:gd name="T11" fmla="*/ 26 h 36"/>
                  <a:gd name="T12" fmla="*/ 11 w 39"/>
                  <a:gd name="T13" fmla="*/ 29 h 36"/>
                  <a:gd name="T14" fmla="*/ 15 w 39"/>
                  <a:gd name="T15" fmla="*/ 29 h 36"/>
                  <a:gd name="T16" fmla="*/ 20 w 39"/>
                  <a:gd name="T17" fmla="*/ 26 h 36"/>
                  <a:gd name="T18" fmla="*/ 35 w 39"/>
                  <a:gd name="T19" fmla="*/ 17 h 36"/>
                  <a:gd name="T20" fmla="*/ 39 w 39"/>
                  <a:gd name="T21" fmla="*/ 23 h 36"/>
                  <a:gd name="T22" fmla="*/ 24 w 39"/>
                  <a:gd name="T23" fmla="*/ 32 h 36"/>
                  <a:gd name="T24" fmla="*/ 16 w 39"/>
                  <a:gd name="T25" fmla="*/ 35 h 36"/>
                  <a:gd name="T26" fmla="*/ 12 w 39"/>
                  <a:gd name="T27" fmla="*/ 36 h 36"/>
                  <a:gd name="T28" fmla="*/ 8 w 39"/>
                  <a:gd name="T29" fmla="*/ 34 h 36"/>
                  <a:gd name="T30" fmla="*/ 3 w 39"/>
                  <a:gd name="T31" fmla="*/ 29 h 36"/>
                  <a:gd name="T32" fmla="*/ 1 w 39"/>
                  <a:gd name="T33" fmla="*/ 23 h 36"/>
                  <a:gd name="T34" fmla="*/ 1 w 39"/>
                  <a:gd name="T35" fmla="*/ 18 h 36"/>
                  <a:gd name="T36" fmla="*/ 3 w 39"/>
                  <a:gd name="T37" fmla="*/ 14 h 36"/>
                  <a:gd name="T38" fmla="*/ 10 w 39"/>
                  <a:gd name="T39" fmla="*/ 9 h 36"/>
                  <a:gd name="T40" fmla="*/ 25 w 39"/>
                  <a:gd name="T4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9" h="36">
                    <a:moveTo>
                      <a:pt x="25" y="0"/>
                    </a:moveTo>
                    <a:cubicBezTo>
                      <a:pt x="28" y="6"/>
                      <a:pt x="28" y="6"/>
                      <a:pt x="28" y="6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1" y="17"/>
                      <a:pt x="9" y="18"/>
                      <a:pt x="9" y="18"/>
                    </a:cubicBezTo>
                    <a:cubicBezTo>
                      <a:pt x="8" y="19"/>
                      <a:pt x="7" y="20"/>
                      <a:pt x="7" y="22"/>
                    </a:cubicBezTo>
                    <a:cubicBezTo>
                      <a:pt x="7" y="23"/>
                      <a:pt x="7" y="24"/>
                      <a:pt x="8" y="26"/>
                    </a:cubicBezTo>
                    <a:cubicBezTo>
                      <a:pt x="9" y="28"/>
                      <a:pt x="10" y="29"/>
                      <a:pt x="11" y="29"/>
                    </a:cubicBezTo>
                    <a:cubicBezTo>
                      <a:pt x="12" y="29"/>
                      <a:pt x="14" y="29"/>
                      <a:pt x="15" y="29"/>
                    </a:cubicBezTo>
                    <a:cubicBezTo>
                      <a:pt x="16" y="29"/>
                      <a:pt x="17" y="28"/>
                      <a:pt x="20" y="26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0" y="34"/>
                      <a:pt x="18" y="35"/>
                      <a:pt x="16" y="35"/>
                    </a:cubicBezTo>
                    <a:cubicBezTo>
                      <a:pt x="15" y="36"/>
                      <a:pt x="13" y="36"/>
                      <a:pt x="12" y="36"/>
                    </a:cubicBezTo>
                    <a:cubicBezTo>
                      <a:pt x="10" y="36"/>
                      <a:pt x="9" y="35"/>
                      <a:pt x="8" y="34"/>
                    </a:cubicBezTo>
                    <a:cubicBezTo>
                      <a:pt x="6" y="33"/>
                      <a:pt x="5" y="31"/>
                      <a:pt x="3" y="29"/>
                    </a:cubicBezTo>
                    <a:cubicBezTo>
                      <a:pt x="2" y="27"/>
                      <a:pt x="1" y="24"/>
                      <a:pt x="1" y="23"/>
                    </a:cubicBezTo>
                    <a:cubicBezTo>
                      <a:pt x="0" y="21"/>
                      <a:pt x="0" y="19"/>
                      <a:pt x="1" y="18"/>
                    </a:cubicBezTo>
                    <a:cubicBezTo>
                      <a:pt x="1" y="16"/>
                      <a:pt x="2" y="15"/>
                      <a:pt x="3" y="14"/>
                    </a:cubicBezTo>
                    <a:cubicBezTo>
                      <a:pt x="4" y="13"/>
                      <a:pt x="7" y="11"/>
                      <a:pt x="10" y="9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 bwMode="auto">
              <a:xfrm>
                <a:off x="1938338" y="2695576"/>
                <a:ext cx="63500" cy="63500"/>
              </a:xfrm>
              <a:custGeom>
                <a:avLst/>
                <a:gdLst>
                  <a:gd name="T0" fmla="*/ 0 w 40"/>
                  <a:gd name="T1" fmla="*/ 20 h 40"/>
                  <a:gd name="T2" fmla="*/ 26 w 40"/>
                  <a:gd name="T3" fmla="*/ 0 h 40"/>
                  <a:gd name="T4" fmla="*/ 30 w 40"/>
                  <a:gd name="T5" fmla="*/ 6 h 40"/>
                  <a:gd name="T6" fmla="*/ 20 w 40"/>
                  <a:gd name="T7" fmla="*/ 29 h 40"/>
                  <a:gd name="T8" fmla="*/ 37 w 40"/>
                  <a:gd name="T9" fmla="*/ 16 h 40"/>
                  <a:gd name="T10" fmla="*/ 40 w 40"/>
                  <a:gd name="T11" fmla="*/ 21 h 40"/>
                  <a:gd name="T12" fmla="*/ 15 w 40"/>
                  <a:gd name="T13" fmla="*/ 40 h 40"/>
                  <a:gd name="T14" fmla="*/ 11 w 40"/>
                  <a:gd name="T15" fmla="*/ 35 h 40"/>
                  <a:gd name="T16" fmla="*/ 20 w 40"/>
                  <a:gd name="T17" fmla="*/ 12 h 40"/>
                  <a:gd name="T18" fmla="*/ 4 w 40"/>
                  <a:gd name="T19" fmla="*/ 25 h 40"/>
                  <a:gd name="T20" fmla="*/ 0 w 40"/>
                  <a:gd name="T21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0">
                    <a:moveTo>
                      <a:pt x="0" y="20"/>
                    </a:moveTo>
                    <a:lnTo>
                      <a:pt x="26" y="0"/>
                    </a:lnTo>
                    <a:lnTo>
                      <a:pt x="30" y="6"/>
                    </a:lnTo>
                    <a:lnTo>
                      <a:pt x="20" y="29"/>
                    </a:lnTo>
                    <a:lnTo>
                      <a:pt x="37" y="16"/>
                    </a:lnTo>
                    <a:lnTo>
                      <a:pt x="40" y="21"/>
                    </a:lnTo>
                    <a:lnTo>
                      <a:pt x="15" y="40"/>
                    </a:lnTo>
                    <a:lnTo>
                      <a:pt x="11" y="35"/>
                    </a:lnTo>
                    <a:lnTo>
                      <a:pt x="20" y="12"/>
                    </a:lnTo>
                    <a:lnTo>
                      <a:pt x="4" y="25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 bwMode="auto">
              <a:xfrm>
                <a:off x="1970088" y="2736851"/>
                <a:ext cx="46038" cy="39688"/>
              </a:xfrm>
              <a:custGeom>
                <a:avLst/>
                <a:gdLst>
                  <a:gd name="T0" fmla="*/ 0 w 29"/>
                  <a:gd name="T1" fmla="*/ 20 h 25"/>
                  <a:gd name="T2" fmla="*/ 24 w 29"/>
                  <a:gd name="T3" fmla="*/ 0 h 25"/>
                  <a:gd name="T4" fmla="*/ 29 w 29"/>
                  <a:gd name="T5" fmla="*/ 5 h 25"/>
                  <a:gd name="T6" fmla="*/ 4 w 29"/>
                  <a:gd name="T7" fmla="*/ 25 h 25"/>
                  <a:gd name="T8" fmla="*/ 0 w 29"/>
                  <a:gd name="T9" fmla="*/ 2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5">
                    <a:moveTo>
                      <a:pt x="0" y="20"/>
                    </a:moveTo>
                    <a:lnTo>
                      <a:pt x="24" y="0"/>
                    </a:lnTo>
                    <a:lnTo>
                      <a:pt x="29" y="5"/>
                    </a:lnTo>
                    <a:lnTo>
                      <a:pt x="4" y="25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 bwMode="auto">
              <a:xfrm>
                <a:off x="1993901" y="2746376"/>
                <a:ext cx="55563" cy="55563"/>
              </a:xfrm>
              <a:custGeom>
                <a:avLst/>
                <a:gdLst>
                  <a:gd name="T0" fmla="*/ 0 w 35"/>
                  <a:gd name="T1" fmla="*/ 31 h 35"/>
                  <a:gd name="T2" fmla="*/ 15 w 35"/>
                  <a:gd name="T3" fmla="*/ 0 h 35"/>
                  <a:gd name="T4" fmla="*/ 20 w 35"/>
                  <a:gd name="T5" fmla="*/ 5 h 35"/>
                  <a:gd name="T6" fmla="*/ 8 w 35"/>
                  <a:gd name="T7" fmla="*/ 28 h 35"/>
                  <a:gd name="T8" fmla="*/ 30 w 35"/>
                  <a:gd name="T9" fmla="*/ 17 h 35"/>
                  <a:gd name="T10" fmla="*/ 35 w 35"/>
                  <a:gd name="T11" fmla="*/ 22 h 35"/>
                  <a:gd name="T12" fmla="*/ 4 w 35"/>
                  <a:gd name="T13" fmla="*/ 35 h 35"/>
                  <a:gd name="T14" fmla="*/ 0 w 35"/>
                  <a:gd name="T15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35">
                    <a:moveTo>
                      <a:pt x="0" y="31"/>
                    </a:moveTo>
                    <a:lnTo>
                      <a:pt x="15" y="0"/>
                    </a:lnTo>
                    <a:lnTo>
                      <a:pt x="20" y="5"/>
                    </a:lnTo>
                    <a:lnTo>
                      <a:pt x="8" y="28"/>
                    </a:lnTo>
                    <a:lnTo>
                      <a:pt x="30" y="17"/>
                    </a:lnTo>
                    <a:lnTo>
                      <a:pt x="35" y="22"/>
                    </a:lnTo>
                    <a:lnTo>
                      <a:pt x="4" y="35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 bwMode="auto">
              <a:xfrm>
                <a:off x="2017713" y="2784476"/>
                <a:ext cx="63500" cy="63500"/>
              </a:xfrm>
              <a:custGeom>
                <a:avLst/>
                <a:gdLst>
                  <a:gd name="T0" fmla="*/ 0 w 40"/>
                  <a:gd name="T1" fmla="*/ 23 h 40"/>
                  <a:gd name="T2" fmla="*/ 21 w 40"/>
                  <a:gd name="T3" fmla="*/ 0 h 40"/>
                  <a:gd name="T4" fmla="*/ 40 w 40"/>
                  <a:gd name="T5" fmla="*/ 15 h 40"/>
                  <a:gd name="T6" fmla="*/ 36 w 40"/>
                  <a:gd name="T7" fmla="*/ 19 h 40"/>
                  <a:gd name="T8" fmla="*/ 23 w 40"/>
                  <a:gd name="T9" fmla="*/ 8 h 40"/>
                  <a:gd name="T10" fmla="*/ 18 w 40"/>
                  <a:gd name="T11" fmla="*/ 13 h 40"/>
                  <a:gd name="T12" fmla="*/ 30 w 40"/>
                  <a:gd name="T13" fmla="*/ 24 h 40"/>
                  <a:gd name="T14" fmla="*/ 26 w 40"/>
                  <a:gd name="T15" fmla="*/ 28 h 40"/>
                  <a:gd name="T16" fmla="*/ 15 w 40"/>
                  <a:gd name="T17" fmla="*/ 17 h 40"/>
                  <a:gd name="T18" fmla="*/ 9 w 40"/>
                  <a:gd name="T19" fmla="*/ 23 h 40"/>
                  <a:gd name="T20" fmla="*/ 22 w 40"/>
                  <a:gd name="T21" fmla="*/ 36 h 40"/>
                  <a:gd name="T22" fmla="*/ 18 w 40"/>
                  <a:gd name="T23" fmla="*/ 40 h 40"/>
                  <a:gd name="T24" fmla="*/ 0 w 40"/>
                  <a:gd name="T25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40">
                    <a:moveTo>
                      <a:pt x="0" y="23"/>
                    </a:moveTo>
                    <a:lnTo>
                      <a:pt x="21" y="0"/>
                    </a:lnTo>
                    <a:lnTo>
                      <a:pt x="40" y="15"/>
                    </a:lnTo>
                    <a:lnTo>
                      <a:pt x="36" y="19"/>
                    </a:lnTo>
                    <a:lnTo>
                      <a:pt x="23" y="8"/>
                    </a:lnTo>
                    <a:lnTo>
                      <a:pt x="18" y="13"/>
                    </a:lnTo>
                    <a:lnTo>
                      <a:pt x="30" y="24"/>
                    </a:lnTo>
                    <a:lnTo>
                      <a:pt x="26" y="28"/>
                    </a:lnTo>
                    <a:lnTo>
                      <a:pt x="15" y="17"/>
                    </a:lnTo>
                    <a:lnTo>
                      <a:pt x="9" y="23"/>
                    </a:lnTo>
                    <a:lnTo>
                      <a:pt x="22" y="36"/>
                    </a:lnTo>
                    <a:lnTo>
                      <a:pt x="18" y="40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8" name="任意多边形: 形状 37"/>
              <p:cNvSpPr>
                <a:spLocks noEditPoints="1"/>
              </p:cNvSpPr>
              <p:nvPr/>
            </p:nvSpPr>
            <p:spPr bwMode="auto">
              <a:xfrm>
                <a:off x="2055813" y="2813051"/>
                <a:ext cx="57150" cy="68263"/>
              </a:xfrm>
              <a:custGeom>
                <a:avLst/>
                <a:gdLst>
                  <a:gd name="T0" fmla="*/ 0 w 37"/>
                  <a:gd name="T1" fmla="*/ 27 h 44"/>
                  <a:gd name="T2" fmla="*/ 20 w 37"/>
                  <a:gd name="T3" fmla="*/ 0 h 44"/>
                  <a:gd name="T4" fmla="*/ 31 w 37"/>
                  <a:gd name="T5" fmla="*/ 9 h 44"/>
                  <a:gd name="T6" fmla="*/ 36 w 37"/>
                  <a:gd name="T7" fmla="*/ 14 h 44"/>
                  <a:gd name="T8" fmla="*/ 37 w 37"/>
                  <a:gd name="T9" fmla="*/ 19 h 44"/>
                  <a:gd name="T10" fmla="*/ 35 w 37"/>
                  <a:gd name="T11" fmla="*/ 24 h 44"/>
                  <a:gd name="T12" fmla="*/ 30 w 37"/>
                  <a:gd name="T13" fmla="*/ 28 h 44"/>
                  <a:gd name="T14" fmla="*/ 23 w 37"/>
                  <a:gd name="T15" fmla="*/ 26 h 44"/>
                  <a:gd name="T16" fmla="*/ 24 w 37"/>
                  <a:gd name="T17" fmla="*/ 30 h 44"/>
                  <a:gd name="T18" fmla="*/ 24 w 37"/>
                  <a:gd name="T19" fmla="*/ 37 h 44"/>
                  <a:gd name="T20" fmla="*/ 23 w 37"/>
                  <a:gd name="T21" fmla="*/ 44 h 44"/>
                  <a:gd name="T22" fmla="*/ 17 w 37"/>
                  <a:gd name="T23" fmla="*/ 40 h 44"/>
                  <a:gd name="T24" fmla="*/ 17 w 37"/>
                  <a:gd name="T25" fmla="*/ 31 h 44"/>
                  <a:gd name="T26" fmla="*/ 17 w 37"/>
                  <a:gd name="T27" fmla="*/ 25 h 44"/>
                  <a:gd name="T28" fmla="*/ 17 w 37"/>
                  <a:gd name="T29" fmla="*/ 23 h 44"/>
                  <a:gd name="T30" fmla="*/ 14 w 37"/>
                  <a:gd name="T31" fmla="*/ 20 h 44"/>
                  <a:gd name="T32" fmla="*/ 13 w 37"/>
                  <a:gd name="T33" fmla="*/ 20 h 44"/>
                  <a:gd name="T34" fmla="*/ 5 w 37"/>
                  <a:gd name="T35" fmla="*/ 31 h 44"/>
                  <a:gd name="T36" fmla="*/ 0 w 37"/>
                  <a:gd name="T37" fmla="*/ 27 h 44"/>
                  <a:gd name="T38" fmla="*/ 16 w 37"/>
                  <a:gd name="T39" fmla="*/ 15 h 44"/>
                  <a:gd name="T40" fmla="*/ 20 w 37"/>
                  <a:gd name="T41" fmla="*/ 18 h 44"/>
                  <a:gd name="T42" fmla="*/ 25 w 37"/>
                  <a:gd name="T43" fmla="*/ 22 h 44"/>
                  <a:gd name="T44" fmla="*/ 28 w 37"/>
                  <a:gd name="T45" fmla="*/ 22 h 44"/>
                  <a:gd name="T46" fmla="*/ 30 w 37"/>
                  <a:gd name="T47" fmla="*/ 20 h 44"/>
                  <a:gd name="T48" fmla="*/ 31 w 37"/>
                  <a:gd name="T49" fmla="*/ 18 h 44"/>
                  <a:gd name="T50" fmla="*/ 29 w 37"/>
                  <a:gd name="T51" fmla="*/ 15 h 44"/>
                  <a:gd name="T52" fmla="*/ 26 w 37"/>
                  <a:gd name="T53" fmla="*/ 12 h 44"/>
                  <a:gd name="T54" fmla="*/ 21 w 37"/>
                  <a:gd name="T55" fmla="*/ 9 h 44"/>
                  <a:gd name="T56" fmla="*/ 16 w 37"/>
                  <a:gd name="T57" fmla="*/ 15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7" h="44">
                    <a:moveTo>
                      <a:pt x="0" y="27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3" y="11"/>
                      <a:pt x="35" y="13"/>
                      <a:pt x="36" y="14"/>
                    </a:cubicBezTo>
                    <a:cubicBezTo>
                      <a:pt x="37" y="16"/>
                      <a:pt x="37" y="17"/>
                      <a:pt x="37" y="19"/>
                    </a:cubicBezTo>
                    <a:cubicBezTo>
                      <a:pt x="37" y="21"/>
                      <a:pt x="36" y="23"/>
                      <a:pt x="35" y="24"/>
                    </a:cubicBezTo>
                    <a:cubicBezTo>
                      <a:pt x="34" y="26"/>
                      <a:pt x="32" y="27"/>
                      <a:pt x="30" y="28"/>
                    </a:cubicBezTo>
                    <a:cubicBezTo>
                      <a:pt x="28" y="28"/>
                      <a:pt x="25" y="27"/>
                      <a:pt x="23" y="26"/>
                    </a:cubicBezTo>
                    <a:cubicBezTo>
                      <a:pt x="23" y="28"/>
                      <a:pt x="24" y="29"/>
                      <a:pt x="24" y="30"/>
                    </a:cubicBezTo>
                    <a:cubicBezTo>
                      <a:pt x="24" y="32"/>
                      <a:pt x="24" y="34"/>
                      <a:pt x="24" y="37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28"/>
                      <a:pt x="18" y="26"/>
                      <a:pt x="17" y="25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6" y="22"/>
                      <a:pt x="15" y="21"/>
                      <a:pt x="14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5" y="31"/>
                      <a:pt x="5" y="31"/>
                      <a:pt x="5" y="31"/>
                    </a:cubicBezTo>
                    <a:lnTo>
                      <a:pt x="0" y="27"/>
                    </a:lnTo>
                    <a:close/>
                    <a:moveTo>
                      <a:pt x="16" y="15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3" y="20"/>
                      <a:pt x="24" y="22"/>
                      <a:pt x="25" y="22"/>
                    </a:cubicBezTo>
                    <a:cubicBezTo>
                      <a:pt x="26" y="22"/>
                      <a:pt x="27" y="22"/>
                      <a:pt x="28" y="22"/>
                    </a:cubicBezTo>
                    <a:cubicBezTo>
                      <a:pt x="28" y="22"/>
                      <a:pt x="29" y="21"/>
                      <a:pt x="30" y="20"/>
                    </a:cubicBezTo>
                    <a:cubicBezTo>
                      <a:pt x="30" y="19"/>
                      <a:pt x="31" y="18"/>
                      <a:pt x="31" y="18"/>
                    </a:cubicBezTo>
                    <a:cubicBezTo>
                      <a:pt x="30" y="17"/>
                      <a:pt x="30" y="16"/>
                      <a:pt x="29" y="15"/>
                    </a:cubicBezTo>
                    <a:cubicBezTo>
                      <a:pt x="29" y="15"/>
                      <a:pt x="28" y="14"/>
                      <a:pt x="26" y="12"/>
                    </a:cubicBezTo>
                    <a:cubicBezTo>
                      <a:pt x="21" y="9"/>
                      <a:pt x="21" y="9"/>
                      <a:pt x="21" y="9"/>
                    </a:cubicBezTo>
                    <a:lnTo>
                      <a:pt x="1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 bwMode="auto">
              <a:xfrm>
                <a:off x="2101851" y="2849563"/>
                <a:ext cx="49213" cy="52388"/>
              </a:xfrm>
              <a:custGeom>
                <a:avLst/>
                <a:gdLst>
                  <a:gd name="T0" fmla="*/ 2 w 32"/>
                  <a:gd name="T1" fmla="*/ 14 h 34"/>
                  <a:gd name="T2" fmla="*/ 8 w 32"/>
                  <a:gd name="T3" fmla="*/ 17 h 34"/>
                  <a:gd name="T4" fmla="*/ 7 w 32"/>
                  <a:gd name="T5" fmla="*/ 23 h 34"/>
                  <a:gd name="T6" fmla="*/ 10 w 32"/>
                  <a:gd name="T7" fmla="*/ 27 h 34"/>
                  <a:gd name="T8" fmla="*/ 15 w 32"/>
                  <a:gd name="T9" fmla="*/ 28 h 34"/>
                  <a:gd name="T10" fmla="*/ 18 w 32"/>
                  <a:gd name="T11" fmla="*/ 26 h 34"/>
                  <a:gd name="T12" fmla="*/ 19 w 32"/>
                  <a:gd name="T13" fmla="*/ 24 h 34"/>
                  <a:gd name="T14" fmla="*/ 17 w 32"/>
                  <a:gd name="T15" fmla="*/ 22 h 34"/>
                  <a:gd name="T16" fmla="*/ 14 w 32"/>
                  <a:gd name="T17" fmla="*/ 18 h 34"/>
                  <a:gd name="T18" fmla="*/ 9 w 32"/>
                  <a:gd name="T19" fmla="*/ 11 h 34"/>
                  <a:gd name="T20" fmla="*/ 10 w 32"/>
                  <a:gd name="T21" fmla="*/ 4 h 34"/>
                  <a:gd name="T22" fmla="*/ 14 w 32"/>
                  <a:gd name="T23" fmla="*/ 0 h 34"/>
                  <a:gd name="T24" fmla="*/ 19 w 32"/>
                  <a:gd name="T25" fmla="*/ 0 h 34"/>
                  <a:gd name="T26" fmla="*/ 25 w 32"/>
                  <a:gd name="T27" fmla="*/ 2 h 34"/>
                  <a:gd name="T28" fmla="*/ 32 w 32"/>
                  <a:gd name="T29" fmla="*/ 10 h 34"/>
                  <a:gd name="T30" fmla="*/ 30 w 32"/>
                  <a:gd name="T31" fmla="*/ 18 h 34"/>
                  <a:gd name="T32" fmla="*/ 25 w 32"/>
                  <a:gd name="T33" fmla="*/ 14 h 34"/>
                  <a:gd name="T34" fmla="*/ 25 w 32"/>
                  <a:gd name="T35" fmla="*/ 10 h 34"/>
                  <a:gd name="T36" fmla="*/ 22 w 32"/>
                  <a:gd name="T37" fmla="*/ 7 h 34"/>
                  <a:gd name="T38" fmla="*/ 18 w 32"/>
                  <a:gd name="T39" fmla="*/ 6 h 34"/>
                  <a:gd name="T40" fmla="*/ 16 w 32"/>
                  <a:gd name="T41" fmla="*/ 7 h 34"/>
                  <a:gd name="T42" fmla="*/ 15 w 32"/>
                  <a:gd name="T43" fmla="*/ 9 h 34"/>
                  <a:gd name="T44" fmla="*/ 19 w 32"/>
                  <a:gd name="T45" fmla="*/ 14 h 34"/>
                  <a:gd name="T46" fmla="*/ 24 w 32"/>
                  <a:gd name="T47" fmla="*/ 20 h 34"/>
                  <a:gd name="T48" fmla="*/ 25 w 32"/>
                  <a:gd name="T49" fmla="*/ 25 h 34"/>
                  <a:gd name="T50" fmla="*/ 24 w 32"/>
                  <a:gd name="T51" fmla="*/ 30 h 34"/>
                  <a:gd name="T52" fmla="*/ 19 w 32"/>
                  <a:gd name="T53" fmla="*/ 33 h 34"/>
                  <a:gd name="T54" fmla="*/ 14 w 32"/>
                  <a:gd name="T55" fmla="*/ 34 h 34"/>
                  <a:gd name="T56" fmla="*/ 7 w 32"/>
                  <a:gd name="T57" fmla="*/ 31 h 34"/>
                  <a:gd name="T58" fmla="*/ 1 w 32"/>
                  <a:gd name="T59" fmla="*/ 24 h 34"/>
                  <a:gd name="T60" fmla="*/ 2 w 32"/>
                  <a:gd name="T61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4">
                    <a:moveTo>
                      <a:pt x="2" y="14"/>
                    </a:moveTo>
                    <a:cubicBezTo>
                      <a:pt x="8" y="17"/>
                      <a:pt x="8" y="17"/>
                      <a:pt x="8" y="17"/>
                    </a:cubicBezTo>
                    <a:cubicBezTo>
                      <a:pt x="7" y="19"/>
                      <a:pt x="6" y="21"/>
                      <a:pt x="7" y="23"/>
                    </a:cubicBezTo>
                    <a:cubicBezTo>
                      <a:pt x="7" y="24"/>
                      <a:pt x="8" y="25"/>
                      <a:pt x="10" y="27"/>
                    </a:cubicBezTo>
                    <a:cubicBezTo>
                      <a:pt x="12" y="28"/>
                      <a:pt x="14" y="28"/>
                      <a:pt x="15" y="28"/>
                    </a:cubicBezTo>
                    <a:cubicBezTo>
                      <a:pt x="16" y="28"/>
                      <a:pt x="17" y="27"/>
                      <a:pt x="18" y="26"/>
                    </a:cubicBezTo>
                    <a:cubicBezTo>
                      <a:pt x="18" y="26"/>
                      <a:pt x="19" y="25"/>
                      <a:pt x="19" y="24"/>
                    </a:cubicBezTo>
                    <a:cubicBezTo>
                      <a:pt x="18" y="23"/>
                      <a:pt x="18" y="23"/>
                      <a:pt x="17" y="22"/>
                    </a:cubicBezTo>
                    <a:cubicBezTo>
                      <a:pt x="17" y="21"/>
                      <a:pt x="16" y="20"/>
                      <a:pt x="14" y="18"/>
                    </a:cubicBezTo>
                    <a:cubicBezTo>
                      <a:pt x="11" y="15"/>
                      <a:pt x="10" y="13"/>
                      <a:pt x="9" y="11"/>
                    </a:cubicBezTo>
                    <a:cubicBezTo>
                      <a:pt x="8" y="8"/>
                      <a:pt x="9" y="6"/>
                      <a:pt x="10" y="4"/>
                    </a:cubicBezTo>
                    <a:cubicBezTo>
                      <a:pt x="11" y="2"/>
                      <a:pt x="12" y="1"/>
                      <a:pt x="14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1" y="0"/>
                      <a:pt x="23" y="1"/>
                      <a:pt x="25" y="2"/>
                    </a:cubicBezTo>
                    <a:cubicBezTo>
                      <a:pt x="29" y="5"/>
                      <a:pt x="31" y="7"/>
                      <a:pt x="32" y="10"/>
                    </a:cubicBezTo>
                    <a:cubicBezTo>
                      <a:pt x="32" y="12"/>
                      <a:pt x="32" y="15"/>
                      <a:pt x="30" y="18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3"/>
                      <a:pt x="25" y="11"/>
                      <a:pt x="25" y="10"/>
                    </a:cubicBezTo>
                    <a:cubicBezTo>
                      <a:pt x="25" y="9"/>
                      <a:pt x="24" y="8"/>
                      <a:pt x="22" y="7"/>
                    </a:cubicBezTo>
                    <a:cubicBezTo>
                      <a:pt x="20" y="6"/>
                      <a:pt x="19" y="5"/>
                      <a:pt x="18" y="6"/>
                    </a:cubicBezTo>
                    <a:cubicBezTo>
                      <a:pt x="17" y="6"/>
                      <a:pt x="16" y="6"/>
                      <a:pt x="16" y="7"/>
                    </a:cubicBezTo>
                    <a:cubicBezTo>
                      <a:pt x="15" y="7"/>
                      <a:pt x="15" y="8"/>
                      <a:pt x="15" y="9"/>
                    </a:cubicBezTo>
                    <a:cubicBezTo>
                      <a:pt x="16" y="10"/>
                      <a:pt x="17" y="12"/>
                      <a:pt x="19" y="14"/>
                    </a:cubicBezTo>
                    <a:cubicBezTo>
                      <a:pt x="22" y="16"/>
                      <a:pt x="23" y="18"/>
                      <a:pt x="24" y="20"/>
                    </a:cubicBezTo>
                    <a:cubicBezTo>
                      <a:pt x="25" y="21"/>
                      <a:pt x="25" y="23"/>
                      <a:pt x="25" y="25"/>
                    </a:cubicBezTo>
                    <a:cubicBezTo>
                      <a:pt x="25" y="26"/>
                      <a:pt x="25" y="28"/>
                      <a:pt x="24" y="30"/>
                    </a:cubicBezTo>
                    <a:cubicBezTo>
                      <a:pt x="23" y="31"/>
                      <a:pt x="21" y="33"/>
                      <a:pt x="19" y="33"/>
                    </a:cubicBezTo>
                    <a:cubicBezTo>
                      <a:pt x="18" y="34"/>
                      <a:pt x="16" y="34"/>
                      <a:pt x="14" y="34"/>
                    </a:cubicBezTo>
                    <a:cubicBezTo>
                      <a:pt x="12" y="34"/>
                      <a:pt x="9" y="33"/>
                      <a:pt x="7" y="31"/>
                    </a:cubicBezTo>
                    <a:cubicBezTo>
                      <a:pt x="4" y="29"/>
                      <a:pt x="1" y="26"/>
                      <a:pt x="1" y="24"/>
                    </a:cubicBezTo>
                    <a:cubicBezTo>
                      <a:pt x="0" y="21"/>
                      <a:pt x="0" y="18"/>
                      <a:pt x="2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 bwMode="auto">
              <a:xfrm>
                <a:off x="2138363" y="2867026"/>
                <a:ext cx="34925" cy="49213"/>
              </a:xfrm>
              <a:custGeom>
                <a:avLst/>
                <a:gdLst>
                  <a:gd name="T0" fmla="*/ 0 w 22"/>
                  <a:gd name="T1" fmla="*/ 28 h 31"/>
                  <a:gd name="T2" fmla="*/ 16 w 22"/>
                  <a:gd name="T3" fmla="*/ 0 h 31"/>
                  <a:gd name="T4" fmla="*/ 22 w 22"/>
                  <a:gd name="T5" fmla="*/ 4 h 31"/>
                  <a:gd name="T6" fmla="*/ 6 w 22"/>
                  <a:gd name="T7" fmla="*/ 31 h 31"/>
                  <a:gd name="T8" fmla="*/ 0 w 22"/>
                  <a:gd name="T9" fmla="*/ 28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0" y="28"/>
                    </a:moveTo>
                    <a:lnTo>
                      <a:pt x="16" y="0"/>
                    </a:lnTo>
                    <a:lnTo>
                      <a:pt x="22" y="4"/>
                    </a:lnTo>
                    <a:lnTo>
                      <a:pt x="6" y="31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 bwMode="auto">
              <a:xfrm>
                <a:off x="2168526" y="2874963"/>
                <a:ext cx="44450" cy="57150"/>
              </a:xfrm>
              <a:custGeom>
                <a:avLst/>
                <a:gdLst>
                  <a:gd name="T0" fmla="*/ 0 w 28"/>
                  <a:gd name="T1" fmla="*/ 33 h 36"/>
                  <a:gd name="T2" fmla="*/ 11 w 28"/>
                  <a:gd name="T3" fmla="*/ 10 h 36"/>
                  <a:gd name="T4" fmla="*/ 3 w 28"/>
                  <a:gd name="T5" fmla="*/ 5 h 36"/>
                  <a:gd name="T6" fmla="*/ 6 w 28"/>
                  <a:gd name="T7" fmla="*/ 0 h 36"/>
                  <a:gd name="T8" fmla="*/ 28 w 28"/>
                  <a:gd name="T9" fmla="*/ 12 h 36"/>
                  <a:gd name="T10" fmla="*/ 26 w 28"/>
                  <a:gd name="T11" fmla="*/ 17 h 36"/>
                  <a:gd name="T12" fmla="*/ 17 w 28"/>
                  <a:gd name="T13" fmla="*/ 13 h 36"/>
                  <a:gd name="T14" fmla="*/ 6 w 28"/>
                  <a:gd name="T15" fmla="*/ 36 h 36"/>
                  <a:gd name="T16" fmla="*/ 0 w 28"/>
                  <a:gd name="T17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6">
                    <a:moveTo>
                      <a:pt x="0" y="33"/>
                    </a:moveTo>
                    <a:lnTo>
                      <a:pt x="11" y="10"/>
                    </a:lnTo>
                    <a:lnTo>
                      <a:pt x="3" y="5"/>
                    </a:lnTo>
                    <a:lnTo>
                      <a:pt x="6" y="0"/>
                    </a:lnTo>
                    <a:lnTo>
                      <a:pt x="28" y="12"/>
                    </a:lnTo>
                    <a:lnTo>
                      <a:pt x="26" y="17"/>
                    </a:lnTo>
                    <a:lnTo>
                      <a:pt x="17" y="13"/>
                    </a:lnTo>
                    <a:lnTo>
                      <a:pt x="6" y="36"/>
                    </a:ln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 bwMode="auto">
              <a:xfrm>
                <a:off x="2211388" y="2894013"/>
                <a:ext cx="46038" cy="57150"/>
              </a:xfrm>
              <a:custGeom>
                <a:avLst/>
                <a:gdLst>
                  <a:gd name="T0" fmla="*/ 0 w 29"/>
                  <a:gd name="T1" fmla="*/ 34 h 36"/>
                  <a:gd name="T2" fmla="*/ 5 w 29"/>
                  <a:gd name="T3" fmla="*/ 21 h 36"/>
                  <a:gd name="T4" fmla="*/ 1 w 29"/>
                  <a:gd name="T5" fmla="*/ 0 h 36"/>
                  <a:gd name="T6" fmla="*/ 8 w 29"/>
                  <a:gd name="T7" fmla="*/ 3 h 36"/>
                  <a:gd name="T8" fmla="*/ 11 w 29"/>
                  <a:gd name="T9" fmla="*/ 17 h 36"/>
                  <a:gd name="T10" fmla="*/ 22 w 29"/>
                  <a:gd name="T11" fmla="*/ 8 h 36"/>
                  <a:gd name="T12" fmla="*/ 29 w 29"/>
                  <a:gd name="T13" fmla="*/ 10 h 36"/>
                  <a:gd name="T14" fmla="*/ 11 w 29"/>
                  <a:gd name="T15" fmla="*/ 24 h 36"/>
                  <a:gd name="T16" fmla="*/ 6 w 29"/>
                  <a:gd name="T17" fmla="*/ 36 h 36"/>
                  <a:gd name="T18" fmla="*/ 0 w 29"/>
                  <a:gd name="T19" fmla="*/ 3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36">
                    <a:moveTo>
                      <a:pt x="0" y="34"/>
                    </a:moveTo>
                    <a:lnTo>
                      <a:pt x="5" y="21"/>
                    </a:lnTo>
                    <a:lnTo>
                      <a:pt x="1" y="0"/>
                    </a:lnTo>
                    <a:lnTo>
                      <a:pt x="8" y="3"/>
                    </a:lnTo>
                    <a:lnTo>
                      <a:pt x="11" y="17"/>
                    </a:lnTo>
                    <a:lnTo>
                      <a:pt x="22" y="8"/>
                    </a:lnTo>
                    <a:lnTo>
                      <a:pt x="29" y="10"/>
                    </a:lnTo>
                    <a:lnTo>
                      <a:pt x="11" y="24"/>
                    </a:lnTo>
                    <a:lnTo>
                      <a:pt x="6" y="36"/>
                    </a:lnTo>
                    <a:lnTo>
                      <a:pt x="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3" name="任意多边形: 形状 42"/>
              <p:cNvSpPr>
                <a:spLocks noEditPoints="1"/>
              </p:cNvSpPr>
              <p:nvPr/>
            </p:nvSpPr>
            <p:spPr bwMode="auto">
              <a:xfrm>
                <a:off x="2278063" y="2924176"/>
                <a:ext cx="50800" cy="53975"/>
              </a:xfrm>
              <a:custGeom>
                <a:avLst/>
                <a:gdLst>
                  <a:gd name="T0" fmla="*/ 1 w 33"/>
                  <a:gd name="T1" fmla="*/ 14 h 35"/>
                  <a:gd name="T2" fmla="*/ 4 w 33"/>
                  <a:gd name="T3" fmla="*/ 6 h 35"/>
                  <a:gd name="T4" fmla="*/ 9 w 33"/>
                  <a:gd name="T5" fmla="*/ 2 h 35"/>
                  <a:gd name="T6" fmla="*/ 13 w 33"/>
                  <a:gd name="T7" fmla="*/ 0 h 35"/>
                  <a:gd name="T8" fmla="*/ 21 w 33"/>
                  <a:gd name="T9" fmla="*/ 1 h 35"/>
                  <a:gd name="T10" fmla="*/ 31 w 33"/>
                  <a:gd name="T11" fmla="*/ 8 h 35"/>
                  <a:gd name="T12" fmla="*/ 32 w 33"/>
                  <a:gd name="T13" fmla="*/ 21 h 35"/>
                  <a:gd name="T14" fmla="*/ 25 w 33"/>
                  <a:gd name="T15" fmla="*/ 32 h 35"/>
                  <a:gd name="T16" fmla="*/ 12 w 33"/>
                  <a:gd name="T17" fmla="*/ 34 h 35"/>
                  <a:gd name="T18" fmla="*/ 2 w 33"/>
                  <a:gd name="T19" fmla="*/ 27 h 35"/>
                  <a:gd name="T20" fmla="*/ 1 w 33"/>
                  <a:gd name="T21" fmla="*/ 14 h 35"/>
                  <a:gd name="T22" fmla="*/ 8 w 33"/>
                  <a:gd name="T23" fmla="*/ 15 h 35"/>
                  <a:gd name="T24" fmla="*/ 8 w 33"/>
                  <a:gd name="T25" fmla="*/ 24 h 35"/>
                  <a:gd name="T26" fmla="*/ 14 w 33"/>
                  <a:gd name="T27" fmla="*/ 28 h 35"/>
                  <a:gd name="T28" fmla="*/ 21 w 33"/>
                  <a:gd name="T29" fmla="*/ 27 h 35"/>
                  <a:gd name="T30" fmla="*/ 25 w 33"/>
                  <a:gd name="T31" fmla="*/ 19 h 35"/>
                  <a:gd name="T32" fmla="*/ 25 w 33"/>
                  <a:gd name="T33" fmla="*/ 11 h 35"/>
                  <a:gd name="T34" fmla="*/ 19 w 33"/>
                  <a:gd name="T35" fmla="*/ 6 h 35"/>
                  <a:gd name="T36" fmla="*/ 12 w 33"/>
                  <a:gd name="T37" fmla="*/ 7 h 35"/>
                  <a:gd name="T38" fmla="*/ 8 w 33"/>
                  <a:gd name="T39" fmla="*/ 1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5">
                    <a:moveTo>
                      <a:pt x="1" y="14"/>
                    </a:moveTo>
                    <a:cubicBezTo>
                      <a:pt x="2" y="10"/>
                      <a:pt x="3" y="8"/>
                      <a:pt x="4" y="6"/>
                    </a:cubicBezTo>
                    <a:cubicBezTo>
                      <a:pt x="6" y="4"/>
                      <a:pt x="7" y="3"/>
                      <a:pt x="9" y="2"/>
                    </a:cubicBezTo>
                    <a:cubicBezTo>
                      <a:pt x="10" y="1"/>
                      <a:pt x="12" y="1"/>
                      <a:pt x="13" y="0"/>
                    </a:cubicBezTo>
                    <a:cubicBezTo>
                      <a:pt x="16" y="0"/>
                      <a:pt x="18" y="0"/>
                      <a:pt x="21" y="1"/>
                    </a:cubicBezTo>
                    <a:cubicBezTo>
                      <a:pt x="25" y="2"/>
                      <a:pt x="29" y="4"/>
                      <a:pt x="31" y="8"/>
                    </a:cubicBezTo>
                    <a:cubicBezTo>
                      <a:pt x="33" y="12"/>
                      <a:pt x="33" y="16"/>
                      <a:pt x="32" y="21"/>
                    </a:cubicBezTo>
                    <a:cubicBezTo>
                      <a:pt x="31" y="26"/>
                      <a:pt x="28" y="30"/>
                      <a:pt x="25" y="32"/>
                    </a:cubicBezTo>
                    <a:cubicBezTo>
                      <a:pt x="21" y="34"/>
                      <a:pt x="17" y="35"/>
                      <a:pt x="12" y="34"/>
                    </a:cubicBezTo>
                    <a:cubicBezTo>
                      <a:pt x="8" y="33"/>
                      <a:pt x="4" y="30"/>
                      <a:pt x="2" y="27"/>
                    </a:cubicBezTo>
                    <a:cubicBezTo>
                      <a:pt x="0" y="23"/>
                      <a:pt x="0" y="19"/>
                      <a:pt x="1" y="14"/>
                    </a:cubicBezTo>
                    <a:close/>
                    <a:moveTo>
                      <a:pt x="8" y="15"/>
                    </a:moveTo>
                    <a:cubicBezTo>
                      <a:pt x="7" y="19"/>
                      <a:pt x="7" y="22"/>
                      <a:pt x="8" y="24"/>
                    </a:cubicBezTo>
                    <a:cubicBezTo>
                      <a:pt x="9" y="26"/>
                      <a:pt x="11" y="28"/>
                      <a:pt x="14" y="28"/>
                    </a:cubicBezTo>
                    <a:cubicBezTo>
                      <a:pt x="16" y="29"/>
                      <a:pt x="19" y="28"/>
                      <a:pt x="21" y="27"/>
                    </a:cubicBezTo>
                    <a:cubicBezTo>
                      <a:pt x="23" y="26"/>
                      <a:pt x="24" y="23"/>
                      <a:pt x="25" y="19"/>
                    </a:cubicBezTo>
                    <a:cubicBezTo>
                      <a:pt x="26" y="16"/>
                      <a:pt x="26" y="13"/>
                      <a:pt x="25" y="11"/>
                    </a:cubicBezTo>
                    <a:cubicBezTo>
                      <a:pt x="24" y="8"/>
                      <a:pt x="22" y="7"/>
                      <a:pt x="19" y="6"/>
                    </a:cubicBezTo>
                    <a:cubicBezTo>
                      <a:pt x="17" y="6"/>
                      <a:pt x="14" y="6"/>
                      <a:pt x="12" y="7"/>
                    </a:cubicBezTo>
                    <a:cubicBezTo>
                      <a:pt x="10" y="9"/>
                      <a:pt x="9" y="11"/>
                      <a:pt x="8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 bwMode="auto">
              <a:xfrm>
                <a:off x="2330451" y="2933701"/>
                <a:ext cx="42863" cy="50800"/>
              </a:xfrm>
              <a:custGeom>
                <a:avLst/>
                <a:gdLst>
                  <a:gd name="T0" fmla="*/ 0 w 27"/>
                  <a:gd name="T1" fmla="*/ 31 h 32"/>
                  <a:gd name="T2" fmla="*/ 5 w 27"/>
                  <a:gd name="T3" fmla="*/ 0 h 32"/>
                  <a:gd name="T4" fmla="*/ 27 w 27"/>
                  <a:gd name="T5" fmla="*/ 3 h 32"/>
                  <a:gd name="T6" fmla="*/ 26 w 27"/>
                  <a:gd name="T7" fmla="*/ 9 h 32"/>
                  <a:gd name="T8" fmla="*/ 11 w 27"/>
                  <a:gd name="T9" fmla="*/ 6 h 32"/>
                  <a:gd name="T10" fmla="*/ 10 w 27"/>
                  <a:gd name="T11" fmla="*/ 14 h 32"/>
                  <a:gd name="T12" fmla="*/ 23 w 27"/>
                  <a:gd name="T13" fmla="*/ 16 h 32"/>
                  <a:gd name="T14" fmla="*/ 22 w 27"/>
                  <a:gd name="T15" fmla="*/ 21 h 32"/>
                  <a:gd name="T16" fmla="*/ 9 w 27"/>
                  <a:gd name="T17" fmla="*/ 18 h 32"/>
                  <a:gd name="T18" fmla="*/ 6 w 27"/>
                  <a:gd name="T19" fmla="*/ 32 h 32"/>
                  <a:gd name="T20" fmla="*/ 0 w 27"/>
                  <a:gd name="T21" fmla="*/ 3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32">
                    <a:moveTo>
                      <a:pt x="0" y="31"/>
                    </a:moveTo>
                    <a:lnTo>
                      <a:pt x="5" y="0"/>
                    </a:lnTo>
                    <a:lnTo>
                      <a:pt x="27" y="3"/>
                    </a:lnTo>
                    <a:lnTo>
                      <a:pt x="26" y="9"/>
                    </a:lnTo>
                    <a:lnTo>
                      <a:pt x="11" y="6"/>
                    </a:lnTo>
                    <a:lnTo>
                      <a:pt x="10" y="14"/>
                    </a:lnTo>
                    <a:lnTo>
                      <a:pt x="23" y="16"/>
                    </a:lnTo>
                    <a:lnTo>
                      <a:pt x="22" y="21"/>
                    </a:lnTo>
                    <a:lnTo>
                      <a:pt x="9" y="18"/>
                    </a:lnTo>
                    <a:lnTo>
                      <a:pt x="6" y="32"/>
                    </a:lnTo>
                    <a:lnTo>
                      <a:pt x="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 bwMode="auto">
              <a:xfrm>
                <a:off x="2397126" y="2941638"/>
                <a:ext cx="39688" cy="52388"/>
              </a:xfrm>
              <a:custGeom>
                <a:avLst/>
                <a:gdLst>
                  <a:gd name="T0" fmla="*/ 0 w 25"/>
                  <a:gd name="T1" fmla="*/ 32 h 33"/>
                  <a:gd name="T2" fmla="*/ 2 w 25"/>
                  <a:gd name="T3" fmla="*/ 0 h 33"/>
                  <a:gd name="T4" fmla="*/ 25 w 25"/>
                  <a:gd name="T5" fmla="*/ 1 h 33"/>
                  <a:gd name="T6" fmla="*/ 25 w 25"/>
                  <a:gd name="T7" fmla="*/ 7 h 33"/>
                  <a:gd name="T8" fmla="*/ 8 w 25"/>
                  <a:gd name="T9" fmla="*/ 6 h 33"/>
                  <a:gd name="T10" fmla="*/ 8 w 25"/>
                  <a:gd name="T11" fmla="*/ 12 h 33"/>
                  <a:gd name="T12" fmla="*/ 23 w 25"/>
                  <a:gd name="T13" fmla="*/ 13 h 33"/>
                  <a:gd name="T14" fmla="*/ 23 w 25"/>
                  <a:gd name="T15" fmla="*/ 19 h 33"/>
                  <a:gd name="T16" fmla="*/ 8 w 25"/>
                  <a:gd name="T17" fmla="*/ 18 h 33"/>
                  <a:gd name="T18" fmla="*/ 7 w 25"/>
                  <a:gd name="T19" fmla="*/ 27 h 33"/>
                  <a:gd name="T20" fmla="*/ 25 w 25"/>
                  <a:gd name="T21" fmla="*/ 28 h 33"/>
                  <a:gd name="T22" fmla="*/ 24 w 25"/>
                  <a:gd name="T23" fmla="*/ 33 h 33"/>
                  <a:gd name="T24" fmla="*/ 0 w 25"/>
                  <a:gd name="T25" fmla="*/ 3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" h="33">
                    <a:moveTo>
                      <a:pt x="0" y="32"/>
                    </a:moveTo>
                    <a:lnTo>
                      <a:pt x="2" y="0"/>
                    </a:lnTo>
                    <a:lnTo>
                      <a:pt x="25" y="1"/>
                    </a:lnTo>
                    <a:lnTo>
                      <a:pt x="25" y="7"/>
                    </a:lnTo>
                    <a:lnTo>
                      <a:pt x="8" y="6"/>
                    </a:lnTo>
                    <a:lnTo>
                      <a:pt x="8" y="12"/>
                    </a:lnTo>
                    <a:lnTo>
                      <a:pt x="23" y="13"/>
                    </a:lnTo>
                    <a:lnTo>
                      <a:pt x="23" y="19"/>
                    </a:lnTo>
                    <a:lnTo>
                      <a:pt x="8" y="18"/>
                    </a:lnTo>
                    <a:lnTo>
                      <a:pt x="7" y="27"/>
                    </a:lnTo>
                    <a:lnTo>
                      <a:pt x="25" y="28"/>
                    </a:lnTo>
                    <a:lnTo>
                      <a:pt x="24" y="33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 bwMode="auto">
              <a:xfrm>
                <a:off x="2444751" y="2943226"/>
                <a:ext cx="36513" cy="50800"/>
              </a:xfrm>
              <a:custGeom>
                <a:avLst/>
                <a:gdLst>
                  <a:gd name="T0" fmla="*/ 0 w 23"/>
                  <a:gd name="T1" fmla="*/ 32 h 32"/>
                  <a:gd name="T2" fmla="*/ 0 w 23"/>
                  <a:gd name="T3" fmla="*/ 1 h 32"/>
                  <a:gd name="T4" fmla="*/ 6 w 23"/>
                  <a:gd name="T5" fmla="*/ 0 h 32"/>
                  <a:gd name="T6" fmla="*/ 7 w 23"/>
                  <a:gd name="T7" fmla="*/ 26 h 32"/>
                  <a:gd name="T8" fmla="*/ 22 w 23"/>
                  <a:gd name="T9" fmla="*/ 26 h 32"/>
                  <a:gd name="T10" fmla="*/ 23 w 23"/>
                  <a:gd name="T11" fmla="*/ 32 h 32"/>
                  <a:gd name="T12" fmla="*/ 0 w 23"/>
                  <a:gd name="T1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2">
                    <a:moveTo>
                      <a:pt x="0" y="32"/>
                    </a:moveTo>
                    <a:lnTo>
                      <a:pt x="0" y="1"/>
                    </a:lnTo>
                    <a:lnTo>
                      <a:pt x="6" y="0"/>
                    </a:lnTo>
                    <a:lnTo>
                      <a:pt x="7" y="26"/>
                    </a:lnTo>
                    <a:lnTo>
                      <a:pt x="22" y="26"/>
                    </a:lnTo>
                    <a:lnTo>
                      <a:pt x="23" y="32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 bwMode="auto">
              <a:xfrm>
                <a:off x="2482851" y="2938463"/>
                <a:ext cx="44450" cy="53975"/>
              </a:xfrm>
              <a:custGeom>
                <a:avLst/>
                <a:gdLst>
                  <a:gd name="T0" fmla="*/ 4 w 28"/>
                  <a:gd name="T1" fmla="*/ 34 h 34"/>
                  <a:gd name="T2" fmla="*/ 0 w 28"/>
                  <a:gd name="T3" fmla="*/ 2 h 34"/>
                  <a:gd name="T4" fmla="*/ 25 w 28"/>
                  <a:gd name="T5" fmla="*/ 0 h 34"/>
                  <a:gd name="T6" fmla="*/ 25 w 28"/>
                  <a:gd name="T7" fmla="*/ 6 h 34"/>
                  <a:gd name="T8" fmla="*/ 8 w 28"/>
                  <a:gd name="T9" fmla="*/ 7 h 34"/>
                  <a:gd name="T10" fmla="*/ 8 w 28"/>
                  <a:gd name="T11" fmla="*/ 14 h 34"/>
                  <a:gd name="T12" fmla="*/ 25 w 28"/>
                  <a:gd name="T13" fmla="*/ 13 h 34"/>
                  <a:gd name="T14" fmla="*/ 25 w 28"/>
                  <a:gd name="T15" fmla="*/ 17 h 34"/>
                  <a:gd name="T16" fmla="*/ 9 w 28"/>
                  <a:gd name="T17" fmla="*/ 19 h 34"/>
                  <a:gd name="T18" fmla="*/ 10 w 28"/>
                  <a:gd name="T19" fmla="*/ 28 h 34"/>
                  <a:gd name="T20" fmla="*/ 27 w 28"/>
                  <a:gd name="T21" fmla="*/ 26 h 34"/>
                  <a:gd name="T22" fmla="*/ 28 w 28"/>
                  <a:gd name="T23" fmla="*/ 32 h 34"/>
                  <a:gd name="T24" fmla="*/ 4 w 28"/>
                  <a:gd name="T2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34">
                    <a:moveTo>
                      <a:pt x="4" y="34"/>
                    </a:moveTo>
                    <a:lnTo>
                      <a:pt x="0" y="2"/>
                    </a:lnTo>
                    <a:lnTo>
                      <a:pt x="25" y="0"/>
                    </a:lnTo>
                    <a:lnTo>
                      <a:pt x="25" y="6"/>
                    </a:lnTo>
                    <a:lnTo>
                      <a:pt x="8" y="7"/>
                    </a:lnTo>
                    <a:lnTo>
                      <a:pt x="8" y="14"/>
                    </a:lnTo>
                    <a:lnTo>
                      <a:pt x="25" y="13"/>
                    </a:lnTo>
                    <a:lnTo>
                      <a:pt x="25" y="17"/>
                    </a:lnTo>
                    <a:lnTo>
                      <a:pt x="9" y="19"/>
                    </a:lnTo>
                    <a:lnTo>
                      <a:pt x="10" y="28"/>
                    </a:lnTo>
                    <a:lnTo>
                      <a:pt x="27" y="26"/>
                    </a:lnTo>
                    <a:lnTo>
                      <a:pt x="28" y="32"/>
                    </a:lnTo>
                    <a:lnTo>
                      <a:pt x="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 bwMode="auto">
              <a:xfrm>
                <a:off x="2527301" y="2932113"/>
                <a:ext cx="47625" cy="53975"/>
              </a:xfrm>
              <a:custGeom>
                <a:avLst/>
                <a:gdLst>
                  <a:gd name="T0" fmla="*/ 24 w 31"/>
                  <a:gd name="T1" fmla="*/ 20 h 35"/>
                  <a:gd name="T2" fmla="*/ 31 w 31"/>
                  <a:gd name="T3" fmla="*/ 21 h 35"/>
                  <a:gd name="T4" fmla="*/ 27 w 31"/>
                  <a:gd name="T5" fmla="*/ 30 h 35"/>
                  <a:gd name="T6" fmla="*/ 19 w 31"/>
                  <a:gd name="T7" fmla="*/ 34 h 35"/>
                  <a:gd name="T8" fmla="*/ 8 w 31"/>
                  <a:gd name="T9" fmla="*/ 31 h 35"/>
                  <a:gd name="T10" fmla="*/ 1 w 31"/>
                  <a:gd name="T11" fmla="*/ 20 h 35"/>
                  <a:gd name="T12" fmla="*/ 3 w 31"/>
                  <a:gd name="T13" fmla="*/ 7 h 35"/>
                  <a:gd name="T14" fmla="*/ 13 w 31"/>
                  <a:gd name="T15" fmla="*/ 0 h 35"/>
                  <a:gd name="T16" fmla="*/ 24 w 31"/>
                  <a:gd name="T17" fmla="*/ 2 h 35"/>
                  <a:gd name="T18" fmla="*/ 28 w 31"/>
                  <a:gd name="T19" fmla="*/ 8 h 35"/>
                  <a:gd name="T20" fmla="*/ 22 w 31"/>
                  <a:gd name="T21" fmla="*/ 10 h 35"/>
                  <a:gd name="T22" fmla="*/ 19 w 31"/>
                  <a:gd name="T23" fmla="*/ 7 h 35"/>
                  <a:gd name="T24" fmla="*/ 14 w 31"/>
                  <a:gd name="T25" fmla="*/ 6 h 35"/>
                  <a:gd name="T26" fmla="*/ 9 w 31"/>
                  <a:gd name="T27" fmla="*/ 10 h 35"/>
                  <a:gd name="T28" fmla="*/ 8 w 31"/>
                  <a:gd name="T29" fmla="*/ 18 h 35"/>
                  <a:gd name="T30" fmla="*/ 12 w 31"/>
                  <a:gd name="T31" fmla="*/ 27 h 35"/>
                  <a:gd name="T32" fmla="*/ 18 w 31"/>
                  <a:gd name="T33" fmla="*/ 28 h 35"/>
                  <a:gd name="T34" fmla="*/ 22 w 31"/>
                  <a:gd name="T35" fmla="*/ 26 h 35"/>
                  <a:gd name="T36" fmla="*/ 24 w 31"/>
                  <a:gd name="T37" fmla="*/ 2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1" h="35">
                    <a:moveTo>
                      <a:pt x="24" y="20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5"/>
                      <a:pt x="29" y="28"/>
                      <a:pt x="27" y="30"/>
                    </a:cubicBezTo>
                    <a:cubicBezTo>
                      <a:pt x="25" y="32"/>
                      <a:pt x="23" y="33"/>
                      <a:pt x="19" y="34"/>
                    </a:cubicBezTo>
                    <a:cubicBezTo>
                      <a:pt x="15" y="35"/>
                      <a:pt x="11" y="34"/>
                      <a:pt x="8" y="31"/>
                    </a:cubicBezTo>
                    <a:cubicBezTo>
                      <a:pt x="5" y="29"/>
                      <a:pt x="2" y="25"/>
                      <a:pt x="1" y="20"/>
                    </a:cubicBezTo>
                    <a:cubicBezTo>
                      <a:pt x="0" y="15"/>
                      <a:pt x="1" y="10"/>
                      <a:pt x="3" y="7"/>
                    </a:cubicBezTo>
                    <a:cubicBezTo>
                      <a:pt x="6" y="3"/>
                      <a:pt x="9" y="1"/>
                      <a:pt x="13" y="0"/>
                    </a:cubicBezTo>
                    <a:cubicBezTo>
                      <a:pt x="17" y="0"/>
                      <a:pt x="21" y="0"/>
                      <a:pt x="24" y="2"/>
                    </a:cubicBezTo>
                    <a:cubicBezTo>
                      <a:pt x="26" y="3"/>
                      <a:pt x="27" y="5"/>
                      <a:pt x="28" y="8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1" y="9"/>
                      <a:pt x="20" y="7"/>
                      <a:pt x="19" y="7"/>
                    </a:cubicBezTo>
                    <a:cubicBezTo>
                      <a:pt x="17" y="6"/>
                      <a:pt x="16" y="6"/>
                      <a:pt x="14" y="6"/>
                    </a:cubicBezTo>
                    <a:cubicBezTo>
                      <a:pt x="12" y="6"/>
                      <a:pt x="10" y="8"/>
                      <a:pt x="9" y="10"/>
                    </a:cubicBezTo>
                    <a:cubicBezTo>
                      <a:pt x="8" y="12"/>
                      <a:pt x="7" y="15"/>
                      <a:pt x="8" y="18"/>
                    </a:cubicBezTo>
                    <a:cubicBezTo>
                      <a:pt x="9" y="23"/>
                      <a:pt x="10" y="25"/>
                      <a:pt x="12" y="27"/>
                    </a:cubicBezTo>
                    <a:cubicBezTo>
                      <a:pt x="14" y="28"/>
                      <a:pt x="16" y="29"/>
                      <a:pt x="18" y="28"/>
                    </a:cubicBezTo>
                    <a:cubicBezTo>
                      <a:pt x="20" y="28"/>
                      <a:pt x="21" y="27"/>
                      <a:pt x="22" y="26"/>
                    </a:cubicBezTo>
                    <a:cubicBezTo>
                      <a:pt x="23" y="25"/>
                      <a:pt x="24" y="23"/>
                      <a:pt x="2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 bwMode="auto">
              <a:xfrm>
                <a:off x="2571751" y="2919413"/>
                <a:ext cx="39688" cy="55563"/>
              </a:xfrm>
              <a:custGeom>
                <a:avLst/>
                <a:gdLst>
                  <a:gd name="T0" fmla="*/ 17 w 25"/>
                  <a:gd name="T1" fmla="*/ 35 h 35"/>
                  <a:gd name="T2" fmla="*/ 10 w 25"/>
                  <a:gd name="T3" fmla="*/ 9 h 35"/>
                  <a:gd name="T4" fmla="*/ 0 w 25"/>
                  <a:gd name="T5" fmla="*/ 12 h 35"/>
                  <a:gd name="T6" fmla="*/ 0 w 25"/>
                  <a:gd name="T7" fmla="*/ 6 h 35"/>
                  <a:gd name="T8" fmla="*/ 24 w 25"/>
                  <a:gd name="T9" fmla="*/ 0 h 35"/>
                  <a:gd name="T10" fmla="*/ 25 w 25"/>
                  <a:gd name="T11" fmla="*/ 5 h 35"/>
                  <a:gd name="T12" fmla="*/ 16 w 25"/>
                  <a:gd name="T13" fmla="*/ 7 h 35"/>
                  <a:gd name="T14" fmla="*/ 23 w 25"/>
                  <a:gd name="T15" fmla="*/ 33 h 35"/>
                  <a:gd name="T16" fmla="*/ 17 w 25"/>
                  <a:gd name="T17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35">
                    <a:moveTo>
                      <a:pt x="17" y="35"/>
                    </a:moveTo>
                    <a:lnTo>
                      <a:pt x="10" y="9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24" y="0"/>
                    </a:lnTo>
                    <a:lnTo>
                      <a:pt x="25" y="5"/>
                    </a:lnTo>
                    <a:lnTo>
                      <a:pt x="16" y="7"/>
                    </a:lnTo>
                    <a:lnTo>
                      <a:pt x="23" y="33"/>
                    </a:lnTo>
                    <a:lnTo>
                      <a:pt x="17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0" name="任意多边形: 形状 49"/>
              <p:cNvSpPr>
                <a:spLocks noEditPoints="1"/>
              </p:cNvSpPr>
              <p:nvPr/>
            </p:nvSpPr>
            <p:spPr bwMode="auto">
              <a:xfrm>
                <a:off x="2613026" y="2908301"/>
                <a:ext cx="58738" cy="57150"/>
              </a:xfrm>
              <a:custGeom>
                <a:avLst/>
                <a:gdLst>
                  <a:gd name="T0" fmla="*/ 11 w 39"/>
                  <a:gd name="T1" fmla="*/ 37 h 37"/>
                  <a:gd name="T2" fmla="*/ 0 w 39"/>
                  <a:gd name="T3" fmla="*/ 6 h 37"/>
                  <a:gd name="T4" fmla="*/ 13 w 39"/>
                  <a:gd name="T5" fmla="*/ 1 h 37"/>
                  <a:gd name="T6" fmla="*/ 21 w 39"/>
                  <a:gd name="T7" fmla="*/ 0 h 37"/>
                  <a:gd name="T8" fmla="*/ 25 w 39"/>
                  <a:gd name="T9" fmla="*/ 2 h 37"/>
                  <a:gd name="T10" fmla="*/ 29 w 39"/>
                  <a:gd name="T11" fmla="*/ 6 h 37"/>
                  <a:gd name="T12" fmla="*/ 28 w 39"/>
                  <a:gd name="T13" fmla="*/ 12 h 37"/>
                  <a:gd name="T14" fmla="*/ 23 w 39"/>
                  <a:gd name="T15" fmla="*/ 17 h 37"/>
                  <a:gd name="T16" fmla="*/ 28 w 39"/>
                  <a:gd name="T17" fmla="*/ 19 h 37"/>
                  <a:gd name="T18" fmla="*/ 33 w 39"/>
                  <a:gd name="T19" fmla="*/ 23 h 37"/>
                  <a:gd name="T20" fmla="*/ 39 w 39"/>
                  <a:gd name="T21" fmla="*/ 27 h 37"/>
                  <a:gd name="T22" fmla="*/ 31 w 39"/>
                  <a:gd name="T23" fmla="*/ 30 h 37"/>
                  <a:gd name="T24" fmla="*/ 24 w 39"/>
                  <a:gd name="T25" fmla="*/ 25 h 37"/>
                  <a:gd name="T26" fmla="*/ 20 w 39"/>
                  <a:gd name="T27" fmla="*/ 21 h 37"/>
                  <a:gd name="T28" fmla="*/ 17 w 39"/>
                  <a:gd name="T29" fmla="*/ 21 h 37"/>
                  <a:gd name="T30" fmla="*/ 14 w 39"/>
                  <a:gd name="T31" fmla="*/ 22 h 37"/>
                  <a:gd name="T32" fmla="*/ 13 w 39"/>
                  <a:gd name="T33" fmla="*/ 22 h 37"/>
                  <a:gd name="T34" fmla="*/ 17 w 39"/>
                  <a:gd name="T35" fmla="*/ 35 h 37"/>
                  <a:gd name="T36" fmla="*/ 11 w 39"/>
                  <a:gd name="T37" fmla="*/ 37 h 37"/>
                  <a:gd name="T38" fmla="*/ 11 w 39"/>
                  <a:gd name="T39" fmla="*/ 17 h 37"/>
                  <a:gd name="T40" fmla="*/ 16 w 39"/>
                  <a:gd name="T41" fmla="*/ 15 h 37"/>
                  <a:gd name="T42" fmla="*/ 21 w 39"/>
                  <a:gd name="T43" fmla="*/ 13 h 37"/>
                  <a:gd name="T44" fmla="*/ 22 w 39"/>
                  <a:gd name="T45" fmla="*/ 11 h 37"/>
                  <a:gd name="T46" fmla="*/ 22 w 39"/>
                  <a:gd name="T47" fmla="*/ 9 h 37"/>
                  <a:gd name="T48" fmla="*/ 20 w 39"/>
                  <a:gd name="T49" fmla="*/ 6 h 37"/>
                  <a:gd name="T50" fmla="*/ 18 w 39"/>
                  <a:gd name="T51" fmla="*/ 6 h 37"/>
                  <a:gd name="T52" fmla="*/ 13 w 39"/>
                  <a:gd name="T53" fmla="*/ 7 h 37"/>
                  <a:gd name="T54" fmla="*/ 8 w 39"/>
                  <a:gd name="T55" fmla="*/ 9 h 37"/>
                  <a:gd name="T56" fmla="*/ 11 w 39"/>
                  <a:gd name="T57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9" h="37">
                    <a:moveTo>
                      <a:pt x="11" y="37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7" y="0"/>
                      <a:pt x="19" y="0"/>
                      <a:pt x="21" y="0"/>
                    </a:cubicBezTo>
                    <a:cubicBezTo>
                      <a:pt x="23" y="0"/>
                      <a:pt x="24" y="0"/>
                      <a:pt x="25" y="2"/>
                    </a:cubicBezTo>
                    <a:cubicBezTo>
                      <a:pt x="27" y="3"/>
                      <a:pt x="28" y="4"/>
                      <a:pt x="29" y="6"/>
                    </a:cubicBezTo>
                    <a:cubicBezTo>
                      <a:pt x="29" y="8"/>
                      <a:pt x="29" y="10"/>
                      <a:pt x="28" y="12"/>
                    </a:cubicBezTo>
                    <a:cubicBezTo>
                      <a:pt x="28" y="14"/>
                      <a:pt x="26" y="16"/>
                      <a:pt x="23" y="17"/>
                    </a:cubicBezTo>
                    <a:cubicBezTo>
                      <a:pt x="25" y="18"/>
                      <a:pt x="26" y="18"/>
                      <a:pt x="28" y="19"/>
                    </a:cubicBezTo>
                    <a:cubicBezTo>
                      <a:pt x="29" y="19"/>
                      <a:pt x="31" y="21"/>
                      <a:pt x="33" y="23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3"/>
                      <a:pt x="20" y="22"/>
                      <a:pt x="20" y="21"/>
                    </a:cubicBezTo>
                    <a:cubicBezTo>
                      <a:pt x="19" y="21"/>
                      <a:pt x="18" y="21"/>
                      <a:pt x="17" y="21"/>
                    </a:cubicBezTo>
                    <a:cubicBezTo>
                      <a:pt x="16" y="21"/>
                      <a:pt x="15" y="21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7" y="35"/>
                      <a:pt x="17" y="35"/>
                      <a:pt x="17" y="35"/>
                    </a:cubicBezTo>
                    <a:lnTo>
                      <a:pt x="11" y="37"/>
                    </a:lnTo>
                    <a:close/>
                    <a:moveTo>
                      <a:pt x="11" y="17"/>
                    </a:moveTo>
                    <a:cubicBezTo>
                      <a:pt x="16" y="15"/>
                      <a:pt x="16" y="15"/>
                      <a:pt x="16" y="15"/>
                    </a:cubicBezTo>
                    <a:cubicBezTo>
                      <a:pt x="19" y="14"/>
                      <a:pt x="20" y="14"/>
                      <a:pt x="21" y="13"/>
                    </a:cubicBezTo>
                    <a:cubicBezTo>
                      <a:pt x="22" y="13"/>
                      <a:pt x="22" y="12"/>
                      <a:pt x="22" y="11"/>
                    </a:cubicBezTo>
                    <a:cubicBezTo>
                      <a:pt x="23" y="10"/>
                      <a:pt x="23" y="10"/>
                      <a:pt x="22" y="9"/>
                    </a:cubicBezTo>
                    <a:cubicBezTo>
                      <a:pt x="22" y="8"/>
                      <a:pt x="21" y="7"/>
                      <a:pt x="20" y="6"/>
                    </a:cubicBezTo>
                    <a:cubicBezTo>
                      <a:pt x="20" y="6"/>
                      <a:pt x="19" y="6"/>
                      <a:pt x="18" y="6"/>
                    </a:cubicBezTo>
                    <a:cubicBezTo>
                      <a:pt x="17" y="6"/>
                      <a:pt x="16" y="7"/>
                      <a:pt x="13" y="7"/>
                    </a:cubicBezTo>
                    <a:cubicBezTo>
                      <a:pt x="8" y="9"/>
                      <a:pt x="8" y="9"/>
                      <a:pt x="8" y="9"/>
                    </a:cubicBezTo>
                    <a:lnTo>
                      <a:pt x="11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1" name="任意多边形: 形状 50"/>
              <p:cNvSpPr>
                <a:spLocks noEditPoints="1"/>
              </p:cNvSpPr>
              <p:nvPr/>
            </p:nvSpPr>
            <p:spPr bwMode="auto">
              <a:xfrm>
                <a:off x="2663826" y="2889251"/>
                <a:ext cx="50800" cy="55563"/>
              </a:xfrm>
              <a:custGeom>
                <a:avLst/>
                <a:gdLst>
                  <a:gd name="T0" fmla="*/ 2 w 33"/>
                  <a:gd name="T1" fmla="*/ 25 h 36"/>
                  <a:gd name="T2" fmla="*/ 0 w 33"/>
                  <a:gd name="T3" fmla="*/ 16 h 36"/>
                  <a:gd name="T4" fmla="*/ 1 w 33"/>
                  <a:gd name="T5" fmla="*/ 11 h 36"/>
                  <a:gd name="T6" fmla="*/ 3 w 33"/>
                  <a:gd name="T7" fmla="*/ 6 h 36"/>
                  <a:gd name="T8" fmla="*/ 9 w 33"/>
                  <a:gd name="T9" fmla="*/ 2 h 36"/>
                  <a:gd name="T10" fmla="*/ 22 w 33"/>
                  <a:gd name="T11" fmla="*/ 2 h 36"/>
                  <a:gd name="T12" fmla="*/ 31 w 33"/>
                  <a:gd name="T13" fmla="*/ 11 h 36"/>
                  <a:gd name="T14" fmla="*/ 32 w 33"/>
                  <a:gd name="T15" fmla="*/ 24 h 36"/>
                  <a:gd name="T16" fmla="*/ 23 w 33"/>
                  <a:gd name="T17" fmla="*/ 33 h 36"/>
                  <a:gd name="T18" fmla="*/ 11 w 33"/>
                  <a:gd name="T19" fmla="*/ 34 h 36"/>
                  <a:gd name="T20" fmla="*/ 2 w 33"/>
                  <a:gd name="T21" fmla="*/ 25 h 36"/>
                  <a:gd name="T22" fmla="*/ 8 w 33"/>
                  <a:gd name="T23" fmla="*/ 22 h 36"/>
                  <a:gd name="T24" fmla="*/ 14 w 33"/>
                  <a:gd name="T25" fmla="*/ 28 h 36"/>
                  <a:gd name="T26" fmla="*/ 21 w 33"/>
                  <a:gd name="T27" fmla="*/ 28 h 36"/>
                  <a:gd name="T28" fmla="*/ 26 w 33"/>
                  <a:gd name="T29" fmla="*/ 23 h 36"/>
                  <a:gd name="T30" fmla="*/ 24 w 33"/>
                  <a:gd name="T31" fmla="*/ 14 h 36"/>
                  <a:gd name="T32" fmla="*/ 19 w 33"/>
                  <a:gd name="T33" fmla="*/ 7 h 36"/>
                  <a:gd name="T34" fmla="*/ 12 w 33"/>
                  <a:gd name="T35" fmla="*/ 7 h 36"/>
                  <a:gd name="T36" fmla="*/ 7 w 33"/>
                  <a:gd name="T37" fmla="*/ 13 h 36"/>
                  <a:gd name="T38" fmla="*/ 8 w 33"/>
                  <a:gd name="T3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36">
                    <a:moveTo>
                      <a:pt x="2" y="25"/>
                    </a:moveTo>
                    <a:cubicBezTo>
                      <a:pt x="0" y="21"/>
                      <a:pt x="0" y="19"/>
                      <a:pt x="0" y="16"/>
                    </a:cubicBezTo>
                    <a:cubicBezTo>
                      <a:pt x="0" y="14"/>
                      <a:pt x="0" y="13"/>
                      <a:pt x="1" y="11"/>
                    </a:cubicBezTo>
                    <a:cubicBezTo>
                      <a:pt x="1" y="9"/>
                      <a:pt x="2" y="8"/>
                      <a:pt x="3" y="6"/>
                    </a:cubicBezTo>
                    <a:cubicBezTo>
                      <a:pt x="5" y="5"/>
                      <a:pt x="7" y="3"/>
                      <a:pt x="9" y="2"/>
                    </a:cubicBezTo>
                    <a:cubicBezTo>
                      <a:pt x="14" y="0"/>
                      <a:pt x="18" y="0"/>
                      <a:pt x="22" y="2"/>
                    </a:cubicBezTo>
                    <a:cubicBezTo>
                      <a:pt x="26" y="3"/>
                      <a:pt x="29" y="6"/>
                      <a:pt x="31" y="11"/>
                    </a:cubicBezTo>
                    <a:cubicBezTo>
                      <a:pt x="33" y="16"/>
                      <a:pt x="33" y="21"/>
                      <a:pt x="32" y="24"/>
                    </a:cubicBezTo>
                    <a:cubicBezTo>
                      <a:pt x="31" y="28"/>
                      <a:pt x="28" y="31"/>
                      <a:pt x="23" y="33"/>
                    </a:cubicBezTo>
                    <a:cubicBezTo>
                      <a:pt x="19" y="35"/>
                      <a:pt x="15" y="36"/>
                      <a:pt x="11" y="34"/>
                    </a:cubicBezTo>
                    <a:cubicBezTo>
                      <a:pt x="7" y="32"/>
                      <a:pt x="4" y="29"/>
                      <a:pt x="2" y="25"/>
                    </a:cubicBezTo>
                    <a:close/>
                    <a:moveTo>
                      <a:pt x="8" y="22"/>
                    </a:moveTo>
                    <a:cubicBezTo>
                      <a:pt x="9" y="25"/>
                      <a:pt x="11" y="27"/>
                      <a:pt x="14" y="28"/>
                    </a:cubicBezTo>
                    <a:cubicBezTo>
                      <a:pt x="16" y="29"/>
                      <a:pt x="18" y="29"/>
                      <a:pt x="21" y="28"/>
                    </a:cubicBezTo>
                    <a:cubicBezTo>
                      <a:pt x="23" y="27"/>
                      <a:pt x="25" y="25"/>
                      <a:pt x="26" y="23"/>
                    </a:cubicBezTo>
                    <a:cubicBezTo>
                      <a:pt x="26" y="20"/>
                      <a:pt x="26" y="17"/>
                      <a:pt x="24" y="14"/>
                    </a:cubicBezTo>
                    <a:cubicBezTo>
                      <a:pt x="23" y="11"/>
                      <a:pt x="21" y="8"/>
                      <a:pt x="19" y="7"/>
                    </a:cubicBezTo>
                    <a:cubicBezTo>
                      <a:pt x="16" y="6"/>
                      <a:pt x="14" y="6"/>
                      <a:pt x="12" y="7"/>
                    </a:cubicBezTo>
                    <a:cubicBezTo>
                      <a:pt x="9" y="9"/>
                      <a:pt x="7" y="10"/>
                      <a:pt x="7" y="13"/>
                    </a:cubicBezTo>
                    <a:cubicBezTo>
                      <a:pt x="6" y="15"/>
                      <a:pt x="6" y="18"/>
                      <a:pt x="8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 bwMode="auto">
              <a:xfrm>
                <a:off x="2705101" y="2860676"/>
                <a:ext cx="58738" cy="65088"/>
              </a:xfrm>
              <a:custGeom>
                <a:avLst/>
                <a:gdLst>
                  <a:gd name="T0" fmla="*/ 15 w 37"/>
                  <a:gd name="T1" fmla="*/ 41 h 41"/>
                  <a:gd name="T2" fmla="*/ 0 w 37"/>
                  <a:gd name="T3" fmla="*/ 13 h 41"/>
                  <a:gd name="T4" fmla="*/ 5 w 37"/>
                  <a:gd name="T5" fmla="*/ 10 h 41"/>
                  <a:gd name="T6" fmla="*/ 27 w 37"/>
                  <a:gd name="T7" fmla="*/ 22 h 41"/>
                  <a:gd name="T8" fmla="*/ 16 w 37"/>
                  <a:gd name="T9" fmla="*/ 3 h 41"/>
                  <a:gd name="T10" fmla="*/ 21 w 37"/>
                  <a:gd name="T11" fmla="*/ 0 h 41"/>
                  <a:gd name="T12" fmla="*/ 37 w 37"/>
                  <a:gd name="T13" fmla="*/ 28 h 41"/>
                  <a:gd name="T14" fmla="*/ 32 w 37"/>
                  <a:gd name="T15" fmla="*/ 31 h 41"/>
                  <a:gd name="T16" fmla="*/ 10 w 37"/>
                  <a:gd name="T17" fmla="*/ 20 h 41"/>
                  <a:gd name="T18" fmla="*/ 20 w 37"/>
                  <a:gd name="T19" fmla="*/ 38 h 41"/>
                  <a:gd name="T20" fmla="*/ 15 w 37"/>
                  <a:gd name="T2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41">
                    <a:moveTo>
                      <a:pt x="15" y="41"/>
                    </a:moveTo>
                    <a:lnTo>
                      <a:pt x="0" y="13"/>
                    </a:lnTo>
                    <a:lnTo>
                      <a:pt x="5" y="10"/>
                    </a:lnTo>
                    <a:lnTo>
                      <a:pt x="27" y="22"/>
                    </a:lnTo>
                    <a:lnTo>
                      <a:pt x="16" y="3"/>
                    </a:lnTo>
                    <a:lnTo>
                      <a:pt x="21" y="0"/>
                    </a:lnTo>
                    <a:lnTo>
                      <a:pt x="37" y="28"/>
                    </a:lnTo>
                    <a:lnTo>
                      <a:pt x="32" y="31"/>
                    </a:lnTo>
                    <a:lnTo>
                      <a:pt x="10" y="20"/>
                    </a:lnTo>
                    <a:lnTo>
                      <a:pt x="20" y="38"/>
                    </a:lnTo>
                    <a:lnTo>
                      <a:pt x="15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 bwMode="auto">
              <a:xfrm>
                <a:off x="2744788" y="2852738"/>
                <a:ext cx="36513" cy="47625"/>
              </a:xfrm>
              <a:custGeom>
                <a:avLst/>
                <a:gdLst>
                  <a:gd name="T0" fmla="*/ 17 w 23"/>
                  <a:gd name="T1" fmla="*/ 30 h 30"/>
                  <a:gd name="T2" fmla="*/ 0 w 23"/>
                  <a:gd name="T3" fmla="*/ 2 h 30"/>
                  <a:gd name="T4" fmla="*/ 6 w 23"/>
                  <a:gd name="T5" fmla="*/ 0 h 30"/>
                  <a:gd name="T6" fmla="*/ 23 w 23"/>
                  <a:gd name="T7" fmla="*/ 27 h 30"/>
                  <a:gd name="T8" fmla="*/ 17 w 23"/>
                  <a:gd name="T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0">
                    <a:moveTo>
                      <a:pt x="17" y="30"/>
                    </a:moveTo>
                    <a:lnTo>
                      <a:pt x="0" y="2"/>
                    </a:lnTo>
                    <a:lnTo>
                      <a:pt x="6" y="0"/>
                    </a:lnTo>
                    <a:lnTo>
                      <a:pt x="23" y="27"/>
                    </a:lnTo>
                    <a:lnTo>
                      <a:pt x="17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 bwMode="auto">
              <a:xfrm>
                <a:off x="2765426" y="2830513"/>
                <a:ext cx="50800" cy="52388"/>
              </a:xfrm>
              <a:custGeom>
                <a:avLst/>
                <a:gdLst>
                  <a:gd name="T0" fmla="*/ 25 w 33"/>
                  <a:gd name="T1" fmla="*/ 16 h 34"/>
                  <a:gd name="T2" fmla="*/ 32 w 33"/>
                  <a:gd name="T3" fmla="*/ 14 h 34"/>
                  <a:gd name="T4" fmla="*/ 32 w 33"/>
                  <a:gd name="T5" fmla="*/ 23 h 34"/>
                  <a:gd name="T6" fmla="*/ 27 w 33"/>
                  <a:gd name="T7" fmla="*/ 31 h 34"/>
                  <a:gd name="T8" fmla="*/ 15 w 33"/>
                  <a:gd name="T9" fmla="*/ 33 h 34"/>
                  <a:gd name="T10" fmla="*/ 5 w 33"/>
                  <a:gd name="T11" fmla="*/ 26 h 34"/>
                  <a:gd name="T12" fmla="*/ 1 w 33"/>
                  <a:gd name="T13" fmla="*/ 13 h 34"/>
                  <a:gd name="T14" fmla="*/ 7 w 33"/>
                  <a:gd name="T15" fmla="*/ 3 h 34"/>
                  <a:gd name="T16" fmla="*/ 17 w 33"/>
                  <a:gd name="T17" fmla="*/ 0 h 34"/>
                  <a:gd name="T18" fmla="*/ 23 w 33"/>
                  <a:gd name="T19" fmla="*/ 3 h 34"/>
                  <a:gd name="T20" fmla="*/ 19 w 33"/>
                  <a:gd name="T21" fmla="*/ 8 h 34"/>
                  <a:gd name="T22" fmla="*/ 15 w 33"/>
                  <a:gd name="T23" fmla="*/ 6 h 34"/>
                  <a:gd name="T24" fmla="*/ 10 w 33"/>
                  <a:gd name="T25" fmla="*/ 8 h 34"/>
                  <a:gd name="T26" fmla="*/ 7 w 33"/>
                  <a:gd name="T27" fmla="*/ 13 h 34"/>
                  <a:gd name="T28" fmla="*/ 10 w 33"/>
                  <a:gd name="T29" fmla="*/ 21 h 34"/>
                  <a:gd name="T30" fmla="*/ 17 w 33"/>
                  <a:gd name="T31" fmla="*/ 27 h 34"/>
                  <a:gd name="T32" fmla="*/ 23 w 33"/>
                  <a:gd name="T33" fmla="*/ 26 h 34"/>
                  <a:gd name="T34" fmla="*/ 26 w 33"/>
                  <a:gd name="T35" fmla="*/ 22 h 34"/>
                  <a:gd name="T36" fmla="*/ 25 w 33"/>
                  <a:gd name="T37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3" h="34">
                    <a:moveTo>
                      <a:pt x="25" y="16"/>
                    </a:moveTo>
                    <a:cubicBezTo>
                      <a:pt x="32" y="14"/>
                      <a:pt x="32" y="14"/>
                      <a:pt x="32" y="14"/>
                    </a:cubicBezTo>
                    <a:cubicBezTo>
                      <a:pt x="33" y="18"/>
                      <a:pt x="33" y="21"/>
                      <a:pt x="32" y="23"/>
                    </a:cubicBezTo>
                    <a:cubicBezTo>
                      <a:pt x="31" y="26"/>
                      <a:pt x="30" y="29"/>
                      <a:pt x="27" y="31"/>
                    </a:cubicBezTo>
                    <a:cubicBezTo>
                      <a:pt x="23" y="33"/>
                      <a:pt x="19" y="34"/>
                      <a:pt x="15" y="33"/>
                    </a:cubicBezTo>
                    <a:cubicBezTo>
                      <a:pt x="11" y="33"/>
                      <a:pt x="8" y="30"/>
                      <a:pt x="5" y="26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9"/>
                      <a:pt x="3" y="6"/>
                      <a:pt x="7" y="3"/>
                    </a:cubicBezTo>
                    <a:cubicBezTo>
                      <a:pt x="10" y="0"/>
                      <a:pt x="14" y="0"/>
                      <a:pt x="17" y="0"/>
                    </a:cubicBezTo>
                    <a:cubicBezTo>
                      <a:pt x="19" y="0"/>
                      <a:pt x="21" y="1"/>
                      <a:pt x="23" y="3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6"/>
                      <a:pt x="15" y="6"/>
                    </a:cubicBezTo>
                    <a:cubicBezTo>
                      <a:pt x="13" y="6"/>
                      <a:pt x="12" y="7"/>
                      <a:pt x="10" y="8"/>
                    </a:cubicBezTo>
                    <a:cubicBezTo>
                      <a:pt x="8" y="9"/>
                      <a:pt x="7" y="11"/>
                      <a:pt x="7" y="13"/>
                    </a:cubicBezTo>
                    <a:cubicBezTo>
                      <a:pt x="7" y="16"/>
                      <a:pt x="8" y="18"/>
                      <a:pt x="10" y="21"/>
                    </a:cubicBezTo>
                    <a:cubicBezTo>
                      <a:pt x="12" y="25"/>
                      <a:pt x="15" y="27"/>
                      <a:pt x="17" y="27"/>
                    </a:cubicBezTo>
                    <a:cubicBezTo>
                      <a:pt x="19" y="28"/>
                      <a:pt x="21" y="27"/>
                      <a:pt x="23" y="26"/>
                    </a:cubicBezTo>
                    <a:cubicBezTo>
                      <a:pt x="25" y="25"/>
                      <a:pt x="26" y="24"/>
                      <a:pt x="26" y="22"/>
                    </a:cubicBezTo>
                    <a:cubicBezTo>
                      <a:pt x="26" y="20"/>
                      <a:pt x="26" y="18"/>
                      <a:pt x="25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 bwMode="auto">
              <a:xfrm>
                <a:off x="2813051" y="2779713"/>
                <a:ext cx="53975" cy="53975"/>
              </a:xfrm>
              <a:custGeom>
                <a:avLst/>
                <a:gdLst>
                  <a:gd name="T0" fmla="*/ 30 w 34"/>
                  <a:gd name="T1" fmla="*/ 34 h 34"/>
                  <a:gd name="T2" fmla="*/ 11 w 34"/>
                  <a:gd name="T3" fmla="*/ 14 h 34"/>
                  <a:gd name="T4" fmla="*/ 4 w 34"/>
                  <a:gd name="T5" fmla="*/ 21 h 34"/>
                  <a:gd name="T6" fmla="*/ 0 w 34"/>
                  <a:gd name="T7" fmla="*/ 17 h 34"/>
                  <a:gd name="T8" fmla="*/ 20 w 34"/>
                  <a:gd name="T9" fmla="*/ 0 h 34"/>
                  <a:gd name="T10" fmla="*/ 23 w 34"/>
                  <a:gd name="T11" fmla="*/ 4 h 34"/>
                  <a:gd name="T12" fmla="*/ 16 w 34"/>
                  <a:gd name="T13" fmla="*/ 11 h 34"/>
                  <a:gd name="T14" fmla="*/ 34 w 34"/>
                  <a:gd name="T15" fmla="*/ 30 h 34"/>
                  <a:gd name="T16" fmla="*/ 30 w 34"/>
                  <a:gd name="T1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0" y="34"/>
                    </a:moveTo>
                    <a:lnTo>
                      <a:pt x="11" y="14"/>
                    </a:lnTo>
                    <a:lnTo>
                      <a:pt x="4" y="21"/>
                    </a:lnTo>
                    <a:lnTo>
                      <a:pt x="0" y="17"/>
                    </a:lnTo>
                    <a:lnTo>
                      <a:pt x="20" y="0"/>
                    </a:lnTo>
                    <a:lnTo>
                      <a:pt x="23" y="4"/>
                    </a:lnTo>
                    <a:lnTo>
                      <a:pt x="16" y="11"/>
                    </a:lnTo>
                    <a:lnTo>
                      <a:pt x="34" y="30"/>
                    </a:lnTo>
                    <a:lnTo>
                      <a:pt x="3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 bwMode="auto">
              <a:xfrm>
                <a:off x="2846388" y="2749551"/>
                <a:ext cx="61913" cy="61913"/>
              </a:xfrm>
              <a:custGeom>
                <a:avLst/>
                <a:gdLst>
                  <a:gd name="T0" fmla="*/ 23 w 39"/>
                  <a:gd name="T1" fmla="*/ 39 h 39"/>
                  <a:gd name="T2" fmla="*/ 0 w 39"/>
                  <a:gd name="T3" fmla="*/ 17 h 39"/>
                  <a:gd name="T4" fmla="*/ 16 w 39"/>
                  <a:gd name="T5" fmla="*/ 0 h 39"/>
                  <a:gd name="T6" fmla="*/ 20 w 39"/>
                  <a:gd name="T7" fmla="*/ 3 h 39"/>
                  <a:gd name="T8" fmla="*/ 9 w 39"/>
                  <a:gd name="T9" fmla="*/ 16 h 39"/>
                  <a:gd name="T10" fmla="*/ 13 w 39"/>
                  <a:gd name="T11" fmla="*/ 21 h 39"/>
                  <a:gd name="T12" fmla="*/ 24 w 39"/>
                  <a:gd name="T13" fmla="*/ 9 h 39"/>
                  <a:gd name="T14" fmla="*/ 28 w 39"/>
                  <a:gd name="T15" fmla="*/ 13 h 39"/>
                  <a:gd name="T16" fmla="*/ 17 w 39"/>
                  <a:gd name="T17" fmla="*/ 25 h 39"/>
                  <a:gd name="T18" fmla="*/ 24 w 39"/>
                  <a:gd name="T19" fmla="*/ 31 h 39"/>
                  <a:gd name="T20" fmla="*/ 36 w 39"/>
                  <a:gd name="T21" fmla="*/ 18 h 39"/>
                  <a:gd name="T22" fmla="*/ 39 w 39"/>
                  <a:gd name="T23" fmla="*/ 22 h 39"/>
                  <a:gd name="T24" fmla="*/ 23 w 39"/>
                  <a:gd name="T25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39">
                    <a:moveTo>
                      <a:pt x="23" y="39"/>
                    </a:moveTo>
                    <a:lnTo>
                      <a:pt x="0" y="17"/>
                    </a:lnTo>
                    <a:lnTo>
                      <a:pt x="16" y="0"/>
                    </a:lnTo>
                    <a:lnTo>
                      <a:pt x="20" y="3"/>
                    </a:lnTo>
                    <a:lnTo>
                      <a:pt x="9" y="16"/>
                    </a:lnTo>
                    <a:lnTo>
                      <a:pt x="13" y="21"/>
                    </a:lnTo>
                    <a:lnTo>
                      <a:pt x="24" y="9"/>
                    </a:lnTo>
                    <a:lnTo>
                      <a:pt x="28" y="13"/>
                    </a:lnTo>
                    <a:lnTo>
                      <a:pt x="17" y="25"/>
                    </a:lnTo>
                    <a:lnTo>
                      <a:pt x="24" y="31"/>
                    </a:lnTo>
                    <a:lnTo>
                      <a:pt x="36" y="18"/>
                    </a:lnTo>
                    <a:lnTo>
                      <a:pt x="39" y="22"/>
                    </a:lnTo>
                    <a:lnTo>
                      <a:pt x="23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 bwMode="auto">
              <a:xfrm>
                <a:off x="2882901" y="2717801"/>
                <a:ext cx="52388" cy="52388"/>
              </a:xfrm>
              <a:custGeom>
                <a:avLst/>
                <a:gdLst>
                  <a:gd name="T0" fmla="*/ 25 w 34"/>
                  <a:gd name="T1" fmla="*/ 14 h 34"/>
                  <a:gd name="T2" fmla="*/ 30 w 34"/>
                  <a:gd name="T3" fmla="*/ 10 h 34"/>
                  <a:gd name="T4" fmla="*/ 34 w 34"/>
                  <a:gd name="T5" fmla="*/ 19 h 34"/>
                  <a:gd name="T6" fmla="*/ 30 w 34"/>
                  <a:gd name="T7" fmla="*/ 28 h 34"/>
                  <a:gd name="T8" fmla="*/ 20 w 34"/>
                  <a:gd name="T9" fmla="*/ 33 h 34"/>
                  <a:gd name="T10" fmla="*/ 8 w 34"/>
                  <a:gd name="T11" fmla="*/ 29 h 34"/>
                  <a:gd name="T12" fmla="*/ 0 w 34"/>
                  <a:gd name="T13" fmla="*/ 18 h 34"/>
                  <a:gd name="T14" fmla="*/ 4 w 34"/>
                  <a:gd name="T15" fmla="*/ 6 h 34"/>
                  <a:gd name="T16" fmla="*/ 13 w 34"/>
                  <a:gd name="T17" fmla="*/ 1 h 34"/>
                  <a:gd name="T18" fmla="*/ 19 w 34"/>
                  <a:gd name="T19" fmla="*/ 2 h 34"/>
                  <a:gd name="T20" fmla="*/ 17 w 34"/>
                  <a:gd name="T21" fmla="*/ 8 h 34"/>
                  <a:gd name="T22" fmla="*/ 12 w 34"/>
                  <a:gd name="T23" fmla="*/ 7 h 34"/>
                  <a:gd name="T24" fmla="*/ 8 w 34"/>
                  <a:gd name="T25" fmla="*/ 10 h 34"/>
                  <a:gd name="T26" fmla="*/ 6 w 34"/>
                  <a:gd name="T27" fmla="*/ 16 h 34"/>
                  <a:gd name="T28" fmla="*/ 12 w 34"/>
                  <a:gd name="T29" fmla="*/ 23 h 34"/>
                  <a:gd name="T30" fmla="*/ 20 w 34"/>
                  <a:gd name="T31" fmla="*/ 27 h 34"/>
                  <a:gd name="T32" fmla="*/ 26 w 34"/>
                  <a:gd name="T33" fmla="*/ 24 h 34"/>
                  <a:gd name="T34" fmla="*/ 27 w 34"/>
                  <a:gd name="T35" fmla="*/ 19 h 34"/>
                  <a:gd name="T36" fmla="*/ 25 w 34"/>
                  <a:gd name="T37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34">
                    <a:moveTo>
                      <a:pt x="25" y="14"/>
                    </a:moveTo>
                    <a:cubicBezTo>
                      <a:pt x="30" y="10"/>
                      <a:pt x="30" y="10"/>
                      <a:pt x="30" y="10"/>
                    </a:cubicBezTo>
                    <a:cubicBezTo>
                      <a:pt x="33" y="13"/>
                      <a:pt x="34" y="16"/>
                      <a:pt x="34" y="19"/>
                    </a:cubicBezTo>
                    <a:cubicBezTo>
                      <a:pt x="33" y="22"/>
                      <a:pt x="32" y="25"/>
                      <a:pt x="30" y="28"/>
                    </a:cubicBezTo>
                    <a:cubicBezTo>
                      <a:pt x="27" y="31"/>
                      <a:pt x="24" y="33"/>
                      <a:pt x="20" y="33"/>
                    </a:cubicBezTo>
                    <a:cubicBezTo>
                      <a:pt x="16" y="34"/>
                      <a:pt x="12" y="32"/>
                      <a:pt x="8" y="29"/>
                    </a:cubicBezTo>
                    <a:cubicBezTo>
                      <a:pt x="3" y="25"/>
                      <a:pt x="1" y="22"/>
                      <a:pt x="0" y="18"/>
                    </a:cubicBezTo>
                    <a:cubicBezTo>
                      <a:pt x="0" y="14"/>
                      <a:pt x="1" y="10"/>
                      <a:pt x="4" y="6"/>
                    </a:cubicBezTo>
                    <a:cubicBezTo>
                      <a:pt x="6" y="3"/>
                      <a:pt x="9" y="1"/>
                      <a:pt x="13" y="1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5" y="7"/>
                      <a:pt x="13" y="7"/>
                      <a:pt x="12" y="7"/>
                    </a:cubicBezTo>
                    <a:cubicBezTo>
                      <a:pt x="10" y="8"/>
                      <a:pt x="9" y="8"/>
                      <a:pt x="8" y="10"/>
                    </a:cubicBezTo>
                    <a:cubicBezTo>
                      <a:pt x="6" y="12"/>
                      <a:pt x="6" y="14"/>
                      <a:pt x="6" y="16"/>
                    </a:cubicBezTo>
                    <a:cubicBezTo>
                      <a:pt x="7" y="18"/>
                      <a:pt x="9" y="21"/>
                      <a:pt x="12" y="23"/>
                    </a:cubicBezTo>
                    <a:cubicBezTo>
                      <a:pt x="15" y="26"/>
                      <a:pt x="18" y="27"/>
                      <a:pt x="20" y="27"/>
                    </a:cubicBezTo>
                    <a:cubicBezTo>
                      <a:pt x="22" y="27"/>
                      <a:pt x="24" y="26"/>
                      <a:pt x="26" y="24"/>
                    </a:cubicBezTo>
                    <a:cubicBezTo>
                      <a:pt x="27" y="23"/>
                      <a:pt x="27" y="21"/>
                      <a:pt x="27" y="19"/>
                    </a:cubicBezTo>
                    <a:cubicBezTo>
                      <a:pt x="27" y="18"/>
                      <a:pt x="26" y="16"/>
                      <a:pt x="2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 bwMode="auto">
              <a:xfrm>
                <a:off x="2905126" y="2673351"/>
                <a:ext cx="63500" cy="63500"/>
              </a:xfrm>
              <a:custGeom>
                <a:avLst/>
                <a:gdLst>
                  <a:gd name="T0" fmla="*/ 27 w 40"/>
                  <a:gd name="T1" fmla="*/ 40 h 40"/>
                  <a:gd name="T2" fmla="*/ 0 w 40"/>
                  <a:gd name="T3" fmla="*/ 21 h 40"/>
                  <a:gd name="T4" fmla="*/ 3 w 40"/>
                  <a:gd name="T5" fmla="*/ 16 h 40"/>
                  <a:gd name="T6" fmla="*/ 14 w 40"/>
                  <a:gd name="T7" fmla="*/ 23 h 40"/>
                  <a:gd name="T8" fmla="*/ 21 w 40"/>
                  <a:gd name="T9" fmla="*/ 13 h 40"/>
                  <a:gd name="T10" fmla="*/ 10 w 40"/>
                  <a:gd name="T11" fmla="*/ 6 h 40"/>
                  <a:gd name="T12" fmla="*/ 14 w 40"/>
                  <a:gd name="T13" fmla="*/ 0 h 40"/>
                  <a:gd name="T14" fmla="*/ 40 w 40"/>
                  <a:gd name="T15" fmla="*/ 18 h 40"/>
                  <a:gd name="T16" fmla="*/ 37 w 40"/>
                  <a:gd name="T17" fmla="*/ 23 h 40"/>
                  <a:gd name="T18" fmla="*/ 26 w 40"/>
                  <a:gd name="T19" fmla="*/ 15 h 40"/>
                  <a:gd name="T20" fmla="*/ 18 w 40"/>
                  <a:gd name="T21" fmla="*/ 26 h 40"/>
                  <a:gd name="T22" fmla="*/ 30 w 40"/>
                  <a:gd name="T23" fmla="*/ 34 h 40"/>
                  <a:gd name="T24" fmla="*/ 27 w 40"/>
                  <a:gd name="T25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40">
                    <a:moveTo>
                      <a:pt x="27" y="40"/>
                    </a:moveTo>
                    <a:lnTo>
                      <a:pt x="0" y="21"/>
                    </a:lnTo>
                    <a:lnTo>
                      <a:pt x="3" y="16"/>
                    </a:lnTo>
                    <a:lnTo>
                      <a:pt x="14" y="23"/>
                    </a:lnTo>
                    <a:lnTo>
                      <a:pt x="21" y="13"/>
                    </a:lnTo>
                    <a:lnTo>
                      <a:pt x="10" y="6"/>
                    </a:lnTo>
                    <a:lnTo>
                      <a:pt x="14" y="0"/>
                    </a:lnTo>
                    <a:lnTo>
                      <a:pt x="40" y="18"/>
                    </a:lnTo>
                    <a:lnTo>
                      <a:pt x="37" y="23"/>
                    </a:lnTo>
                    <a:lnTo>
                      <a:pt x="26" y="15"/>
                    </a:lnTo>
                    <a:lnTo>
                      <a:pt x="18" y="26"/>
                    </a:lnTo>
                    <a:lnTo>
                      <a:pt x="30" y="34"/>
                    </a:lnTo>
                    <a:lnTo>
                      <a:pt x="27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 bwMode="auto">
              <a:xfrm>
                <a:off x="2930526" y="2633663"/>
                <a:ext cx="65088" cy="58738"/>
              </a:xfrm>
              <a:custGeom>
                <a:avLst/>
                <a:gdLst>
                  <a:gd name="T0" fmla="*/ 28 w 41"/>
                  <a:gd name="T1" fmla="*/ 37 h 37"/>
                  <a:gd name="T2" fmla="*/ 0 w 41"/>
                  <a:gd name="T3" fmla="*/ 21 h 37"/>
                  <a:gd name="T4" fmla="*/ 4 w 41"/>
                  <a:gd name="T5" fmla="*/ 16 h 37"/>
                  <a:gd name="T6" fmla="*/ 28 w 41"/>
                  <a:gd name="T7" fmla="*/ 15 h 37"/>
                  <a:gd name="T8" fmla="*/ 10 w 41"/>
                  <a:gd name="T9" fmla="*/ 4 h 37"/>
                  <a:gd name="T10" fmla="*/ 13 w 41"/>
                  <a:gd name="T11" fmla="*/ 0 h 37"/>
                  <a:gd name="T12" fmla="*/ 41 w 41"/>
                  <a:gd name="T13" fmla="*/ 15 h 37"/>
                  <a:gd name="T14" fmla="*/ 38 w 41"/>
                  <a:gd name="T15" fmla="*/ 20 h 37"/>
                  <a:gd name="T16" fmla="*/ 13 w 41"/>
                  <a:gd name="T17" fmla="*/ 22 h 37"/>
                  <a:gd name="T18" fmla="*/ 31 w 41"/>
                  <a:gd name="T19" fmla="*/ 32 h 37"/>
                  <a:gd name="T20" fmla="*/ 28 w 41"/>
                  <a:gd name="T2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" h="37">
                    <a:moveTo>
                      <a:pt x="28" y="37"/>
                    </a:moveTo>
                    <a:lnTo>
                      <a:pt x="0" y="21"/>
                    </a:lnTo>
                    <a:lnTo>
                      <a:pt x="4" y="16"/>
                    </a:lnTo>
                    <a:lnTo>
                      <a:pt x="28" y="15"/>
                    </a:lnTo>
                    <a:lnTo>
                      <a:pt x="10" y="4"/>
                    </a:lnTo>
                    <a:lnTo>
                      <a:pt x="13" y="0"/>
                    </a:lnTo>
                    <a:lnTo>
                      <a:pt x="41" y="15"/>
                    </a:lnTo>
                    <a:lnTo>
                      <a:pt x="38" y="20"/>
                    </a:lnTo>
                    <a:lnTo>
                      <a:pt x="13" y="22"/>
                    </a:lnTo>
                    <a:lnTo>
                      <a:pt x="31" y="32"/>
                    </a:lnTo>
                    <a:lnTo>
                      <a:pt x="28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0" name="任意多边形: 形状 59"/>
              <p:cNvSpPr>
                <a:spLocks noEditPoints="1"/>
              </p:cNvSpPr>
              <p:nvPr/>
            </p:nvSpPr>
            <p:spPr bwMode="auto">
              <a:xfrm>
                <a:off x="2959101" y="2589213"/>
                <a:ext cx="53975" cy="52388"/>
              </a:xfrm>
              <a:custGeom>
                <a:avLst/>
                <a:gdLst>
                  <a:gd name="T0" fmla="*/ 11 w 35"/>
                  <a:gd name="T1" fmla="*/ 31 h 34"/>
                  <a:gd name="T2" fmla="*/ 4 w 35"/>
                  <a:gd name="T3" fmla="*/ 27 h 34"/>
                  <a:gd name="T4" fmla="*/ 1 w 35"/>
                  <a:gd name="T5" fmla="*/ 22 h 34"/>
                  <a:gd name="T6" fmla="*/ 0 w 35"/>
                  <a:gd name="T7" fmla="*/ 17 h 34"/>
                  <a:gd name="T8" fmla="*/ 2 w 35"/>
                  <a:gd name="T9" fmla="*/ 10 h 34"/>
                  <a:gd name="T10" fmla="*/ 10 w 35"/>
                  <a:gd name="T11" fmla="*/ 1 h 34"/>
                  <a:gd name="T12" fmla="*/ 24 w 35"/>
                  <a:gd name="T13" fmla="*/ 2 h 34"/>
                  <a:gd name="T14" fmla="*/ 33 w 35"/>
                  <a:gd name="T15" fmla="*/ 11 h 34"/>
                  <a:gd name="T16" fmla="*/ 33 w 35"/>
                  <a:gd name="T17" fmla="*/ 24 h 34"/>
                  <a:gd name="T18" fmla="*/ 24 w 35"/>
                  <a:gd name="T19" fmla="*/ 32 h 34"/>
                  <a:gd name="T20" fmla="*/ 11 w 35"/>
                  <a:gd name="T21" fmla="*/ 31 h 34"/>
                  <a:gd name="T22" fmla="*/ 13 w 35"/>
                  <a:gd name="T23" fmla="*/ 25 h 34"/>
                  <a:gd name="T24" fmla="*/ 22 w 35"/>
                  <a:gd name="T25" fmla="*/ 26 h 34"/>
                  <a:gd name="T26" fmla="*/ 28 w 35"/>
                  <a:gd name="T27" fmla="*/ 21 h 34"/>
                  <a:gd name="T28" fmla="*/ 28 w 35"/>
                  <a:gd name="T29" fmla="*/ 14 h 34"/>
                  <a:gd name="T30" fmla="*/ 21 w 35"/>
                  <a:gd name="T31" fmla="*/ 8 h 34"/>
                  <a:gd name="T32" fmla="*/ 12 w 35"/>
                  <a:gd name="T33" fmla="*/ 7 h 34"/>
                  <a:gd name="T34" fmla="*/ 7 w 35"/>
                  <a:gd name="T35" fmla="*/ 12 h 34"/>
                  <a:gd name="T36" fmla="*/ 7 w 35"/>
                  <a:gd name="T37" fmla="*/ 19 h 34"/>
                  <a:gd name="T38" fmla="*/ 13 w 35"/>
                  <a:gd name="T39" fmla="*/ 2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34">
                    <a:moveTo>
                      <a:pt x="11" y="31"/>
                    </a:moveTo>
                    <a:cubicBezTo>
                      <a:pt x="8" y="30"/>
                      <a:pt x="5" y="28"/>
                      <a:pt x="4" y="27"/>
                    </a:cubicBezTo>
                    <a:cubicBezTo>
                      <a:pt x="3" y="25"/>
                      <a:pt x="2" y="24"/>
                      <a:pt x="1" y="22"/>
                    </a:cubicBezTo>
                    <a:cubicBezTo>
                      <a:pt x="0" y="20"/>
                      <a:pt x="0" y="19"/>
                      <a:pt x="0" y="17"/>
                    </a:cubicBezTo>
                    <a:cubicBezTo>
                      <a:pt x="0" y="15"/>
                      <a:pt x="1" y="12"/>
                      <a:pt x="2" y="10"/>
                    </a:cubicBezTo>
                    <a:cubicBezTo>
                      <a:pt x="4" y="5"/>
                      <a:pt x="7" y="3"/>
                      <a:pt x="10" y="1"/>
                    </a:cubicBezTo>
                    <a:cubicBezTo>
                      <a:pt x="14" y="0"/>
                      <a:pt x="19" y="0"/>
                      <a:pt x="24" y="2"/>
                    </a:cubicBezTo>
                    <a:cubicBezTo>
                      <a:pt x="29" y="4"/>
                      <a:pt x="32" y="7"/>
                      <a:pt x="33" y="11"/>
                    </a:cubicBezTo>
                    <a:cubicBezTo>
                      <a:pt x="35" y="15"/>
                      <a:pt x="35" y="19"/>
                      <a:pt x="33" y="24"/>
                    </a:cubicBezTo>
                    <a:cubicBezTo>
                      <a:pt x="31" y="28"/>
                      <a:pt x="28" y="31"/>
                      <a:pt x="24" y="32"/>
                    </a:cubicBezTo>
                    <a:cubicBezTo>
                      <a:pt x="20" y="34"/>
                      <a:pt x="16" y="34"/>
                      <a:pt x="11" y="31"/>
                    </a:cubicBezTo>
                    <a:close/>
                    <a:moveTo>
                      <a:pt x="13" y="25"/>
                    </a:moveTo>
                    <a:cubicBezTo>
                      <a:pt x="17" y="27"/>
                      <a:pt x="20" y="27"/>
                      <a:pt x="22" y="26"/>
                    </a:cubicBezTo>
                    <a:cubicBezTo>
                      <a:pt x="25" y="25"/>
                      <a:pt x="26" y="24"/>
                      <a:pt x="28" y="21"/>
                    </a:cubicBezTo>
                    <a:cubicBezTo>
                      <a:pt x="29" y="19"/>
                      <a:pt x="29" y="17"/>
                      <a:pt x="28" y="14"/>
                    </a:cubicBezTo>
                    <a:cubicBezTo>
                      <a:pt x="27" y="12"/>
                      <a:pt x="24" y="10"/>
                      <a:pt x="21" y="8"/>
                    </a:cubicBezTo>
                    <a:cubicBezTo>
                      <a:pt x="17" y="7"/>
                      <a:pt x="14" y="7"/>
                      <a:pt x="12" y="7"/>
                    </a:cubicBezTo>
                    <a:cubicBezTo>
                      <a:pt x="10" y="8"/>
                      <a:pt x="8" y="10"/>
                      <a:pt x="7" y="12"/>
                    </a:cubicBezTo>
                    <a:cubicBezTo>
                      <a:pt x="6" y="15"/>
                      <a:pt x="6" y="17"/>
                      <a:pt x="7" y="19"/>
                    </a:cubicBezTo>
                    <a:cubicBezTo>
                      <a:pt x="8" y="22"/>
                      <a:pt x="10" y="24"/>
                      <a:pt x="13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 bwMode="auto">
              <a:xfrm>
                <a:off x="2974976" y="2559051"/>
                <a:ext cx="58738" cy="34925"/>
              </a:xfrm>
              <a:custGeom>
                <a:avLst/>
                <a:gdLst>
                  <a:gd name="T0" fmla="*/ 30 w 37"/>
                  <a:gd name="T1" fmla="*/ 22 h 22"/>
                  <a:gd name="T2" fmla="*/ 0 w 37"/>
                  <a:gd name="T3" fmla="*/ 13 h 22"/>
                  <a:gd name="T4" fmla="*/ 2 w 37"/>
                  <a:gd name="T5" fmla="*/ 6 h 22"/>
                  <a:gd name="T6" fmla="*/ 27 w 37"/>
                  <a:gd name="T7" fmla="*/ 15 h 22"/>
                  <a:gd name="T8" fmla="*/ 32 w 37"/>
                  <a:gd name="T9" fmla="*/ 0 h 22"/>
                  <a:gd name="T10" fmla="*/ 37 w 37"/>
                  <a:gd name="T11" fmla="*/ 2 h 22"/>
                  <a:gd name="T12" fmla="*/ 30 w 37"/>
                  <a:gd name="T13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22">
                    <a:moveTo>
                      <a:pt x="30" y="22"/>
                    </a:moveTo>
                    <a:lnTo>
                      <a:pt x="0" y="13"/>
                    </a:lnTo>
                    <a:lnTo>
                      <a:pt x="2" y="6"/>
                    </a:lnTo>
                    <a:lnTo>
                      <a:pt x="27" y="15"/>
                    </a:lnTo>
                    <a:lnTo>
                      <a:pt x="32" y="0"/>
                    </a:lnTo>
                    <a:lnTo>
                      <a:pt x="37" y="2"/>
                    </a:lnTo>
                    <a:lnTo>
                      <a:pt x="3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2" name="任意多边形: 形状 61"/>
              <p:cNvSpPr>
                <a:spLocks noEditPoints="1"/>
              </p:cNvSpPr>
              <p:nvPr/>
            </p:nvSpPr>
            <p:spPr bwMode="auto">
              <a:xfrm>
                <a:off x="2990851" y="2500313"/>
                <a:ext cx="53975" cy="50800"/>
              </a:xfrm>
              <a:custGeom>
                <a:avLst/>
                <a:gdLst>
                  <a:gd name="T0" fmla="*/ 14 w 35"/>
                  <a:gd name="T1" fmla="*/ 32 h 33"/>
                  <a:gd name="T2" fmla="*/ 6 w 35"/>
                  <a:gd name="T3" fmla="*/ 28 h 33"/>
                  <a:gd name="T4" fmla="*/ 2 w 35"/>
                  <a:gd name="T5" fmla="*/ 24 h 33"/>
                  <a:gd name="T6" fmla="*/ 1 w 35"/>
                  <a:gd name="T7" fmla="*/ 19 h 33"/>
                  <a:gd name="T8" fmla="*/ 1 w 35"/>
                  <a:gd name="T9" fmla="*/ 12 h 33"/>
                  <a:gd name="T10" fmla="*/ 8 w 35"/>
                  <a:gd name="T11" fmla="*/ 2 h 33"/>
                  <a:gd name="T12" fmla="*/ 22 w 35"/>
                  <a:gd name="T13" fmla="*/ 1 h 33"/>
                  <a:gd name="T14" fmla="*/ 33 w 35"/>
                  <a:gd name="T15" fmla="*/ 8 h 33"/>
                  <a:gd name="T16" fmla="*/ 34 w 35"/>
                  <a:gd name="T17" fmla="*/ 21 h 33"/>
                  <a:gd name="T18" fmla="*/ 27 w 35"/>
                  <a:gd name="T19" fmla="*/ 31 h 33"/>
                  <a:gd name="T20" fmla="*/ 14 w 35"/>
                  <a:gd name="T21" fmla="*/ 32 h 33"/>
                  <a:gd name="T22" fmla="*/ 15 w 35"/>
                  <a:gd name="T23" fmla="*/ 25 h 33"/>
                  <a:gd name="T24" fmla="*/ 24 w 35"/>
                  <a:gd name="T25" fmla="*/ 25 h 33"/>
                  <a:gd name="T26" fmla="*/ 29 w 35"/>
                  <a:gd name="T27" fmla="*/ 19 h 33"/>
                  <a:gd name="T28" fmla="*/ 27 w 35"/>
                  <a:gd name="T29" fmla="*/ 12 h 33"/>
                  <a:gd name="T30" fmla="*/ 20 w 35"/>
                  <a:gd name="T31" fmla="*/ 8 h 33"/>
                  <a:gd name="T32" fmla="*/ 11 w 35"/>
                  <a:gd name="T33" fmla="*/ 8 h 33"/>
                  <a:gd name="T34" fmla="*/ 7 w 35"/>
                  <a:gd name="T35" fmla="*/ 13 h 33"/>
                  <a:gd name="T36" fmla="*/ 8 w 35"/>
                  <a:gd name="T37" fmla="*/ 21 h 33"/>
                  <a:gd name="T38" fmla="*/ 15 w 35"/>
                  <a:gd name="T39" fmla="*/ 2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" h="33">
                    <a:moveTo>
                      <a:pt x="14" y="32"/>
                    </a:moveTo>
                    <a:cubicBezTo>
                      <a:pt x="11" y="31"/>
                      <a:pt x="8" y="30"/>
                      <a:pt x="6" y="28"/>
                    </a:cubicBezTo>
                    <a:cubicBezTo>
                      <a:pt x="5" y="27"/>
                      <a:pt x="3" y="26"/>
                      <a:pt x="2" y="24"/>
                    </a:cubicBezTo>
                    <a:cubicBezTo>
                      <a:pt x="1" y="23"/>
                      <a:pt x="1" y="21"/>
                      <a:pt x="1" y="19"/>
                    </a:cubicBezTo>
                    <a:cubicBezTo>
                      <a:pt x="0" y="17"/>
                      <a:pt x="0" y="15"/>
                      <a:pt x="1" y="12"/>
                    </a:cubicBezTo>
                    <a:cubicBezTo>
                      <a:pt x="2" y="7"/>
                      <a:pt x="5" y="4"/>
                      <a:pt x="8" y="2"/>
                    </a:cubicBezTo>
                    <a:cubicBezTo>
                      <a:pt x="12" y="0"/>
                      <a:pt x="17" y="0"/>
                      <a:pt x="22" y="1"/>
                    </a:cubicBezTo>
                    <a:cubicBezTo>
                      <a:pt x="27" y="2"/>
                      <a:pt x="30" y="5"/>
                      <a:pt x="33" y="8"/>
                    </a:cubicBezTo>
                    <a:cubicBezTo>
                      <a:pt x="35" y="12"/>
                      <a:pt x="35" y="16"/>
                      <a:pt x="34" y="21"/>
                    </a:cubicBezTo>
                    <a:cubicBezTo>
                      <a:pt x="33" y="25"/>
                      <a:pt x="30" y="29"/>
                      <a:pt x="27" y="31"/>
                    </a:cubicBezTo>
                    <a:cubicBezTo>
                      <a:pt x="23" y="33"/>
                      <a:pt x="19" y="33"/>
                      <a:pt x="14" y="32"/>
                    </a:cubicBezTo>
                    <a:close/>
                    <a:moveTo>
                      <a:pt x="15" y="25"/>
                    </a:moveTo>
                    <a:cubicBezTo>
                      <a:pt x="19" y="26"/>
                      <a:pt x="22" y="26"/>
                      <a:pt x="24" y="25"/>
                    </a:cubicBezTo>
                    <a:cubicBezTo>
                      <a:pt x="26" y="24"/>
                      <a:pt x="28" y="22"/>
                      <a:pt x="29" y="19"/>
                    </a:cubicBezTo>
                    <a:cubicBezTo>
                      <a:pt x="29" y="17"/>
                      <a:pt x="29" y="14"/>
                      <a:pt x="27" y="12"/>
                    </a:cubicBezTo>
                    <a:cubicBezTo>
                      <a:pt x="26" y="10"/>
                      <a:pt x="23" y="8"/>
                      <a:pt x="20" y="8"/>
                    </a:cubicBezTo>
                    <a:cubicBezTo>
                      <a:pt x="16" y="7"/>
                      <a:pt x="13" y="7"/>
                      <a:pt x="11" y="8"/>
                    </a:cubicBezTo>
                    <a:cubicBezTo>
                      <a:pt x="9" y="9"/>
                      <a:pt x="7" y="11"/>
                      <a:pt x="7" y="13"/>
                    </a:cubicBezTo>
                    <a:cubicBezTo>
                      <a:pt x="6" y="16"/>
                      <a:pt x="6" y="18"/>
                      <a:pt x="8" y="21"/>
                    </a:cubicBezTo>
                    <a:cubicBezTo>
                      <a:pt x="9" y="23"/>
                      <a:pt x="12" y="24"/>
                      <a:pt x="15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 bwMode="auto">
              <a:xfrm>
                <a:off x="3003551" y="2449513"/>
                <a:ext cx="50800" cy="47625"/>
              </a:xfrm>
              <a:custGeom>
                <a:avLst/>
                <a:gdLst>
                  <a:gd name="T0" fmla="*/ 21 w 34"/>
                  <a:gd name="T1" fmla="*/ 15 h 31"/>
                  <a:gd name="T2" fmla="*/ 16 w 34"/>
                  <a:gd name="T3" fmla="*/ 14 h 31"/>
                  <a:gd name="T4" fmla="*/ 18 w 34"/>
                  <a:gd name="T5" fmla="*/ 0 h 31"/>
                  <a:gd name="T6" fmla="*/ 31 w 34"/>
                  <a:gd name="T7" fmla="*/ 2 h 31"/>
                  <a:gd name="T8" fmla="*/ 34 w 34"/>
                  <a:gd name="T9" fmla="*/ 9 h 31"/>
                  <a:gd name="T10" fmla="*/ 34 w 34"/>
                  <a:gd name="T11" fmla="*/ 17 h 31"/>
                  <a:gd name="T12" fmla="*/ 30 w 34"/>
                  <a:gd name="T13" fmla="*/ 26 h 31"/>
                  <a:gd name="T14" fmla="*/ 23 w 34"/>
                  <a:gd name="T15" fmla="*/ 30 h 31"/>
                  <a:gd name="T16" fmla="*/ 14 w 34"/>
                  <a:gd name="T17" fmla="*/ 31 h 31"/>
                  <a:gd name="T18" fmla="*/ 6 w 34"/>
                  <a:gd name="T19" fmla="*/ 27 h 31"/>
                  <a:gd name="T20" fmla="*/ 1 w 34"/>
                  <a:gd name="T21" fmla="*/ 20 h 31"/>
                  <a:gd name="T22" fmla="*/ 0 w 34"/>
                  <a:gd name="T23" fmla="*/ 12 h 31"/>
                  <a:gd name="T24" fmla="*/ 4 w 34"/>
                  <a:gd name="T25" fmla="*/ 3 h 31"/>
                  <a:gd name="T26" fmla="*/ 12 w 34"/>
                  <a:gd name="T27" fmla="*/ 0 h 31"/>
                  <a:gd name="T28" fmla="*/ 12 w 34"/>
                  <a:gd name="T29" fmla="*/ 6 h 31"/>
                  <a:gd name="T30" fmla="*/ 8 w 34"/>
                  <a:gd name="T31" fmla="*/ 8 h 31"/>
                  <a:gd name="T32" fmla="*/ 6 w 34"/>
                  <a:gd name="T33" fmla="*/ 13 h 31"/>
                  <a:gd name="T34" fmla="*/ 7 w 34"/>
                  <a:gd name="T35" fmla="*/ 20 h 31"/>
                  <a:gd name="T36" fmla="*/ 15 w 34"/>
                  <a:gd name="T37" fmla="*/ 24 h 31"/>
                  <a:gd name="T38" fmla="*/ 24 w 34"/>
                  <a:gd name="T39" fmla="*/ 23 h 31"/>
                  <a:gd name="T40" fmla="*/ 28 w 34"/>
                  <a:gd name="T41" fmla="*/ 17 h 31"/>
                  <a:gd name="T42" fmla="*/ 28 w 34"/>
                  <a:gd name="T43" fmla="*/ 12 h 31"/>
                  <a:gd name="T44" fmla="*/ 27 w 34"/>
                  <a:gd name="T45" fmla="*/ 8 h 31"/>
                  <a:gd name="T46" fmla="*/ 23 w 34"/>
                  <a:gd name="T47" fmla="*/ 8 h 31"/>
                  <a:gd name="T48" fmla="*/ 21 w 34"/>
                  <a:gd name="T49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" h="31">
                    <a:moveTo>
                      <a:pt x="21" y="15"/>
                    </a:moveTo>
                    <a:cubicBezTo>
                      <a:pt x="16" y="14"/>
                      <a:pt x="16" y="14"/>
                      <a:pt x="16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2" y="4"/>
                      <a:pt x="33" y="6"/>
                      <a:pt x="34" y="9"/>
                    </a:cubicBezTo>
                    <a:cubicBezTo>
                      <a:pt x="34" y="12"/>
                      <a:pt x="34" y="14"/>
                      <a:pt x="34" y="17"/>
                    </a:cubicBezTo>
                    <a:cubicBezTo>
                      <a:pt x="33" y="20"/>
                      <a:pt x="32" y="23"/>
                      <a:pt x="30" y="26"/>
                    </a:cubicBezTo>
                    <a:cubicBezTo>
                      <a:pt x="28" y="28"/>
                      <a:pt x="26" y="29"/>
                      <a:pt x="23" y="30"/>
                    </a:cubicBezTo>
                    <a:cubicBezTo>
                      <a:pt x="20" y="31"/>
                      <a:pt x="17" y="31"/>
                      <a:pt x="14" y="31"/>
                    </a:cubicBezTo>
                    <a:cubicBezTo>
                      <a:pt x="11" y="30"/>
                      <a:pt x="8" y="29"/>
                      <a:pt x="6" y="27"/>
                    </a:cubicBezTo>
                    <a:cubicBezTo>
                      <a:pt x="3" y="25"/>
                      <a:pt x="1" y="23"/>
                      <a:pt x="1" y="20"/>
                    </a:cubicBezTo>
                    <a:cubicBezTo>
                      <a:pt x="0" y="18"/>
                      <a:pt x="0" y="15"/>
                      <a:pt x="0" y="12"/>
                    </a:cubicBezTo>
                    <a:cubicBezTo>
                      <a:pt x="1" y="8"/>
                      <a:pt x="2" y="5"/>
                      <a:pt x="4" y="3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0" y="7"/>
                      <a:pt x="9" y="7"/>
                      <a:pt x="8" y="8"/>
                    </a:cubicBezTo>
                    <a:cubicBezTo>
                      <a:pt x="7" y="9"/>
                      <a:pt x="6" y="11"/>
                      <a:pt x="6" y="13"/>
                    </a:cubicBezTo>
                    <a:cubicBezTo>
                      <a:pt x="5" y="16"/>
                      <a:pt x="6" y="18"/>
                      <a:pt x="7" y="20"/>
                    </a:cubicBezTo>
                    <a:cubicBezTo>
                      <a:pt x="9" y="22"/>
                      <a:pt x="11" y="23"/>
                      <a:pt x="15" y="24"/>
                    </a:cubicBezTo>
                    <a:cubicBezTo>
                      <a:pt x="19" y="25"/>
                      <a:pt x="22" y="24"/>
                      <a:pt x="24" y="23"/>
                    </a:cubicBezTo>
                    <a:cubicBezTo>
                      <a:pt x="26" y="21"/>
                      <a:pt x="28" y="19"/>
                      <a:pt x="28" y="17"/>
                    </a:cubicBezTo>
                    <a:cubicBezTo>
                      <a:pt x="28" y="15"/>
                      <a:pt x="28" y="14"/>
                      <a:pt x="28" y="12"/>
                    </a:cubicBezTo>
                    <a:cubicBezTo>
                      <a:pt x="28" y="11"/>
                      <a:pt x="27" y="10"/>
                      <a:pt x="27" y="8"/>
                    </a:cubicBezTo>
                    <a:cubicBezTo>
                      <a:pt x="23" y="8"/>
                      <a:pt x="23" y="8"/>
                      <a:pt x="23" y="8"/>
                    </a:cubicBezTo>
                    <a:lnTo>
                      <a:pt x="21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 bwMode="auto">
              <a:xfrm>
                <a:off x="3006726" y="2398713"/>
                <a:ext cx="52388" cy="46038"/>
              </a:xfrm>
              <a:custGeom>
                <a:avLst/>
                <a:gdLst>
                  <a:gd name="T0" fmla="*/ 33 w 33"/>
                  <a:gd name="T1" fmla="*/ 20 h 29"/>
                  <a:gd name="T2" fmla="*/ 20 w 33"/>
                  <a:gd name="T3" fmla="*/ 19 h 29"/>
                  <a:gd name="T4" fmla="*/ 0 w 33"/>
                  <a:gd name="T5" fmla="*/ 29 h 29"/>
                  <a:gd name="T6" fmla="*/ 1 w 33"/>
                  <a:gd name="T7" fmla="*/ 22 h 29"/>
                  <a:gd name="T8" fmla="*/ 14 w 33"/>
                  <a:gd name="T9" fmla="*/ 16 h 29"/>
                  <a:gd name="T10" fmla="*/ 2 w 33"/>
                  <a:gd name="T11" fmla="*/ 7 h 29"/>
                  <a:gd name="T12" fmla="*/ 3 w 33"/>
                  <a:gd name="T13" fmla="*/ 0 h 29"/>
                  <a:gd name="T14" fmla="*/ 21 w 33"/>
                  <a:gd name="T15" fmla="*/ 13 h 29"/>
                  <a:gd name="T16" fmla="*/ 33 w 33"/>
                  <a:gd name="T17" fmla="*/ 14 h 29"/>
                  <a:gd name="T18" fmla="*/ 33 w 33"/>
                  <a:gd name="T19" fmla="*/ 2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" h="29">
                    <a:moveTo>
                      <a:pt x="33" y="20"/>
                    </a:moveTo>
                    <a:lnTo>
                      <a:pt x="20" y="19"/>
                    </a:lnTo>
                    <a:lnTo>
                      <a:pt x="0" y="29"/>
                    </a:lnTo>
                    <a:lnTo>
                      <a:pt x="1" y="22"/>
                    </a:lnTo>
                    <a:lnTo>
                      <a:pt x="14" y="16"/>
                    </a:lnTo>
                    <a:lnTo>
                      <a:pt x="2" y="7"/>
                    </a:lnTo>
                    <a:lnTo>
                      <a:pt x="3" y="0"/>
                    </a:lnTo>
                    <a:lnTo>
                      <a:pt x="21" y="13"/>
                    </a:lnTo>
                    <a:lnTo>
                      <a:pt x="33" y="14"/>
                    </a:lnTo>
                    <a:lnTo>
                      <a:pt x="3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 bwMode="auto">
              <a:xfrm>
                <a:off x="2117726" y="2646363"/>
                <a:ext cx="279400" cy="77788"/>
              </a:xfrm>
              <a:custGeom>
                <a:avLst/>
                <a:gdLst>
                  <a:gd name="T0" fmla="*/ 0 w 182"/>
                  <a:gd name="T1" fmla="*/ 0 h 50"/>
                  <a:gd name="T2" fmla="*/ 12 w 182"/>
                  <a:gd name="T3" fmla="*/ 18 h 50"/>
                  <a:gd name="T4" fmla="*/ 182 w 182"/>
                  <a:gd name="T5" fmla="*/ 0 h 50"/>
                  <a:gd name="T6" fmla="*/ 0 w 182"/>
                  <a:gd name="T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2" h="50">
                    <a:moveTo>
                      <a:pt x="0" y="0"/>
                    </a:moveTo>
                    <a:cubicBezTo>
                      <a:pt x="3" y="7"/>
                      <a:pt x="7" y="13"/>
                      <a:pt x="12" y="18"/>
                    </a:cubicBezTo>
                    <a:cubicBezTo>
                      <a:pt x="45" y="50"/>
                      <a:pt x="110" y="41"/>
                      <a:pt x="18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 bwMode="auto">
              <a:xfrm>
                <a:off x="2079626" y="2005013"/>
                <a:ext cx="246063" cy="363538"/>
              </a:xfrm>
              <a:custGeom>
                <a:avLst/>
                <a:gdLst>
                  <a:gd name="T0" fmla="*/ 143 w 160"/>
                  <a:gd name="T1" fmla="*/ 49 h 235"/>
                  <a:gd name="T2" fmla="*/ 160 w 160"/>
                  <a:gd name="T3" fmla="*/ 41 h 235"/>
                  <a:gd name="T4" fmla="*/ 36 w 160"/>
                  <a:gd name="T5" fmla="*/ 59 h 235"/>
                  <a:gd name="T6" fmla="*/ 79 w 160"/>
                  <a:gd name="T7" fmla="*/ 234 h 235"/>
                  <a:gd name="T8" fmla="*/ 93 w 160"/>
                  <a:gd name="T9" fmla="*/ 215 h 235"/>
                  <a:gd name="T10" fmla="*/ 50 w 160"/>
                  <a:gd name="T11" fmla="*/ 49 h 235"/>
                  <a:gd name="T12" fmla="*/ 143 w 160"/>
                  <a:gd name="T13" fmla="*/ 49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235">
                    <a:moveTo>
                      <a:pt x="143" y="49"/>
                    </a:moveTo>
                    <a:cubicBezTo>
                      <a:pt x="160" y="41"/>
                      <a:pt x="160" y="41"/>
                      <a:pt x="160" y="41"/>
                    </a:cubicBezTo>
                    <a:cubicBezTo>
                      <a:pt x="160" y="41"/>
                      <a:pt x="69" y="0"/>
                      <a:pt x="36" y="59"/>
                    </a:cubicBezTo>
                    <a:cubicBezTo>
                      <a:pt x="0" y="122"/>
                      <a:pt x="79" y="235"/>
                      <a:pt x="79" y="234"/>
                    </a:cubicBezTo>
                    <a:cubicBezTo>
                      <a:pt x="93" y="215"/>
                      <a:pt x="93" y="215"/>
                      <a:pt x="93" y="215"/>
                    </a:cubicBezTo>
                    <a:cubicBezTo>
                      <a:pt x="93" y="215"/>
                      <a:pt x="7" y="100"/>
                      <a:pt x="50" y="49"/>
                    </a:cubicBezTo>
                    <a:cubicBezTo>
                      <a:pt x="80" y="21"/>
                      <a:pt x="143" y="49"/>
                      <a:pt x="143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7" name="椭圆 66"/>
              <p:cNvSpPr>
                <a:spLocks noChangeArrowheads="1"/>
              </p:cNvSpPr>
              <p:nvPr/>
            </p:nvSpPr>
            <p:spPr bwMode="auto">
              <a:xfrm>
                <a:off x="2343151" y="2082801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 bwMode="auto">
              <a:xfrm>
                <a:off x="2220913" y="2003426"/>
                <a:ext cx="555625" cy="334963"/>
              </a:xfrm>
              <a:custGeom>
                <a:avLst/>
                <a:gdLst>
                  <a:gd name="T0" fmla="*/ 329 w 362"/>
                  <a:gd name="T1" fmla="*/ 46 h 218"/>
                  <a:gd name="T2" fmla="*/ 56 w 362"/>
                  <a:gd name="T3" fmla="*/ 152 h 218"/>
                  <a:gd name="T4" fmla="*/ 0 w 362"/>
                  <a:gd name="T5" fmla="*/ 218 h 218"/>
                  <a:gd name="T6" fmla="*/ 61 w 362"/>
                  <a:gd name="T7" fmla="*/ 218 h 218"/>
                  <a:gd name="T8" fmla="*/ 86 w 362"/>
                  <a:gd name="T9" fmla="*/ 190 h 218"/>
                  <a:gd name="T10" fmla="*/ 153 w 362"/>
                  <a:gd name="T11" fmla="*/ 171 h 218"/>
                  <a:gd name="T12" fmla="*/ 143 w 362"/>
                  <a:gd name="T13" fmla="*/ 218 h 218"/>
                  <a:gd name="T14" fmla="*/ 309 w 362"/>
                  <a:gd name="T15" fmla="*/ 218 h 218"/>
                  <a:gd name="T16" fmla="*/ 329 w 362"/>
                  <a:gd name="T17" fmla="*/ 46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2" h="218">
                    <a:moveTo>
                      <a:pt x="329" y="46"/>
                    </a:moveTo>
                    <a:cubicBezTo>
                      <a:pt x="282" y="0"/>
                      <a:pt x="159" y="47"/>
                      <a:pt x="56" y="152"/>
                    </a:cubicBezTo>
                    <a:cubicBezTo>
                      <a:pt x="35" y="173"/>
                      <a:pt x="16" y="196"/>
                      <a:pt x="0" y="218"/>
                    </a:cubicBezTo>
                    <a:cubicBezTo>
                      <a:pt x="61" y="218"/>
                      <a:pt x="61" y="218"/>
                      <a:pt x="61" y="218"/>
                    </a:cubicBezTo>
                    <a:cubicBezTo>
                      <a:pt x="66" y="210"/>
                      <a:pt x="75" y="200"/>
                      <a:pt x="86" y="190"/>
                    </a:cubicBezTo>
                    <a:cubicBezTo>
                      <a:pt x="112" y="167"/>
                      <a:pt x="142" y="159"/>
                      <a:pt x="153" y="171"/>
                    </a:cubicBezTo>
                    <a:cubicBezTo>
                      <a:pt x="162" y="181"/>
                      <a:pt x="156" y="200"/>
                      <a:pt x="143" y="218"/>
                    </a:cubicBezTo>
                    <a:cubicBezTo>
                      <a:pt x="309" y="218"/>
                      <a:pt x="309" y="218"/>
                      <a:pt x="309" y="218"/>
                    </a:cubicBezTo>
                    <a:cubicBezTo>
                      <a:pt x="351" y="145"/>
                      <a:pt x="362" y="78"/>
                      <a:pt x="3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 bwMode="auto">
              <a:xfrm>
                <a:off x="2419351" y="2546351"/>
                <a:ext cx="100013" cy="41275"/>
              </a:xfrm>
              <a:custGeom>
                <a:avLst/>
                <a:gdLst>
                  <a:gd name="T0" fmla="*/ 0 w 65"/>
                  <a:gd name="T1" fmla="*/ 0 h 27"/>
                  <a:gd name="T2" fmla="*/ 31 w 65"/>
                  <a:gd name="T3" fmla="*/ 27 h 27"/>
                  <a:gd name="T4" fmla="*/ 65 w 65"/>
                  <a:gd name="T5" fmla="*/ 0 h 27"/>
                  <a:gd name="T6" fmla="*/ 0 w 65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27">
                    <a:moveTo>
                      <a:pt x="0" y="0"/>
                    </a:moveTo>
                    <a:cubicBezTo>
                      <a:pt x="14" y="12"/>
                      <a:pt x="25" y="22"/>
                      <a:pt x="31" y="27"/>
                    </a:cubicBezTo>
                    <a:cubicBezTo>
                      <a:pt x="43" y="19"/>
                      <a:pt x="54" y="10"/>
                      <a:pt x="6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 bwMode="auto">
              <a:xfrm>
                <a:off x="2122488" y="2546351"/>
                <a:ext cx="306388" cy="55563"/>
              </a:xfrm>
              <a:custGeom>
                <a:avLst/>
                <a:gdLst>
                  <a:gd name="T0" fmla="*/ 151 w 200"/>
                  <a:gd name="T1" fmla="*/ 0 h 36"/>
                  <a:gd name="T2" fmla="*/ 122 w 200"/>
                  <a:gd name="T3" fmla="*/ 0 h 36"/>
                  <a:gd name="T4" fmla="*/ 110 w 200"/>
                  <a:gd name="T5" fmla="*/ 8 h 36"/>
                  <a:gd name="T6" fmla="*/ 101 w 200"/>
                  <a:gd name="T7" fmla="*/ 0 h 36"/>
                  <a:gd name="T8" fmla="*/ 2 w 200"/>
                  <a:gd name="T9" fmla="*/ 0 h 36"/>
                  <a:gd name="T10" fmla="*/ 1 w 200"/>
                  <a:gd name="T11" fmla="*/ 36 h 36"/>
                  <a:gd name="T12" fmla="*/ 200 w 200"/>
                  <a:gd name="T13" fmla="*/ 36 h 36"/>
                  <a:gd name="T14" fmla="*/ 151 w 200"/>
                  <a:gd name="T1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0" h="36">
                    <a:moveTo>
                      <a:pt x="151" y="0"/>
                    </a:moveTo>
                    <a:cubicBezTo>
                      <a:pt x="122" y="0"/>
                      <a:pt x="122" y="0"/>
                      <a:pt x="122" y="0"/>
                    </a:cubicBezTo>
                    <a:cubicBezTo>
                      <a:pt x="110" y="8"/>
                      <a:pt x="110" y="8"/>
                      <a:pt x="110" y="8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3"/>
                      <a:pt x="0" y="25"/>
                      <a:pt x="1" y="36"/>
                    </a:cubicBezTo>
                    <a:cubicBezTo>
                      <a:pt x="200" y="36"/>
                      <a:pt x="200" y="36"/>
                      <a:pt x="200" y="36"/>
                    </a:cubicBezTo>
                    <a:cubicBezTo>
                      <a:pt x="183" y="26"/>
                      <a:pt x="167" y="14"/>
                      <a:pt x="15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 bwMode="auto">
              <a:xfrm>
                <a:off x="2132013" y="2457451"/>
                <a:ext cx="190500" cy="58738"/>
              </a:xfrm>
              <a:custGeom>
                <a:avLst/>
                <a:gdLst>
                  <a:gd name="T0" fmla="*/ 90 w 124"/>
                  <a:gd name="T1" fmla="*/ 0 h 38"/>
                  <a:gd name="T2" fmla="*/ 13 w 124"/>
                  <a:gd name="T3" fmla="*/ 0 h 38"/>
                  <a:gd name="T4" fmla="*/ 0 w 124"/>
                  <a:gd name="T5" fmla="*/ 38 h 38"/>
                  <a:gd name="T6" fmla="*/ 124 w 124"/>
                  <a:gd name="T7" fmla="*/ 38 h 38"/>
                  <a:gd name="T8" fmla="*/ 90 w 124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" h="38">
                    <a:moveTo>
                      <a:pt x="90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8" y="13"/>
                      <a:pt x="3" y="26"/>
                      <a:pt x="0" y="38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12" y="25"/>
                      <a:pt x="100" y="12"/>
                      <a:pt x="9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 bwMode="auto">
              <a:xfrm>
                <a:off x="2325688" y="2457451"/>
                <a:ext cx="282575" cy="58738"/>
              </a:xfrm>
              <a:custGeom>
                <a:avLst/>
                <a:gdLst>
                  <a:gd name="T0" fmla="*/ 44 w 184"/>
                  <a:gd name="T1" fmla="*/ 0 h 38"/>
                  <a:gd name="T2" fmla="*/ 31 w 184"/>
                  <a:gd name="T3" fmla="*/ 9 h 38"/>
                  <a:gd name="T4" fmla="*/ 22 w 184"/>
                  <a:gd name="T5" fmla="*/ 0 h 38"/>
                  <a:gd name="T6" fmla="*/ 0 w 184"/>
                  <a:gd name="T7" fmla="*/ 0 h 38"/>
                  <a:gd name="T8" fmla="*/ 38 w 184"/>
                  <a:gd name="T9" fmla="*/ 38 h 38"/>
                  <a:gd name="T10" fmla="*/ 149 w 184"/>
                  <a:gd name="T11" fmla="*/ 38 h 38"/>
                  <a:gd name="T12" fmla="*/ 160 w 184"/>
                  <a:gd name="T13" fmla="*/ 26 h 38"/>
                  <a:gd name="T14" fmla="*/ 184 w 184"/>
                  <a:gd name="T15" fmla="*/ 0 h 38"/>
                  <a:gd name="T16" fmla="*/ 44 w 18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4" h="38">
                    <a:moveTo>
                      <a:pt x="44" y="0"/>
                    </a:moveTo>
                    <a:cubicBezTo>
                      <a:pt x="31" y="9"/>
                      <a:pt x="31" y="9"/>
                      <a:pt x="31" y="9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13"/>
                      <a:pt x="26" y="26"/>
                      <a:pt x="38" y="38"/>
                    </a:cubicBezTo>
                    <a:cubicBezTo>
                      <a:pt x="149" y="38"/>
                      <a:pt x="149" y="38"/>
                      <a:pt x="149" y="38"/>
                    </a:cubicBezTo>
                    <a:cubicBezTo>
                      <a:pt x="153" y="34"/>
                      <a:pt x="157" y="30"/>
                      <a:pt x="160" y="26"/>
                    </a:cubicBezTo>
                    <a:cubicBezTo>
                      <a:pt x="169" y="18"/>
                      <a:pt x="177" y="9"/>
                      <a:pt x="184" y="0"/>
                    </a:cubicBez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 bwMode="auto">
              <a:xfrm>
                <a:off x="2247901" y="2370138"/>
                <a:ext cx="427038" cy="57150"/>
              </a:xfrm>
              <a:custGeom>
                <a:avLst/>
                <a:gdLst>
                  <a:gd name="T0" fmla="*/ 126 w 278"/>
                  <a:gd name="T1" fmla="*/ 0 h 37"/>
                  <a:gd name="T2" fmla="*/ 113 w 278"/>
                  <a:gd name="T3" fmla="*/ 8 h 37"/>
                  <a:gd name="T4" fmla="*/ 104 w 278"/>
                  <a:gd name="T5" fmla="*/ 0 h 37"/>
                  <a:gd name="T6" fmla="*/ 0 w 278"/>
                  <a:gd name="T7" fmla="*/ 0 h 37"/>
                  <a:gd name="T8" fmla="*/ 30 w 278"/>
                  <a:gd name="T9" fmla="*/ 37 h 37"/>
                  <a:gd name="T10" fmla="*/ 251 w 278"/>
                  <a:gd name="T11" fmla="*/ 37 h 37"/>
                  <a:gd name="T12" fmla="*/ 278 w 278"/>
                  <a:gd name="T13" fmla="*/ 0 h 37"/>
                  <a:gd name="T14" fmla="*/ 126 w 278"/>
                  <a:gd name="T1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8" h="37">
                    <a:moveTo>
                      <a:pt x="126" y="0"/>
                    </a:moveTo>
                    <a:cubicBezTo>
                      <a:pt x="113" y="8"/>
                      <a:pt x="113" y="8"/>
                      <a:pt x="113" y="8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11"/>
                      <a:pt x="18" y="24"/>
                      <a:pt x="30" y="37"/>
                    </a:cubicBezTo>
                    <a:cubicBezTo>
                      <a:pt x="251" y="37"/>
                      <a:pt x="251" y="37"/>
                      <a:pt x="251" y="37"/>
                    </a:cubicBezTo>
                    <a:cubicBezTo>
                      <a:pt x="261" y="25"/>
                      <a:pt x="270" y="12"/>
                      <a:pt x="278" y="0"/>
                    </a:cubicBezTo>
                    <a:lnTo>
                      <a:pt x="1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 bwMode="auto">
              <a:xfrm>
                <a:off x="2166938" y="2370138"/>
                <a:ext cx="77788" cy="57150"/>
              </a:xfrm>
              <a:custGeom>
                <a:avLst/>
                <a:gdLst>
                  <a:gd name="T0" fmla="*/ 24 w 51"/>
                  <a:gd name="T1" fmla="*/ 0 h 37"/>
                  <a:gd name="T2" fmla="*/ 21 w 51"/>
                  <a:gd name="T3" fmla="*/ 0 h 37"/>
                  <a:gd name="T4" fmla="*/ 0 w 51"/>
                  <a:gd name="T5" fmla="*/ 37 h 37"/>
                  <a:gd name="T6" fmla="*/ 51 w 51"/>
                  <a:gd name="T7" fmla="*/ 37 h 37"/>
                  <a:gd name="T8" fmla="*/ 24 w 51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37">
                    <a:moveTo>
                      <a:pt x="24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3" y="13"/>
                      <a:pt x="6" y="25"/>
                      <a:pt x="0" y="37"/>
                    </a:cubicBezTo>
                    <a:cubicBezTo>
                      <a:pt x="51" y="37"/>
                      <a:pt x="51" y="37"/>
                      <a:pt x="51" y="37"/>
                    </a:cubicBezTo>
                    <a:cubicBezTo>
                      <a:pt x="37" y="19"/>
                      <a:pt x="27" y="6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 bwMode="auto">
              <a:xfrm>
                <a:off x="2441576" y="2381251"/>
                <a:ext cx="358775" cy="384175"/>
              </a:xfrm>
              <a:custGeom>
                <a:avLst/>
                <a:gdLst>
                  <a:gd name="T0" fmla="*/ 16 w 233"/>
                  <a:gd name="T1" fmla="*/ 136 h 249"/>
                  <a:gd name="T2" fmla="*/ 0 w 233"/>
                  <a:gd name="T3" fmla="*/ 146 h 249"/>
                  <a:gd name="T4" fmla="*/ 198 w 233"/>
                  <a:gd name="T5" fmla="*/ 167 h 249"/>
                  <a:gd name="T6" fmla="*/ 161 w 233"/>
                  <a:gd name="T7" fmla="*/ 0 h 249"/>
                  <a:gd name="T8" fmla="*/ 146 w 233"/>
                  <a:gd name="T9" fmla="*/ 20 h 249"/>
                  <a:gd name="T10" fmla="*/ 190 w 233"/>
                  <a:gd name="T11" fmla="*/ 168 h 249"/>
                  <a:gd name="T12" fmla="*/ 16 w 233"/>
                  <a:gd name="T13" fmla="*/ 136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3" h="249">
                    <a:moveTo>
                      <a:pt x="16" y="136"/>
                    </a:moveTo>
                    <a:cubicBezTo>
                      <a:pt x="16" y="136"/>
                      <a:pt x="2" y="145"/>
                      <a:pt x="0" y="146"/>
                    </a:cubicBezTo>
                    <a:cubicBezTo>
                      <a:pt x="0" y="146"/>
                      <a:pt x="151" y="249"/>
                      <a:pt x="198" y="167"/>
                    </a:cubicBezTo>
                    <a:cubicBezTo>
                      <a:pt x="233" y="100"/>
                      <a:pt x="161" y="0"/>
                      <a:pt x="161" y="0"/>
                    </a:cubicBezTo>
                    <a:cubicBezTo>
                      <a:pt x="161" y="0"/>
                      <a:pt x="147" y="19"/>
                      <a:pt x="146" y="20"/>
                    </a:cubicBezTo>
                    <a:cubicBezTo>
                      <a:pt x="146" y="20"/>
                      <a:pt x="217" y="117"/>
                      <a:pt x="190" y="168"/>
                    </a:cubicBezTo>
                    <a:cubicBezTo>
                      <a:pt x="150" y="235"/>
                      <a:pt x="16" y="136"/>
                      <a:pt x="16" y="1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 bwMode="auto">
              <a:xfrm>
                <a:off x="1817688" y="2193926"/>
                <a:ext cx="127000" cy="93663"/>
              </a:xfrm>
              <a:custGeom>
                <a:avLst/>
                <a:gdLst>
                  <a:gd name="T0" fmla="*/ 16 w 82"/>
                  <a:gd name="T1" fmla="*/ 23 h 61"/>
                  <a:gd name="T2" fmla="*/ 3 w 82"/>
                  <a:gd name="T3" fmla="*/ 13 h 61"/>
                  <a:gd name="T4" fmla="*/ 8 w 82"/>
                  <a:gd name="T5" fmla="*/ 8 h 61"/>
                  <a:gd name="T6" fmla="*/ 18 w 82"/>
                  <a:gd name="T7" fmla="*/ 8 h 61"/>
                  <a:gd name="T8" fmla="*/ 26 w 82"/>
                  <a:gd name="T9" fmla="*/ 0 h 61"/>
                  <a:gd name="T10" fmla="*/ 30 w 82"/>
                  <a:gd name="T11" fmla="*/ 7 h 61"/>
                  <a:gd name="T12" fmla="*/ 36 w 82"/>
                  <a:gd name="T13" fmla="*/ 23 h 61"/>
                  <a:gd name="T14" fmla="*/ 43 w 82"/>
                  <a:gd name="T15" fmla="*/ 23 h 61"/>
                  <a:gd name="T16" fmla="*/ 39 w 82"/>
                  <a:gd name="T17" fmla="*/ 11 h 61"/>
                  <a:gd name="T18" fmla="*/ 47 w 82"/>
                  <a:gd name="T19" fmla="*/ 14 h 61"/>
                  <a:gd name="T20" fmla="*/ 56 w 82"/>
                  <a:gd name="T21" fmla="*/ 29 h 61"/>
                  <a:gd name="T22" fmla="*/ 82 w 82"/>
                  <a:gd name="T23" fmla="*/ 37 h 61"/>
                  <a:gd name="T24" fmla="*/ 78 w 82"/>
                  <a:gd name="T25" fmla="*/ 44 h 61"/>
                  <a:gd name="T26" fmla="*/ 70 w 82"/>
                  <a:gd name="T27" fmla="*/ 45 h 61"/>
                  <a:gd name="T28" fmla="*/ 62 w 82"/>
                  <a:gd name="T29" fmla="*/ 44 h 61"/>
                  <a:gd name="T30" fmla="*/ 63 w 82"/>
                  <a:gd name="T31" fmla="*/ 49 h 61"/>
                  <a:gd name="T32" fmla="*/ 64 w 82"/>
                  <a:gd name="T33" fmla="*/ 59 h 61"/>
                  <a:gd name="T34" fmla="*/ 52 w 82"/>
                  <a:gd name="T35" fmla="*/ 57 h 61"/>
                  <a:gd name="T36" fmla="*/ 44 w 82"/>
                  <a:gd name="T37" fmla="*/ 43 h 61"/>
                  <a:gd name="T38" fmla="*/ 40 w 82"/>
                  <a:gd name="T39" fmla="*/ 34 h 61"/>
                  <a:gd name="T40" fmla="*/ 34 w 82"/>
                  <a:gd name="T41" fmla="*/ 36 h 61"/>
                  <a:gd name="T42" fmla="*/ 28 w 82"/>
                  <a:gd name="T43" fmla="*/ 55 h 61"/>
                  <a:gd name="T44" fmla="*/ 20 w 82"/>
                  <a:gd name="T45" fmla="*/ 53 h 61"/>
                  <a:gd name="T46" fmla="*/ 16 w 82"/>
                  <a:gd name="T47" fmla="*/ 23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2" h="61">
                    <a:moveTo>
                      <a:pt x="16" y="23"/>
                    </a:moveTo>
                    <a:cubicBezTo>
                      <a:pt x="16" y="23"/>
                      <a:pt x="6" y="16"/>
                      <a:pt x="3" y="13"/>
                    </a:cubicBezTo>
                    <a:cubicBezTo>
                      <a:pt x="0" y="10"/>
                      <a:pt x="3" y="7"/>
                      <a:pt x="8" y="8"/>
                    </a:cubicBezTo>
                    <a:cubicBezTo>
                      <a:pt x="13" y="9"/>
                      <a:pt x="15" y="11"/>
                      <a:pt x="18" y="8"/>
                    </a:cubicBezTo>
                    <a:cubicBezTo>
                      <a:pt x="21" y="5"/>
                      <a:pt x="23" y="0"/>
                      <a:pt x="26" y="0"/>
                    </a:cubicBezTo>
                    <a:cubicBezTo>
                      <a:pt x="29" y="1"/>
                      <a:pt x="29" y="1"/>
                      <a:pt x="30" y="7"/>
                    </a:cubicBezTo>
                    <a:cubicBezTo>
                      <a:pt x="31" y="12"/>
                      <a:pt x="33" y="21"/>
                      <a:pt x="36" y="23"/>
                    </a:cubicBezTo>
                    <a:cubicBezTo>
                      <a:pt x="40" y="25"/>
                      <a:pt x="44" y="27"/>
                      <a:pt x="43" y="23"/>
                    </a:cubicBezTo>
                    <a:cubicBezTo>
                      <a:pt x="42" y="19"/>
                      <a:pt x="40" y="12"/>
                      <a:pt x="39" y="11"/>
                    </a:cubicBezTo>
                    <a:cubicBezTo>
                      <a:pt x="38" y="10"/>
                      <a:pt x="45" y="11"/>
                      <a:pt x="47" y="14"/>
                    </a:cubicBezTo>
                    <a:cubicBezTo>
                      <a:pt x="49" y="16"/>
                      <a:pt x="54" y="28"/>
                      <a:pt x="56" y="29"/>
                    </a:cubicBezTo>
                    <a:cubicBezTo>
                      <a:pt x="57" y="30"/>
                      <a:pt x="76" y="36"/>
                      <a:pt x="82" y="37"/>
                    </a:cubicBezTo>
                    <a:cubicBezTo>
                      <a:pt x="82" y="37"/>
                      <a:pt x="81" y="43"/>
                      <a:pt x="78" y="44"/>
                    </a:cubicBezTo>
                    <a:cubicBezTo>
                      <a:pt x="75" y="45"/>
                      <a:pt x="71" y="45"/>
                      <a:pt x="70" y="45"/>
                    </a:cubicBezTo>
                    <a:cubicBezTo>
                      <a:pt x="69" y="45"/>
                      <a:pt x="62" y="44"/>
                      <a:pt x="62" y="44"/>
                    </a:cubicBezTo>
                    <a:cubicBezTo>
                      <a:pt x="62" y="44"/>
                      <a:pt x="61" y="47"/>
                      <a:pt x="63" y="49"/>
                    </a:cubicBezTo>
                    <a:cubicBezTo>
                      <a:pt x="64" y="50"/>
                      <a:pt x="67" y="58"/>
                      <a:pt x="64" y="59"/>
                    </a:cubicBezTo>
                    <a:cubicBezTo>
                      <a:pt x="60" y="61"/>
                      <a:pt x="55" y="60"/>
                      <a:pt x="52" y="57"/>
                    </a:cubicBezTo>
                    <a:cubicBezTo>
                      <a:pt x="50" y="54"/>
                      <a:pt x="44" y="44"/>
                      <a:pt x="44" y="43"/>
                    </a:cubicBezTo>
                    <a:cubicBezTo>
                      <a:pt x="43" y="42"/>
                      <a:pt x="42" y="35"/>
                      <a:pt x="40" y="34"/>
                    </a:cubicBezTo>
                    <a:cubicBezTo>
                      <a:pt x="38" y="34"/>
                      <a:pt x="33" y="31"/>
                      <a:pt x="34" y="36"/>
                    </a:cubicBezTo>
                    <a:cubicBezTo>
                      <a:pt x="35" y="40"/>
                      <a:pt x="35" y="52"/>
                      <a:pt x="28" y="55"/>
                    </a:cubicBezTo>
                    <a:cubicBezTo>
                      <a:pt x="21" y="58"/>
                      <a:pt x="18" y="57"/>
                      <a:pt x="20" y="53"/>
                    </a:cubicBezTo>
                    <a:cubicBezTo>
                      <a:pt x="23" y="48"/>
                      <a:pt x="19" y="27"/>
                      <a:pt x="1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 bwMode="auto">
              <a:xfrm>
                <a:off x="1822451" y="2127251"/>
                <a:ext cx="144463" cy="79375"/>
              </a:xfrm>
              <a:custGeom>
                <a:avLst/>
                <a:gdLst>
                  <a:gd name="T0" fmla="*/ 19 w 94"/>
                  <a:gd name="T1" fmla="*/ 26 h 51"/>
                  <a:gd name="T2" fmla="*/ 5 w 94"/>
                  <a:gd name="T3" fmla="*/ 19 h 51"/>
                  <a:gd name="T4" fmla="*/ 4 w 94"/>
                  <a:gd name="T5" fmla="*/ 12 h 51"/>
                  <a:gd name="T6" fmla="*/ 12 w 94"/>
                  <a:gd name="T7" fmla="*/ 14 h 51"/>
                  <a:gd name="T8" fmla="*/ 19 w 94"/>
                  <a:gd name="T9" fmla="*/ 18 h 51"/>
                  <a:gd name="T10" fmla="*/ 20 w 94"/>
                  <a:gd name="T11" fmla="*/ 13 h 51"/>
                  <a:gd name="T12" fmla="*/ 20 w 94"/>
                  <a:gd name="T13" fmla="*/ 3 h 51"/>
                  <a:gd name="T14" fmla="*/ 25 w 94"/>
                  <a:gd name="T15" fmla="*/ 5 h 51"/>
                  <a:gd name="T16" fmla="*/ 24 w 94"/>
                  <a:gd name="T17" fmla="*/ 19 h 51"/>
                  <a:gd name="T18" fmla="*/ 28 w 94"/>
                  <a:gd name="T19" fmla="*/ 21 h 51"/>
                  <a:gd name="T20" fmla="*/ 35 w 94"/>
                  <a:gd name="T21" fmla="*/ 24 h 51"/>
                  <a:gd name="T22" fmla="*/ 41 w 94"/>
                  <a:gd name="T23" fmla="*/ 10 h 51"/>
                  <a:gd name="T24" fmla="*/ 45 w 94"/>
                  <a:gd name="T25" fmla="*/ 16 h 51"/>
                  <a:gd name="T26" fmla="*/ 45 w 94"/>
                  <a:gd name="T27" fmla="*/ 22 h 51"/>
                  <a:gd name="T28" fmla="*/ 52 w 94"/>
                  <a:gd name="T29" fmla="*/ 27 h 51"/>
                  <a:gd name="T30" fmla="*/ 58 w 94"/>
                  <a:gd name="T31" fmla="*/ 23 h 51"/>
                  <a:gd name="T32" fmla="*/ 69 w 94"/>
                  <a:gd name="T33" fmla="*/ 19 h 51"/>
                  <a:gd name="T34" fmla="*/ 78 w 94"/>
                  <a:gd name="T35" fmla="*/ 25 h 51"/>
                  <a:gd name="T36" fmla="*/ 91 w 94"/>
                  <a:gd name="T37" fmla="*/ 24 h 51"/>
                  <a:gd name="T38" fmla="*/ 85 w 94"/>
                  <a:gd name="T39" fmla="*/ 37 h 51"/>
                  <a:gd name="T40" fmla="*/ 81 w 94"/>
                  <a:gd name="T41" fmla="*/ 43 h 51"/>
                  <a:gd name="T42" fmla="*/ 68 w 94"/>
                  <a:gd name="T43" fmla="*/ 42 h 51"/>
                  <a:gd name="T44" fmla="*/ 61 w 94"/>
                  <a:gd name="T45" fmla="*/ 40 h 51"/>
                  <a:gd name="T46" fmla="*/ 55 w 94"/>
                  <a:gd name="T47" fmla="*/ 50 h 51"/>
                  <a:gd name="T48" fmla="*/ 51 w 94"/>
                  <a:gd name="T49" fmla="*/ 46 h 51"/>
                  <a:gd name="T50" fmla="*/ 54 w 94"/>
                  <a:gd name="T51" fmla="*/ 36 h 51"/>
                  <a:gd name="T52" fmla="*/ 47 w 94"/>
                  <a:gd name="T53" fmla="*/ 32 h 51"/>
                  <a:gd name="T54" fmla="*/ 43 w 94"/>
                  <a:gd name="T55" fmla="*/ 39 h 51"/>
                  <a:gd name="T56" fmla="*/ 44 w 94"/>
                  <a:gd name="T57" fmla="*/ 43 h 51"/>
                  <a:gd name="T58" fmla="*/ 42 w 94"/>
                  <a:gd name="T59" fmla="*/ 49 h 51"/>
                  <a:gd name="T60" fmla="*/ 36 w 94"/>
                  <a:gd name="T61" fmla="*/ 45 h 51"/>
                  <a:gd name="T62" fmla="*/ 34 w 94"/>
                  <a:gd name="T63" fmla="*/ 33 h 51"/>
                  <a:gd name="T64" fmla="*/ 26 w 94"/>
                  <a:gd name="T65" fmla="*/ 33 h 51"/>
                  <a:gd name="T66" fmla="*/ 21 w 94"/>
                  <a:gd name="T67" fmla="*/ 36 h 51"/>
                  <a:gd name="T68" fmla="*/ 19 w 94"/>
                  <a:gd name="T69" fmla="*/ 26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4" h="51">
                    <a:moveTo>
                      <a:pt x="19" y="26"/>
                    </a:moveTo>
                    <a:cubicBezTo>
                      <a:pt x="19" y="26"/>
                      <a:pt x="7" y="21"/>
                      <a:pt x="5" y="19"/>
                    </a:cubicBezTo>
                    <a:cubicBezTo>
                      <a:pt x="3" y="17"/>
                      <a:pt x="0" y="14"/>
                      <a:pt x="4" y="12"/>
                    </a:cubicBezTo>
                    <a:cubicBezTo>
                      <a:pt x="8" y="11"/>
                      <a:pt x="10" y="12"/>
                      <a:pt x="12" y="14"/>
                    </a:cubicBezTo>
                    <a:cubicBezTo>
                      <a:pt x="15" y="17"/>
                      <a:pt x="19" y="18"/>
                      <a:pt x="19" y="18"/>
                    </a:cubicBezTo>
                    <a:cubicBezTo>
                      <a:pt x="20" y="18"/>
                      <a:pt x="20" y="14"/>
                      <a:pt x="20" y="13"/>
                    </a:cubicBezTo>
                    <a:cubicBezTo>
                      <a:pt x="19" y="8"/>
                      <a:pt x="19" y="5"/>
                      <a:pt x="20" y="3"/>
                    </a:cubicBezTo>
                    <a:cubicBezTo>
                      <a:pt x="21" y="1"/>
                      <a:pt x="23" y="0"/>
                      <a:pt x="25" y="5"/>
                    </a:cubicBezTo>
                    <a:cubicBezTo>
                      <a:pt x="27" y="13"/>
                      <a:pt x="24" y="19"/>
                      <a:pt x="24" y="19"/>
                    </a:cubicBezTo>
                    <a:cubicBezTo>
                      <a:pt x="24" y="19"/>
                      <a:pt x="25" y="20"/>
                      <a:pt x="28" y="21"/>
                    </a:cubicBezTo>
                    <a:cubicBezTo>
                      <a:pt x="31" y="23"/>
                      <a:pt x="35" y="24"/>
                      <a:pt x="35" y="24"/>
                    </a:cubicBezTo>
                    <a:cubicBezTo>
                      <a:pt x="35" y="24"/>
                      <a:pt x="38" y="12"/>
                      <a:pt x="41" y="10"/>
                    </a:cubicBezTo>
                    <a:cubicBezTo>
                      <a:pt x="43" y="9"/>
                      <a:pt x="49" y="10"/>
                      <a:pt x="45" y="16"/>
                    </a:cubicBezTo>
                    <a:cubicBezTo>
                      <a:pt x="43" y="20"/>
                      <a:pt x="44" y="20"/>
                      <a:pt x="45" y="22"/>
                    </a:cubicBezTo>
                    <a:cubicBezTo>
                      <a:pt x="47" y="24"/>
                      <a:pt x="47" y="27"/>
                      <a:pt x="52" y="27"/>
                    </a:cubicBezTo>
                    <a:cubicBezTo>
                      <a:pt x="56" y="26"/>
                      <a:pt x="57" y="25"/>
                      <a:pt x="58" y="23"/>
                    </a:cubicBezTo>
                    <a:cubicBezTo>
                      <a:pt x="58" y="21"/>
                      <a:pt x="62" y="15"/>
                      <a:pt x="69" y="19"/>
                    </a:cubicBezTo>
                    <a:cubicBezTo>
                      <a:pt x="69" y="19"/>
                      <a:pt x="74" y="28"/>
                      <a:pt x="78" y="25"/>
                    </a:cubicBezTo>
                    <a:cubicBezTo>
                      <a:pt x="82" y="22"/>
                      <a:pt x="88" y="20"/>
                      <a:pt x="91" y="24"/>
                    </a:cubicBezTo>
                    <a:cubicBezTo>
                      <a:pt x="94" y="28"/>
                      <a:pt x="87" y="34"/>
                      <a:pt x="85" y="37"/>
                    </a:cubicBezTo>
                    <a:cubicBezTo>
                      <a:pt x="84" y="39"/>
                      <a:pt x="84" y="40"/>
                      <a:pt x="81" y="43"/>
                    </a:cubicBezTo>
                    <a:cubicBezTo>
                      <a:pt x="78" y="46"/>
                      <a:pt x="71" y="47"/>
                      <a:pt x="68" y="42"/>
                    </a:cubicBezTo>
                    <a:cubicBezTo>
                      <a:pt x="65" y="37"/>
                      <a:pt x="63" y="30"/>
                      <a:pt x="61" y="40"/>
                    </a:cubicBezTo>
                    <a:cubicBezTo>
                      <a:pt x="59" y="50"/>
                      <a:pt x="55" y="50"/>
                      <a:pt x="55" y="50"/>
                    </a:cubicBezTo>
                    <a:cubicBezTo>
                      <a:pt x="55" y="50"/>
                      <a:pt x="46" y="51"/>
                      <a:pt x="51" y="46"/>
                    </a:cubicBezTo>
                    <a:cubicBezTo>
                      <a:pt x="51" y="46"/>
                      <a:pt x="55" y="39"/>
                      <a:pt x="54" y="36"/>
                    </a:cubicBezTo>
                    <a:cubicBezTo>
                      <a:pt x="53" y="33"/>
                      <a:pt x="47" y="32"/>
                      <a:pt x="47" y="32"/>
                    </a:cubicBezTo>
                    <a:cubicBezTo>
                      <a:pt x="47" y="32"/>
                      <a:pt x="43" y="28"/>
                      <a:pt x="43" y="39"/>
                    </a:cubicBezTo>
                    <a:cubicBezTo>
                      <a:pt x="43" y="39"/>
                      <a:pt x="42" y="41"/>
                      <a:pt x="44" y="43"/>
                    </a:cubicBezTo>
                    <a:cubicBezTo>
                      <a:pt x="46" y="44"/>
                      <a:pt x="45" y="48"/>
                      <a:pt x="42" y="49"/>
                    </a:cubicBezTo>
                    <a:cubicBezTo>
                      <a:pt x="40" y="50"/>
                      <a:pt x="34" y="49"/>
                      <a:pt x="36" y="45"/>
                    </a:cubicBezTo>
                    <a:cubicBezTo>
                      <a:pt x="37" y="41"/>
                      <a:pt x="36" y="34"/>
                      <a:pt x="34" y="33"/>
                    </a:cubicBezTo>
                    <a:cubicBezTo>
                      <a:pt x="33" y="32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36"/>
                    </a:cubicBezTo>
                    <a:cubicBezTo>
                      <a:pt x="18" y="33"/>
                      <a:pt x="21" y="29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8" name="任意多边形: 形状 77"/>
              <p:cNvSpPr>
                <a:spLocks noEditPoints="1"/>
              </p:cNvSpPr>
              <p:nvPr/>
            </p:nvSpPr>
            <p:spPr bwMode="auto">
              <a:xfrm>
                <a:off x="1933576" y="1935163"/>
                <a:ext cx="138113" cy="152400"/>
              </a:xfrm>
              <a:custGeom>
                <a:avLst/>
                <a:gdLst>
                  <a:gd name="T0" fmla="*/ 1 w 90"/>
                  <a:gd name="T1" fmla="*/ 34 h 99"/>
                  <a:gd name="T2" fmla="*/ 8 w 90"/>
                  <a:gd name="T3" fmla="*/ 30 h 99"/>
                  <a:gd name="T4" fmla="*/ 12 w 90"/>
                  <a:gd name="T5" fmla="*/ 38 h 99"/>
                  <a:gd name="T6" fmla="*/ 18 w 90"/>
                  <a:gd name="T7" fmla="*/ 42 h 99"/>
                  <a:gd name="T8" fmla="*/ 23 w 90"/>
                  <a:gd name="T9" fmla="*/ 48 h 99"/>
                  <a:gd name="T10" fmla="*/ 31 w 90"/>
                  <a:gd name="T11" fmla="*/ 55 h 99"/>
                  <a:gd name="T12" fmla="*/ 32 w 90"/>
                  <a:gd name="T13" fmla="*/ 50 h 99"/>
                  <a:gd name="T14" fmla="*/ 35 w 90"/>
                  <a:gd name="T15" fmla="*/ 57 h 99"/>
                  <a:gd name="T16" fmla="*/ 39 w 90"/>
                  <a:gd name="T17" fmla="*/ 59 h 99"/>
                  <a:gd name="T18" fmla="*/ 41 w 90"/>
                  <a:gd name="T19" fmla="*/ 63 h 99"/>
                  <a:gd name="T20" fmla="*/ 57 w 90"/>
                  <a:gd name="T21" fmla="*/ 74 h 99"/>
                  <a:gd name="T22" fmla="*/ 51 w 90"/>
                  <a:gd name="T23" fmla="*/ 80 h 99"/>
                  <a:gd name="T24" fmla="*/ 41 w 90"/>
                  <a:gd name="T25" fmla="*/ 75 h 99"/>
                  <a:gd name="T26" fmla="*/ 43 w 90"/>
                  <a:gd name="T27" fmla="*/ 85 h 99"/>
                  <a:gd name="T28" fmla="*/ 30 w 90"/>
                  <a:gd name="T29" fmla="*/ 88 h 99"/>
                  <a:gd name="T30" fmla="*/ 26 w 90"/>
                  <a:gd name="T31" fmla="*/ 76 h 99"/>
                  <a:gd name="T32" fmla="*/ 27 w 90"/>
                  <a:gd name="T33" fmla="*/ 70 h 99"/>
                  <a:gd name="T34" fmla="*/ 32 w 90"/>
                  <a:gd name="T35" fmla="*/ 71 h 99"/>
                  <a:gd name="T36" fmla="*/ 30 w 90"/>
                  <a:gd name="T37" fmla="*/ 64 h 99"/>
                  <a:gd name="T38" fmla="*/ 21 w 90"/>
                  <a:gd name="T39" fmla="*/ 55 h 99"/>
                  <a:gd name="T40" fmla="*/ 11 w 90"/>
                  <a:gd name="T41" fmla="*/ 85 h 99"/>
                  <a:gd name="T42" fmla="*/ 1 w 90"/>
                  <a:gd name="T43" fmla="*/ 89 h 99"/>
                  <a:gd name="T44" fmla="*/ 2 w 90"/>
                  <a:gd name="T45" fmla="*/ 84 h 99"/>
                  <a:gd name="T46" fmla="*/ 11 w 90"/>
                  <a:gd name="T47" fmla="*/ 67 h 99"/>
                  <a:gd name="T48" fmla="*/ 15 w 90"/>
                  <a:gd name="T49" fmla="*/ 50 h 99"/>
                  <a:gd name="T50" fmla="*/ 1 w 90"/>
                  <a:gd name="T51" fmla="*/ 34 h 99"/>
                  <a:gd name="T52" fmla="*/ 24 w 90"/>
                  <a:gd name="T53" fmla="*/ 37 h 99"/>
                  <a:gd name="T54" fmla="*/ 24 w 90"/>
                  <a:gd name="T55" fmla="*/ 44 h 99"/>
                  <a:gd name="T56" fmla="*/ 30 w 90"/>
                  <a:gd name="T57" fmla="*/ 43 h 99"/>
                  <a:gd name="T58" fmla="*/ 39 w 90"/>
                  <a:gd name="T59" fmla="*/ 32 h 99"/>
                  <a:gd name="T60" fmla="*/ 42 w 90"/>
                  <a:gd name="T61" fmla="*/ 31 h 99"/>
                  <a:gd name="T62" fmla="*/ 44 w 90"/>
                  <a:gd name="T63" fmla="*/ 50 h 99"/>
                  <a:gd name="T64" fmla="*/ 51 w 90"/>
                  <a:gd name="T65" fmla="*/ 57 h 99"/>
                  <a:gd name="T66" fmla="*/ 54 w 90"/>
                  <a:gd name="T67" fmla="*/ 45 h 99"/>
                  <a:gd name="T68" fmla="*/ 56 w 90"/>
                  <a:gd name="T69" fmla="*/ 37 h 99"/>
                  <a:gd name="T70" fmla="*/ 63 w 90"/>
                  <a:gd name="T71" fmla="*/ 38 h 99"/>
                  <a:gd name="T72" fmla="*/ 74 w 90"/>
                  <a:gd name="T73" fmla="*/ 46 h 99"/>
                  <a:gd name="T74" fmla="*/ 82 w 90"/>
                  <a:gd name="T75" fmla="*/ 49 h 99"/>
                  <a:gd name="T76" fmla="*/ 87 w 90"/>
                  <a:gd name="T77" fmla="*/ 43 h 99"/>
                  <a:gd name="T78" fmla="*/ 64 w 90"/>
                  <a:gd name="T79" fmla="*/ 29 h 99"/>
                  <a:gd name="T80" fmla="*/ 84 w 90"/>
                  <a:gd name="T81" fmla="*/ 9 h 99"/>
                  <a:gd name="T82" fmla="*/ 77 w 90"/>
                  <a:gd name="T83" fmla="*/ 4 h 99"/>
                  <a:gd name="T84" fmla="*/ 64 w 90"/>
                  <a:gd name="T85" fmla="*/ 19 h 99"/>
                  <a:gd name="T86" fmla="*/ 55 w 90"/>
                  <a:gd name="T87" fmla="*/ 23 h 99"/>
                  <a:gd name="T88" fmla="*/ 47 w 90"/>
                  <a:gd name="T89" fmla="*/ 11 h 99"/>
                  <a:gd name="T90" fmla="*/ 49 w 90"/>
                  <a:gd name="T91" fmla="*/ 6 h 99"/>
                  <a:gd name="T92" fmla="*/ 43 w 90"/>
                  <a:gd name="T93" fmla="*/ 0 h 99"/>
                  <a:gd name="T94" fmla="*/ 35 w 90"/>
                  <a:gd name="T95" fmla="*/ 10 h 99"/>
                  <a:gd name="T96" fmla="*/ 20 w 90"/>
                  <a:gd name="T97" fmla="*/ 2 h 99"/>
                  <a:gd name="T98" fmla="*/ 18 w 90"/>
                  <a:gd name="T99" fmla="*/ 8 h 99"/>
                  <a:gd name="T100" fmla="*/ 30 w 90"/>
                  <a:gd name="T101" fmla="*/ 16 h 99"/>
                  <a:gd name="T102" fmla="*/ 24 w 90"/>
                  <a:gd name="T103" fmla="*/ 3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0" h="99">
                    <a:moveTo>
                      <a:pt x="1" y="34"/>
                    </a:moveTo>
                    <a:cubicBezTo>
                      <a:pt x="1" y="34"/>
                      <a:pt x="4" y="28"/>
                      <a:pt x="8" y="30"/>
                    </a:cubicBezTo>
                    <a:cubicBezTo>
                      <a:pt x="11" y="33"/>
                      <a:pt x="11" y="37"/>
                      <a:pt x="12" y="38"/>
                    </a:cubicBezTo>
                    <a:cubicBezTo>
                      <a:pt x="13" y="39"/>
                      <a:pt x="17" y="42"/>
                      <a:pt x="18" y="42"/>
                    </a:cubicBezTo>
                    <a:cubicBezTo>
                      <a:pt x="20" y="42"/>
                      <a:pt x="22" y="40"/>
                      <a:pt x="23" y="48"/>
                    </a:cubicBezTo>
                    <a:cubicBezTo>
                      <a:pt x="23" y="48"/>
                      <a:pt x="26" y="53"/>
                      <a:pt x="31" y="55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32" y="50"/>
                      <a:pt x="33" y="54"/>
                      <a:pt x="35" y="57"/>
                    </a:cubicBezTo>
                    <a:cubicBezTo>
                      <a:pt x="37" y="60"/>
                      <a:pt x="38" y="57"/>
                      <a:pt x="39" y="59"/>
                    </a:cubicBezTo>
                    <a:cubicBezTo>
                      <a:pt x="40" y="62"/>
                      <a:pt x="41" y="63"/>
                      <a:pt x="41" y="63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4"/>
                      <a:pt x="58" y="81"/>
                      <a:pt x="51" y="80"/>
                    </a:cubicBezTo>
                    <a:cubicBezTo>
                      <a:pt x="44" y="78"/>
                      <a:pt x="43" y="72"/>
                      <a:pt x="41" y="75"/>
                    </a:cubicBezTo>
                    <a:cubicBezTo>
                      <a:pt x="40" y="79"/>
                      <a:pt x="42" y="82"/>
                      <a:pt x="43" y="85"/>
                    </a:cubicBezTo>
                    <a:cubicBezTo>
                      <a:pt x="43" y="88"/>
                      <a:pt x="36" y="99"/>
                      <a:pt x="30" y="88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26" y="76"/>
                      <a:pt x="26" y="72"/>
                      <a:pt x="27" y="70"/>
                    </a:cubicBezTo>
                    <a:cubicBezTo>
                      <a:pt x="29" y="69"/>
                      <a:pt x="32" y="71"/>
                      <a:pt x="32" y="71"/>
                    </a:cubicBezTo>
                    <a:cubicBezTo>
                      <a:pt x="32" y="71"/>
                      <a:pt x="34" y="69"/>
                      <a:pt x="30" y="64"/>
                    </a:cubicBezTo>
                    <a:cubicBezTo>
                      <a:pt x="27" y="59"/>
                      <a:pt x="21" y="56"/>
                      <a:pt x="21" y="55"/>
                    </a:cubicBezTo>
                    <a:cubicBezTo>
                      <a:pt x="20" y="55"/>
                      <a:pt x="15" y="76"/>
                      <a:pt x="11" y="85"/>
                    </a:cubicBezTo>
                    <a:cubicBezTo>
                      <a:pt x="7" y="93"/>
                      <a:pt x="3" y="90"/>
                      <a:pt x="1" y="89"/>
                    </a:cubicBezTo>
                    <a:cubicBezTo>
                      <a:pt x="0" y="88"/>
                      <a:pt x="0" y="85"/>
                      <a:pt x="2" y="84"/>
                    </a:cubicBezTo>
                    <a:cubicBezTo>
                      <a:pt x="5" y="83"/>
                      <a:pt x="7" y="78"/>
                      <a:pt x="11" y="67"/>
                    </a:cubicBezTo>
                    <a:cubicBezTo>
                      <a:pt x="14" y="55"/>
                      <a:pt x="16" y="52"/>
                      <a:pt x="15" y="50"/>
                    </a:cubicBezTo>
                    <a:cubicBezTo>
                      <a:pt x="14" y="49"/>
                      <a:pt x="5" y="37"/>
                      <a:pt x="1" y="34"/>
                    </a:cubicBezTo>
                    <a:close/>
                    <a:moveTo>
                      <a:pt x="24" y="37"/>
                    </a:moveTo>
                    <a:cubicBezTo>
                      <a:pt x="22" y="42"/>
                      <a:pt x="24" y="44"/>
                      <a:pt x="24" y="44"/>
                    </a:cubicBezTo>
                    <a:cubicBezTo>
                      <a:pt x="24" y="44"/>
                      <a:pt x="26" y="43"/>
                      <a:pt x="30" y="43"/>
                    </a:cubicBezTo>
                    <a:cubicBezTo>
                      <a:pt x="34" y="43"/>
                      <a:pt x="37" y="38"/>
                      <a:pt x="39" y="32"/>
                    </a:cubicBezTo>
                    <a:cubicBezTo>
                      <a:pt x="40" y="26"/>
                      <a:pt x="41" y="30"/>
                      <a:pt x="42" y="31"/>
                    </a:cubicBezTo>
                    <a:cubicBezTo>
                      <a:pt x="42" y="32"/>
                      <a:pt x="43" y="48"/>
                      <a:pt x="44" y="50"/>
                    </a:cubicBezTo>
                    <a:cubicBezTo>
                      <a:pt x="45" y="53"/>
                      <a:pt x="46" y="58"/>
                      <a:pt x="51" y="57"/>
                    </a:cubicBezTo>
                    <a:cubicBezTo>
                      <a:pt x="56" y="56"/>
                      <a:pt x="55" y="50"/>
                      <a:pt x="54" y="45"/>
                    </a:cubicBezTo>
                    <a:cubicBezTo>
                      <a:pt x="52" y="39"/>
                      <a:pt x="54" y="38"/>
                      <a:pt x="56" y="37"/>
                    </a:cubicBezTo>
                    <a:cubicBezTo>
                      <a:pt x="58" y="36"/>
                      <a:pt x="61" y="36"/>
                      <a:pt x="63" y="38"/>
                    </a:cubicBezTo>
                    <a:cubicBezTo>
                      <a:pt x="66" y="39"/>
                      <a:pt x="73" y="45"/>
                      <a:pt x="74" y="46"/>
                    </a:cubicBezTo>
                    <a:cubicBezTo>
                      <a:pt x="75" y="46"/>
                      <a:pt x="78" y="49"/>
                      <a:pt x="82" y="49"/>
                    </a:cubicBezTo>
                    <a:cubicBezTo>
                      <a:pt x="90" y="49"/>
                      <a:pt x="87" y="43"/>
                      <a:pt x="87" y="43"/>
                    </a:cubicBezTo>
                    <a:cubicBezTo>
                      <a:pt x="64" y="29"/>
                      <a:pt x="64" y="29"/>
                      <a:pt x="64" y="29"/>
                    </a:cubicBezTo>
                    <a:cubicBezTo>
                      <a:pt x="72" y="27"/>
                      <a:pt x="83" y="15"/>
                      <a:pt x="84" y="9"/>
                    </a:cubicBezTo>
                    <a:cubicBezTo>
                      <a:pt x="85" y="3"/>
                      <a:pt x="82" y="1"/>
                      <a:pt x="77" y="4"/>
                    </a:cubicBezTo>
                    <a:cubicBezTo>
                      <a:pt x="72" y="8"/>
                      <a:pt x="70" y="12"/>
                      <a:pt x="64" y="19"/>
                    </a:cubicBezTo>
                    <a:cubicBezTo>
                      <a:pt x="58" y="27"/>
                      <a:pt x="55" y="23"/>
                      <a:pt x="55" y="23"/>
                    </a:cubicBezTo>
                    <a:cubicBezTo>
                      <a:pt x="46" y="18"/>
                      <a:pt x="47" y="11"/>
                      <a:pt x="47" y="11"/>
                    </a:cubicBezTo>
                    <a:cubicBezTo>
                      <a:pt x="47" y="11"/>
                      <a:pt x="47" y="11"/>
                      <a:pt x="49" y="6"/>
                    </a:cubicBezTo>
                    <a:cubicBezTo>
                      <a:pt x="51" y="1"/>
                      <a:pt x="48" y="0"/>
                      <a:pt x="43" y="0"/>
                    </a:cubicBezTo>
                    <a:cubicBezTo>
                      <a:pt x="40" y="1"/>
                      <a:pt x="35" y="10"/>
                      <a:pt x="35" y="10"/>
                    </a:cubicBezTo>
                    <a:cubicBezTo>
                      <a:pt x="26" y="3"/>
                      <a:pt x="20" y="2"/>
                      <a:pt x="20" y="2"/>
                    </a:cubicBezTo>
                    <a:cubicBezTo>
                      <a:pt x="11" y="3"/>
                      <a:pt x="16" y="9"/>
                      <a:pt x="18" y="8"/>
                    </a:cubicBezTo>
                    <a:cubicBezTo>
                      <a:pt x="21" y="8"/>
                      <a:pt x="30" y="16"/>
                      <a:pt x="30" y="16"/>
                    </a:cubicBezTo>
                    <a:cubicBezTo>
                      <a:pt x="32" y="25"/>
                      <a:pt x="27" y="33"/>
                      <a:pt x="2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9" name="任意多边形: 形状 78"/>
              <p:cNvSpPr>
                <a:spLocks noEditPoints="1"/>
              </p:cNvSpPr>
              <p:nvPr/>
            </p:nvSpPr>
            <p:spPr bwMode="auto">
              <a:xfrm>
                <a:off x="2097088" y="1790701"/>
                <a:ext cx="144463" cy="127000"/>
              </a:xfrm>
              <a:custGeom>
                <a:avLst/>
                <a:gdLst>
                  <a:gd name="T0" fmla="*/ 37 w 94"/>
                  <a:gd name="T1" fmla="*/ 17 h 83"/>
                  <a:gd name="T2" fmla="*/ 38 w 94"/>
                  <a:gd name="T3" fmla="*/ 8 h 83"/>
                  <a:gd name="T4" fmla="*/ 27 w 94"/>
                  <a:gd name="T5" fmla="*/ 1 h 83"/>
                  <a:gd name="T6" fmla="*/ 28 w 94"/>
                  <a:gd name="T7" fmla="*/ 14 h 83"/>
                  <a:gd name="T8" fmla="*/ 19 w 94"/>
                  <a:gd name="T9" fmla="*/ 38 h 83"/>
                  <a:gd name="T10" fmla="*/ 14 w 94"/>
                  <a:gd name="T11" fmla="*/ 31 h 83"/>
                  <a:gd name="T12" fmla="*/ 2 w 94"/>
                  <a:gd name="T13" fmla="*/ 66 h 83"/>
                  <a:gd name="T14" fmla="*/ 24 w 94"/>
                  <a:gd name="T15" fmla="*/ 43 h 83"/>
                  <a:gd name="T16" fmla="*/ 41 w 94"/>
                  <a:gd name="T17" fmla="*/ 43 h 83"/>
                  <a:gd name="T18" fmla="*/ 35 w 94"/>
                  <a:gd name="T19" fmla="*/ 65 h 83"/>
                  <a:gd name="T20" fmla="*/ 32 w 94"/>
                  <a:gd name="T21" fmla="*/ 59 h 83"/>
                  <a:gd name="T22" fmla="*/ 48 w 94"/>
                  <a:gd name="T23" fmla="*/ 79 h 83"/>
                  <a:gd name="T24" fmla="*/ 56 w 94"/>
                  <a:gd name="T25" fmla="*/ 79 h 83"/>
                  <a:gd name="T26" fmla="*/ 83 w 94"/>
                  <a:gd name="T27" fmla="*/ 81 h 83"/>
                  <a:gd name="T28" fmla="*/ 68 w 94"/>
                  <a:gd name="T29" fmla="*/ 72 h 83"/>
                  <a:gd name="T30" fmla="*/ 74 w 94"/>
                  <a:gd name="T31" fmla="*/ 65 h 83"/>
                  <a:gd name="T32" fmla="*/ 48 w 94"/>
                  <a:gd name="T33" fmla="*/ 45 h 83"/>
                  <a:gd name="T34" fmla="*/ 49 w 94"/>
                  <a:gd name="T35" fmla="*/ 34 h 83"/>
                  <a:gd name="T36" fmla="*/ 40 w 94"/>
                  <a:gd name="T37" fmla="*/ 31 h 83"/>
                  <a:gd name="T38" fmla="*/ 53 w 94"/>
                  <a:gd name="T39" fmla="*/ 17 h 83"/>
                  <a:gd name="T40" fmla="*/ 63 w 94"/>
                  <a:gd name="T41" fmla="*/ 25 h 83"/>
                  <a:gd name="T42" fmla="*/ 63 w 94"/>
                  <a:gd name="T43" fmla="*/ 8 h 83"/>
                  <a:gd name="T44" fmla="*/ 27 w 94"/>
                  <a:gd name="T45" fmla="*/ 39 h 83"/>
                  <a:gd name="T46" fmla="*/ 37 w 94"/>
                  <a:gd name="T47" fmla="*/ 38 h 83"/>
                  <a:gd name="T48" fmla="*/ 50 w 94"/>
                  <a:gd name="T49" fmla="*/ 60 h 83"/>
                  <a:gd name="T50" fmla="*/ 52 w 94"/>
                  <a:gd name="T51" fmla="*/ 64 h 83"/>
                  <a:gd name="T52" fmla="*/ 51 w 94"/>
                  <a:gd name="T53" fmla="*/ 76 h 83"/>
                  <a:gd name="T54" fmla="*/ 47 w 94"/>
                  <a:gd name="T55" fmla="*/ 54 h 83"/>
                  <a:gd name="T56" fmla="*/ 63 w 94"/>
                  <a:gd name="T57" fmla="*/ 46 h 83"/>
                  <a:gd name="T58" fmla="*/ 61 w 94"/>
                  <a:gd name="T59" fmla="*/ 66 h 83"/>
                  <a:gd name="T60" fmla="*/ 61 w 94"/>
                  <a:gd name="T61" fmla="*/ 56 h 83"/>
                  <a:gd name="T62" fmla="*/ 50 w 94"/>
                  <a:gd name="T63" fmla="*/ 5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4" h="83">
                    <a:moveTo>
                      <a:pt x="63" y="8"/>
                    </a:moveTo>
                    <a:cubicBezTo>
                      <a:pt x="51" y="9"/>
                      <a:pt x="37" y="17"/>
                      <a:pt x="37" y="17"/>
                    </a:cubicBezTo>
                    <a:cubicBezTo>
                      <a:pt x="37" y="17"/>
                      <a:pt x="34" y="12"/>
                      <a:pt x="35" y="11"/>
                    </a:cubicBezTo>
                    <a:cubicBezTo>
                      <a:pt x="35" y="10"/>
                      <a:pt x="36" y="10"/>
                      <a:pt x="38" y="8"/>
                    </a:cubicBezTo>
                    <a:cubicBezTo>
                      <a:pt x="40" y="6"/>
                      <a:pt x="40" y="3"/>
                      <a:pt x="40" y="3"/>
                    </a:cubicBezTo>
                    <a:cubicBezTo>
                      <a:pt x="39" y="0"/>
                      <a:pt x="27" y="1"/>
                      <a:pt x="27" y="1"/>
                    </a:cubicBezTo>
                    <a:cubicBezTo>
                      <a:pt x="15" y="8"/>
                      <a:pt x="5" y="5"/>
                      <a:pt x="5" y="5"/>
                    </a:cubicBezTo>
                    <a:cubicBezTo>
                      <a:pt x="10" y="20"/>
                      <a:pt x="26" y="14"/>
                      <a:pt x="28" y="14"/>
                    </a:cubicBezTo>
                    <a:cubicBezTo>
                      <a:pt x="30" y="14"/>
                      <a:pt x="31" y="20"/>
                      <a:pt x="31" y="22"/>
                    </a:cubicBezTo>
                    <a:cubicBezTo>
                      <a:pt x="30" y="24"/>
                      <a:pt x="24" y="28"/>
                      <a:pt x="19" y="38"/>
                    </a:cubicBezTo>
                    <a:cubicBezTo>
                      <a:pt x="13" y="47"/>
                      <a:pt x="16" y="36"/>
                      <a:pt x="16" y="36"/>
                    </a:cubicBezTo>
                    <a:cubicBezTo>
                      <a:pt x="21" y="27"/>
                      <a:pt x="14" y="31"/>
                      <a:pt x="14" y="31"/>
                    </a:cubicBezTo>
                    <a:cubicBezTo>
                      <a:pt x="6" y="39"/>
                      <a:pt x="1" y="53"/>
                      <a:pt x="1" y="59"/>
                    </a:cubicBezTo>
                    <a:cubicBezTo>
                      <a:pt x="0" y="66"/>
                      <a:pt x="2" y="66"/>
                      <a:pt x="2" y="66"/>
                    </a:cubicBezTo>
                    <a:cubicBezTo>
                      <a:pt x="6" y="68"/>
                      <a:pt x="11" y="67"/>
                      <a:pt x="11" y="67"/>
                    </a:cubicBezTo>
                    <a:cubicBezTo>
                      <a:pt x="10" y="66"/>
                      <a:pt x="24" y="43"/>
                      <a:pt x="24" y="43"/>
                    </a:cubicBezTo>
                    <a:cubicBezTo>
                      <a:pt x="27" y="49"/>
                      <a:pt x="35" y="52"/>
                      <a:pt x="37" y="51"/>
                    </a:cubicBezTo>
                    <a:cubicBezTo>
                      <a:pt x="38" y="51"/>
                      <a:pt x="41" y="43"/>
                      <a:pt x="41" y="43"/>
                    </a:cubicBezTo>
                    <a:cubicBezTo>
                      <a:pt x="44" y="50"/>
                      <a:pt x="44" y="50"/>
                      <a:pt x="44" y="50"/>
                    </a:cubicBezTo>
                    <a:cubicBezTo>
                      <a:pt x="45" y="55"/>
                      <a:pt x="35" y="65"/>
                      <a:pt x="35" y="65"/>
                    </a:cubicBezTo>
                    <a:cubicBezTo>
                      <a:pt x="34" y="65"/>
                      <a:pt x="34" y="62"/>
                      <a:pt x="34" y="62"/>
                    </a:cubicBezTo>
                    <a:cubicBezTo>
                      <a:pt x="34" y="58"/>
                      <a:pt x="32" y="59"/>
                      <a:pt x="32" y="59"/>
                    </a:cubicBezTo>
                    <a:cubicBezTo>
                      <a:pt x="30" y="67"/>
                      <a:pt x="33" y="71"/>
                      <a:pt x="33" y="71"/>
                    </a:cubicBezTo>
                    <a:cubicBezTo>
                      <a:pt x="33" y="71"/>
                      <a:pt x="47" y="77"/>
                      <a:pt x="48" y="79"/>
                    </a:cubicBezTo>
                    <a:cubicBezTo>
                      <a:pt x="50" y="81"/>
                      <a:pt x="53" y="83"/>
                      <a:pt x="55" y="82"/>
                    </a:cubicBezTo>
                    <a:cubicBezTo>
                      <a:pt x="57" y="81"/>
                      <a:pt x="56" y="79"/>
                      <a:pt x="56" y="79"/>
                    </a:cubicBezTo>
                    <a:cubicBezTo>
                      <a:pt x="60" y="76"/>
                      <a:pt x="60" y="76"/>
                      <a:pt x="60" y="76"/>
                    </a:cubicBezTo>
                    <a:cubicBezTo>
                      <a:pt x="62" y="78"/>
                      <a:pt x="73" y="82"/>
                      <a:pt x="83" y="81"/>
                    </a:cubicBezTo>
                    <a:cubicBezTo>
                      <a:pt x="94" y="79"/>
                      <a:pt x="88" y="68"/>
                      <a:pt x="84" y="70"/>
                    </a:cubicBezTo>
                    <a:cubicBezTo>
                      <a:pt x="79" y="72"/>
                      <a:pt x="72" y="73"/>
                      <a:pt x="68" y="72"/>
                    </a:cubicBezTo>
                    <a:cubicBezTo>
                      <a:pt x="65" y="71"/>
                      <a:pt x="68" y="68"/>
                      <a:pt x="69" y="68"/>
                    </a:cubicBezTo>
                    <a:cubicBezTo>
                      <a:pt x="69" y="68"/>
                      <a:pt x="71" y="69"/>
                      <a:pt x="74" y="65"/>
                    </a:cubicBezTo>
                    <a:cubicBezTo>
                      <a:pt x="78" y="62"/>
                      <a:pt x="74" y="40"/>
                      <a:pt x="74" y="40"/>
                    </a:cubicBezTo>
                    <a:cubicBezTo>
                      <a:pt x="63" y="32"/>
                      <a:pt x="48" y="45"/>
                      <a:pt x="48" y="45"/>
                    </a:cubicBezTo>
                    <a:cubicBezTo>
                      <a:pt x="48" y="45"/>
                      <a:pt x="43" y="37"/>
                      <a:pt x="42" y="36"/>
                    </a:cubicBezTo>
                    <a:cubicBezTo>
                      <a:pt x="42" y="35"/>
                      <a:pt x="43" y="31"/>
                      <a:pt x="49" y="34"/>
                    </a:cubicBezTo>
                    <a:cubicBezTo>
                      <a:pt x="55" y="36"/>
                      <a:pt x="60" y="36"/>
                      <a:pt x="56" y="31"/>
                    </a:cubicBezTo>
                    <a:cubicBezTo>
                      <a:pt x="51" y="27"/>
                      <a:pt x="40" y="31"/>
                      <a:pt x="40" y="31"/>
                    </a:cubicBezTo>
                    <a:cubicBezTo>
                      <a:pt x="40" y="31"/>
                      <a:pt x="36" y="27"/>
                      <a:pt x="38" y="26"/>
                    </a:cubicBezTo>
                    <a:cubicBezTo>
                      <a:pt x="40" y="24"/>
                      <a:pt x="42" y="20"/>
                      <a:pt x="53" y="17"/>
                    </a:cubicBezTo>
                    <a:cubicBezTo>
                      <a:pt x="64" y="15"/>
                      <a:pt x="62" y="21"/>
                      <a:pt x="62" y="22"/>
                    </a:cubicBezTo>
                    <a:cubicBezTo>
                      <a:pt x="61" y="24"/>
                      <a:pt x="63" y="25"/>
                      <a:pt x="63" y="25"/>
                    </a:cubicBezTo>
                    <a:cubicBezTo>
                      <a:pt x="70" y="23"/>
                      <a:pt x="74" y="17"/>
                      <a:pt x="75" y="15"/>
                    </a:cubicBezTo>
                    <a:cubicBezTo>
                      <a:pt x="75" y="13"/>
                      <a:pt x="75" y="7"/>
                      <a:pt x="63" y="8"/>
                    </a:cubicBezTo>
                    <a:close/>
                    <a:moveTo>
                      <a:pt x="36" y="45"/>
                    </a:moveTo>
                    <a:cubicBezTo>
                      <a:pt x="36" y="45"/>
                      <a:pt x="32" y="48"/>
                      <a:pt x="27" y="39"/>
                    </a:cubicBezTo>
                    <a:cubicBezTo>
                      <a:pt x="27" y="39"/>
                      <a:pt x="32" y="32"/>
                      <a:pt x="34" y="31"/>
                    </a:cubicBezTo>
                    <a:cubicBezTo>
                      <a:pt x="37" y="38"/>
                      <a:pt x="37" y="38"/>
                      <a:pt x="37" y="38"/>
                    </a:cubicBezTo>
                    <a:lnTo>
                      <a:pt x="36" y="45"/>
                    </a:lnTo>
                    <a:close/>
                    <a:moveTo>
                      <a:pt x="50" y="60"/>
                    </a:moveTo>
                    <a:cubicBezTo>
                      <a:pt x="50" y="60"/>
                      <a:pt x="47" y="65"/>
                      <a:pt x="47" y="66"/>
                    </a:cubicBezTo>
                    <a:cubicBezTo>
                      <a:pt x="48" y="67"/>
                      <a:pt x="52" y="64"/>
                      <a:pt x="52" y="64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1" y="76"/>
                      <a:pt x="51" y="76"/>
                      <a:pt x="51" y="76"/>
                    </a:cubicBezTo>
                    <a:cubicBezTo>
                      <a:pt x="37" y="69"/>
                      <a:pt x="37" y="69"/>
                      <a:pt x="37" y="69"/>
                    </a:cubicBezTo>
                    <a:cubicBezTo>
                      <a:pt x="37" y="69"/>
                      <a:pt x="46" y="62"/>
                      <a:pt x="47" y="54"/>
                    </a:cubicBezTo>
                    <a:lnTo>
                      <a:pt x="50" y="60"/>
                    </a:lnTo>
                    <a:close/>
                    <a:moveTo>
                      <a:pt x="63" y="46"/>
                    </a:moveTo>
                    <a:cubicBezTo>
                      <a:pt x="68" y="50"/>
                      <a:pt x="66" y="61"/>
                      <a:pt x="66" y="61"/>
                    </a:cubicBezTo>
                    <a:cubicBezTo>
                      <a:pt x="61" y="66"/>
                      <a:pt x="61" y="66"/>
                      <a:pt x="61" y="66"/>
                    </a:cubicBezTo>
                    <a:cubicBezTo>
                      <a:pt x="58" y="61"/>
                      <a:pt x="58" y="61"/>
                      <a:pt x="58" y="61"/>
                    </a:cubicBezTo>
                    <a:cubicBezTo>
                      <a:pt x="58" y="61"/>
                      <a:pt x="62" y="59"/>
                      <a:pt x="61" y="56"/>
                    </a:cubicBezTo>
                    <a:cubicBezTo>
                      <a:pt x="59" y="53"/>
                      <a:pt x="55" y="56"/>
                      <a:pt x="55" y="56"/>
                    </a:cubicBezTo>
                    <a:cubicBezTo>
                      <a:pt x="50" y="50"/>
                      <a:pt x="50" y="50"/>
                      <a:pt x="50" y="50"/>
                    </a:cubicBezTo>
                    <a:cubicBezTo>
                      <a:pt x="50" y="50"/>
                      <a:pt x="59" y="42"/>
                      <a:pt x="63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 bwMode="auto">
              <a:xfrm>
                <a:off x="2276476" y="1733551"/>
                <a:ext cx="150813" cy="149225"/>
              </a:xfrm>
              <a:custGeom>
                <a:avLst/>
                <a:gdLst>
                  <a:gd name="T0" fmla="*/ 5 w 98"/>
                  <a:gd name="T1" fmla="*/ 15 h 97"/>
                  <a:gd name="T2" fmla="*/ 14 w 98"/>
                  <a:gd name="T3" fmla="*/ 15 h 97"/>
                  <a:gd name="T4" fmla="*/ 48 w 98"/>
                  <a:gd name="T5" fmla="*/ 3 h 97"/>
                  <a:gd name="T6" fmla="*/ 68 w 98"/>
                  <a:gd name="T7" fmla="*/ 1 h 97"/>
                  <a:gd name="T8" fmla="*/ 78 w 98"/>
                  <a:gd name="T9" fmla="*/ 8 h 97"/>
                  <a:gd name="T10" fmla="*/ 63 w 98"/>
                  <a:gd name="T11" fmla="*/ 25 h 97"/>
                  <a:gd name="T12" fmla="*/ 67 w 98"/>
                  <a:gd name="T13" fmla="*/ 35 h 97"/>
                  <a:gd name="T14" fmla="*/ 86 w 98"/>
                  <a:gd name="T15" fmla="*/ 31 h 97"/>
                  <a:gd name="T16" fmla="*/ 93 w 98"/>
                  <a:gd name="T17" fmla="*/ 44 h 97"/>
                  <a:gd name="T18" fmla="*/ 83 w 98"/>
                  <a:gd name="T19" fmla="*/ 43 h 97"/>
                  <a:gd name="T20" fmla="*/ 73 w 98"/>
                  <a:gd name="T21" fmla="*/ 46 h 97"/>
                  <a:gd name="T22" fmla="*/ 71 w 98"/>
                  <a:gd name="T23" fmla="*/ 80 h 97"/>
                  <a:gd name="T24" fmla="*/ 52 w 98"/>
                  <a:gd name="T25" fmla="*/ 84 h 97"/>
                  <a:gd name="T26" fmla="*/ 43 w 98"/>
                  <a:gd name="T27" fmla="*/ 62 h 97"/>
                  <a:gd name="T28" fmla="*/ 57 w 98"/>
                  <a:gd name="T29" fmla="*/ 73 h 97"/>
                  <a:gd name="T30" fmla="*/ 63 w 98"/>
                  <a:gd name="T31" fmla="*/ 47 h 97"/>
                  <a:gd name="T32" fmla="*/ 33 w 98"/>
                  <a:gd name="T33" fmla="*/ 60 h 97"/>
                  <a:gd name="T34" fmla="*/ 22 w 98"/>
                  <a:gd name="T35" fmla="*/ 50 h 97"/>
                  <a:gd name="T36" fmla="*/ 27 w 98"/>
                  <a:gd name="T37" fmla="*/ 46 h 97"/>
                  <a:gd name="T38" fmla="*/ 52 w 98"/>
                  <a:gd name="T39" fmla="*/ 40 h 97"/>
                  <a:gd name="T40" fmla="*/ 53 w 98"/>
                  <a:gd name="T41" fmla="*/ 32 h 97"/>
                  <a:gd name="T42" fmla="*/ 53 w 98"/>
                  <a:gd name="T43" fmla="*/ 24 h 97"/>
                  <a:gd name="T44" fmla="*/ 60 w 98"/>
                  <a:gd name="T45" fmla="*/ 12 h 97"/>
                  <a:gd name="T46" fmla="*/ 46 w 98"/>
                  <a:gd name="T47" fmla="*/ 14 h 97"/>
                  <a:gd name="T48" fmla="*/ 20 w 98"/>
                  <a:gd name="T49" fmla="*/ 27 h 97"/>
                  <a:gd name="T50" fmla="*/ 12 w 98"/>
                  <a:gd name="T51" fmla="*/ 28 h 97"/>
                  <a:gd name="T52" fmla="*/ 5 w 98"/>
                  <a:gd name="T53" fmla="*/ 1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8" h="97">
                    <a:moveTo>
                      <a:pt x="5" y="15"/>
                    </a:moveTo>
                    <a:cubicBezTo>
                      <a:pt x="5" y="15"/>
                      <a:pt x="7" y="18"/>
                      <a:pt x="14" y="15"/>
                    </a:cubicBezTo>
                    <a:cubicBezTo>
                      <a:pt x="20" y="13"/>
                      <a:pt x="42" y="4"/>
                      <a:pt x="48" y="3"/>
                    </a:cubicBezTo>
                    <a:cubicBezTo>
                      <a:pt x="54" y="2"/>
                      <a:pt x="64" y="2"/>
                      <a:pt x="68" y="1"/>
                    </a:cubicBezTo>
                    <a:cubicBezTo>
                      <a:pt x="71" y="0"/>
                      <a:pt x="77" y="5"/>
                      <a:pt x="78" y="8"/>
                    </a:cubicBezTo>
                    <a:cubicBezTo>
                      <a:pt x="78" y="12"/>
                      <a:pt x="63" y="25"/>
                      <a:pt x="63" y="25"/>
                    </a:cubicBezTo>
                    <a:cubicBezTo>
                      <a:pt x="63" y="25"/>
                      <a:pt x="60" y="29"/>
                      <a:pt x="67" y="35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6" y="31"/>
                      <a:pt x="98" y="36"/>
                      <a:pt x="93" y="44"/>
                    </a:cubicBezTo>
                    <a:cubicBezTo>
                      <a:pt x="93" y="44"/>
                      <a:pt x="86" y="43"/>
                      <a:pt x="83" y="43"/>
                    </a:cubicBezTo>
                    <a:cubicBezTo>
                      <a:pt x="80" y="44"/>
                      <a:pt x="73" y="46"/>
                      <a:pt x="73" y="46"/>
                    </a:cubicBezTo>
                    <a:cubicBezTo>
                      <a:pt x="73" y="46"/>
                      <a:pt x="74" y="69"/>
                      <a:pt x="71" y="80"/>
                    </a:cubicBezTo>
                    <a:cubicBezTo>
                      <a:pt x="67" y="91"/>
                      <a:pt x="74" y="97"/>
                      <a:pt x="52" y="84"/>
                    </a:cubicBezTo>
                    <a:cubicBezTo>
                      <a:pt x="52" y="84"/>
                      <a:pt x="44" y="74"/>
                      <a:pt x="43" y="62"/>
                    </a:cubicBezTo>
                    <a:cubicBezTo>
                      <a:pt x="43" y="62"/>
                      <a:pt x="47" y="75"/>
                      <a:pt x="57" y="73"/>
                    </a:cubicBezTo>
                    <a:cubicBezTo>
                      <a:pt x="66" y="71"/>
                      <a:pt x="63" y="47"/>
                      <a:pt x="63" y="47"/>
                    </a:cubicBezTo>
                    <a:cubicBezTo>
                      <a:pt x="63" y="47"/>
                      <a:pt x="36" y="57"/>
                      <a:pt x="33" y="60"/>
                    </a:cubicBezTo>
                    <a:cubicBezTo>
                      <a:pt x="33" y="60"/>
                      <a:pt x="26" y="62"/>
                      <a:pt x="22" y="50"/>
                    </a:cubicBezTo>
                    <a:cubicBezTo>
                      <a:pt x="22" y="50"/>
                      <a:pt x="25" y="40"/>
                      <a:pt x="27" y="46"/>
                    </a:cubicBezTo>
                    <a:cubicBezTo>
                      <a:pt x="27" y="46"/>
                      <a:pt x="28" y="51"/>
                      <a:pt x="52" y="40"/>
                    </a:cubicBezTo>
                    <a:cubicBezTo>
                      <a:pt x="52" y="40"/>
                      <a:pt x="64" y="39"/>
                      <a:pt x="53" y="32"/>
                    </a:cubicBezTo>
                    <a:cubicBezTo>
                      <a:pt x="46" y="28"/>
                      <a:pt x="53" y="25"/>
                      <a:pt x="53" y="24"/>
                    </a:cubicBezTo>
                    <a:cubicBezTo>
                      <a:pt x="53" y="22"/>
                      <a:pt x="61" y="13"/>
                      <a:pt x="60" y="12"/>
                    </a:cubicBezTo>
                    <a:cubicBezTo>
                      <a:pt x="60" y="11"/>
                      <a:pt x="50" y="12"/>
                      <a:pt x="46" y="14"/>
                    </a:cubicBezTo>
                    <a:cubicBezTo>
                      <a:pt x="41" y="16"/>
                      <a:pt x="21" y="25"/>
                      <a:pt x="20" y="27"/>
                    </a:cubicBezTo>
                    <a:cubicBezTo>
                      <a:pt x="19" y="29"/>
                      <a:pt x="16" y="29"/>
                      <a:pt x="12" y="28"/>
                    </a:cubicBezTo>
                    <a:cubicBezTo>
                      <a:pt x="8" y="27"/>
                      <a:pt x="0" y="23"/>
                      <a:pt x="5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1" name="任意多边形: 形状 80"/>
              <p:cNvSpPr>
                <a:spLocks noEditPoints="1"/>
              </p:cNvSpPr>
              <p:nvPr/>
            </p:nvSpPr>
            <p:spPr bwMode="auto">
              <a:xfrm>
                <a:off x="2493963" y="1731963"/>
                <a:ext cx="157163" cy="165100"/>
              </a:xfrm>
              <a:custGeom>
                <a:avLst/>
                <a:gdLst>
                  <a:gd name="T0" fmla="*/ 50 w 102"/>
                  <a:gd name="T1" fmla="*/ 7 h 107"/>
                  <a:gd name="T2" fmla="*/ 56 w 102"/>
                  <a:gd name="T3" fmla="*/ 8 h 107"/>
                  <a:gd name="T4" fmla="*/ 47 w 102"/>
                  <a:gd name="T5" fmla="*/ 20 h 107"/>
                  <a:gd name="T6" fmla="*/ 22 w 102"/>
                  <a:gd name="T7" fmla="*/ 18 h 107"/>
                  <a:gd name="T8" fmla="*/ 15 w 102"/>
                  <a:gd name="T9" fmla="*/ 12 h 107"/>
                  <a:gd name="T10" fmla="*/ 50 w 102"/>
                  <a:gd name="T11" fmla="*/ 7 h 107"/>
                  <a:gd name="T12" fmla="*/ 1 w 102"/>
                  <a:gd name="T13" fmla="*/ 42 h 107"/>
                  <a:gd name="T14" fmla="*/ 6 w 102"/>
                  <a:gd name="T15" fmla="*/ 44 h 107"/>
                  <a:gd name="T16" fmla="*/ 13 w 102"/>
                  <a:gd name="T17" fmla="*/ 42 h 107"/>
                  <a:gd name="T18" fmla="*/ 32 w 102"/>
                  <a:gd name="T19" fmla="*/ 40 h 107"/>
                  <a:gd name="T20" fmla="*/ 35 w 102"/>
                  <a:gd name="T21" fmla="*/ 45 h 107"/>
                  <a:gd name="T22" fmla="*/ 33 w 102"/>
                  <a:gd name="T23" fmla="*/ 49 h 107"/>
                  <a:gd name="T24" fmla="*/ 25 w 102"/>
                  <a:gd name="T25" fmla="*/ 54 h 107"/>
                  <a:gd name="T26" fmla="*/ 24 w 102"/>
                  <a:gd name="T27" fmla="*/ 53 h 107"/>
                  <a:gd name="T28" fmla="*/ 27 w 102"/>
                  <a:gd name="T29" fmla="*/ 51 h 107"/>
                  <a:gd name="T30" fmla="*/ 29 w 102"/>
                  <a:gd name="T31" fmla="*/ 46 h 107"/>
                  <a:gd name="T32" fmla="*/ 23 w 102"/>
                  <a:gd name="T33" fmla="*/ 45 h 107"/>
                  <a:gd name="T34" fmla="*/ 8 w 102"/>
                  <a:gd name="T35" fmla="*/ 56 h 107"/>
                  <a:gd name="T36" fmla="*/ 6 w 102"/>
                  <a:gd name="T37" fmla="*/ 64 h 107"/>
                  <a:gd name="T38" fmla="*/ 23 w 102"/>
                  <a:gd name="T39" fmla="*/ 63 h 107"/>
                  <a:gd name="T40" fmla="*/ 27 w 102"/>
                  <a:gd name="T41" fmla="*/ 65 h 107"/>
                  <a:gd name="T42" fmla="*/ 26 w 102"/>
                  <a:gd name="T43" fmla="*/ 74 h 107"/>
                  <a:gd name="T44" fmla="*/ 35 w 102"/>
                  <a:gd name="T45" fmla="*/ 73 h 107"/>
                  <a:gd name="T46" fmla="*/ 40 w 102"/>
                  <a:gd name="T47" fmla="*/ 57 h 107"/>
                  <a:gd name="T48" fmla="*/ 51 w 102"/>
                  <a:gd name="T49" fmla="*/ 47 h 107"/>
                  <a:gd name="T50" fmla="*/ 47 w 102"/>
                  <a:gd name="T51" fmla="*/ 45 h 107"/>
                  <a:gd name="T52" fmla="*/ 44 w 102"/>
                  <a:gd name="T53" fmla="*/ 44 h 107"/>
                  <a:gd name="T54" fmla="*/ 52 w 102"/>
                  <a:gd name="T55" fmla="*/ 41 h 107"/>
                  <a:gd name="T56" fmla="*/ 60 w 102"/>
                  <a:gd name="T57" fmla="*/ 49 h 107"/>
                  <a:gd name="T58" fmla="*/ 60 w 102"/>
                  <a:gd name="T59" fmla="*/ 55 h 107"/>
                  <a:gd name="T60" fmla="*/ 52 w 102"/>
                  <a:gd name="T61" fmla="*/ 56 h 107"/>
                  <a:gd name="T62" fmla="*/ 50 w 102"/>
                  <a:gd name="T63" fmla="*/ 64 h 107"/>
                  <a:gd name="T64" fmla="*/ 60 w 102"/>
                  <a:gd name="T65" fmla="*/ 67 h 107"/>
                  <a:gd name="T66" fmla="*/ 66 w 102"/>
                  <a:gd name="T67" fmla="*/ 66 h 107"/>
                  <a:gd name="T68" fmla="*/ 59 w 102"/>
                  <a:gd name="T69" fmla="*/ 99 h 107"/>
                  <a:gd name="T70" fmla="*/ 66 w 102"/>
                  <a:gd name="T71" fmla="*/ 107 h 107"/>
                  <a:gd name="T72" fmla="*/ 75 w 102"/>
                  <a:gd name="T73" fmla="*/ 65 h 107"/>
                  <a:gd name="T74" fmla="*/ 85 w 102"/>
                  <a:gd name="T75" fmla="*/ 63 h 107"/>
                  <a:gd name="T76" fmla="*/ 98 w 102"/>
                  <a:gd name="T77" fmla="*/ 63 h 107"/>
                  <a:gd name="T78" fmla="*/ 92 w 102"/>
                  <a:gd name="T79" fmla="*/ 53 h 107"/>
                  <a:gd name="T80" fmla="*/ 77 w 102"/>
                  <a:gd name="T81" fmla="*/ 52 h 107"/>
                  <a:gd name="T82" fmla="*/ 84 w 102"/>
                  <a:gd name="T83" fmla="*/ 28 h 107"/>
                  <a:gd name="T84" fmla="*/ 86 w 102"/>
                  <a:gd name="T85" fmla="*/ 15 h 107"/>
                  <a:gd name="T86" fmla="*/ 78 w 102"/>
                  <a:gd name="T87" fmla="*/ 6 h 107"/>
                  <a:gd name="T88" fmla="*/ 78 w 102"/>
                  <a:gd name="T89" fmla="*/ 15 h 107"/>
                  <a:gd name="T90" fmla="*/ 75 w 102"/>
                  <a:gd name="T91" fmla="*/ 32 h 107"/>
                  <a:gd name="T92" fmla="*/ 66 w 102"/>
                  <a:gd name="T93" fmla="*/ 25 h 107"/>
                  <a:gd name="T94" fmla="*/ 62 w 102"/>
                  <a:gd name="T95" fmla="*/ 27 h 107"/>
                  <a:gd name="T96" fmla="*/ 72 w 102"/>
                  <a:gd name="T97" fmla="*/ 40 h 107"/>
                  <a:gd name="T98" fmla="*/ 70 w 102"/>
                  <a:gd name="T99" fmla="*/ 51 h 107"/>
                  <a:gd name="T100" fmla="*/ 68 w 102"/>
                  <a:gd name="T101" fmla="*/ 50 h 107"/>
                  <a:gd name="T102" fmla="*/ 61 w 102"/>
                  <a:gd name="T103" fmla="*/ 42 h 107"/>
                  <a:gd name="T104" fmla="*/ 49 w 102"/>
                  <a:gd name="T105" fmla="*/ 30 h 107"/>
                  <a:gd name="T106" fmla="*/ 43 w 102"/>
                  <a:gd name="T107" fmla="*/ 25 h 107"/>
                  <a:gd name="T108" fmla="*/ 38 w 102"/>
                  <a:gd name="T109" fmla="*/ 33 h 107"/>
                  <a:gd name="T110" fmla="*/ 24 w 102"/>
                  <a:gd name="T111" fmla="*/ 36 h 107"/>
                  <a:gd name="T112" fmla="*/ 10 w 102"/>
                  <a:gd name="T113" fmla="*/ 37 h 107"/>
                  <a:gd name="T114" fmla="*/ 0 w 102"/>
                  <a:gd name="T115" fmla="*/ 34 h 107"/>
                  <a:gd name="T116" fmla="*/ 1 w 102"/>
                  <a:gd name="T117" fmla="*/ 42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2" h="107">
                    <a:moveTo>
                      <a:pt x="50" y="7"/>
                    </a:moveTo>
                    <a:cubicBezTo>
                      <a:pt x="50" y="7"/>
                      <a:pt x="55" y="0"/>
                      <a:pt x="56" y="8"/>
                    </a:cubicBezTo>
                    <a:cubicBezTo>
                      <a:pt x="57" y="16"/>
                      <a:pt x="51" y="19"/>
                      <a:pt x="47" y="20"/>
                    </a:cubicBezTo>
                    <a:cubicBezTo>
                      <a:pt x="42" y="20"/>
                      <a:pt x="27" y="19"/>
                      <a:pt x="22" y="18"/>
                    </a:cubicBezTo>
                    <a:cubicBezTo>
                      <a:pt x="17" y="17"/>
                      <a:pt x="16" y="14"/>
                      <a:pt x="15" y="12"/>
                    </a:cubicBezTo>
                    <a:cubicBezTo>
                      <a:pt x="15" y="12"/>
                      <a:pt x="42" y="14"/>
                      <a:pt x="50" y="7"/>
                    </a:cubicBezTo>
                    <a:close/>
                    <a:moveTo>
                      <a:pt x="1" y="42"/>
                    </a:moveTo>
                    <a:cubicBezTo>
                      <a:pt x="2" y="45"/>
                      <a:pt x="5" y="45"/>
                      <a:pt x="6" y="44"/>
                    </a:cubicBezTo>
                    <a:cubicBezTo>
                      <a:pt x="7" y="44"/>
                      <a:pt x="7" y="44"/>
                      <a:pt x="13" y="42"/>
                    </a:cubicBezTo>
                    <a:cubicBezTo>
                      <a:pt x="19" y="39"/>
                      <a:pt x="27" y="41"/>
                      <a:pt x="32" y="40"/>
                    </a:cubicBezTo>
                    <a:cubicBezTo>
                      <a:pt x="37" y="39"/>
                      <a:pt x="35" y="43"/>
                      <a:pt x="35" y="45"/>
                    </a:cubicBezTo>
                    <a:cubicBezTo>
                      <a:pt x="35" y="46"/>
                      <a:pt x="33" y="49"/>
                      <a:pt x="33" y="49"/>
                    </a:cubicBezTo>
                    <a:cubicBezTo>
                      <a:pt x="33" y="49"/>
                      <a:pt x="30" y="53"/>
                      <a:pt x="25" y="54"/>
                    </a:cubicBezTo>
                    <a:cubicBezTo>
                      <a:pt x="20" y="56"/>
                      <a:pt x="24" y="53"/>
                      <a:pt x="24" y="53"/>
                    </a:cubicBezTo>
                    <a:cubicBezTo>
                      <a:pt x="24" y="53"/>
                      <a:pt x="27" y="51"/>
                      <a:pt x="27" y="51"/>
                    </a:cubicBezTo>
                    <a:cubicBezTo>
                      <a:pt x="28" y="51"/>
                      <a:pt x="32" y="49"/>
                      <a:pt x="29" y="46"/>
                    </a:cubicBezTo>
                    <a:cubicBezTo>
                      <a:pt x="27" y="43"/>
                      <a:pt x="23" y="45"/>
                      <a:pt x="23" y="45"/>
                    </a:cubicBezTo>
                    <a:cubicBezTo>
                      <a:pt x="23" y="45"/>
                      <a:pt x="9" y="55"/>
                      <a:pt x="8" y="56"/>
                    </a:cubicBezTo>
                    <a:cubicBezTo>
                      <a:pt x="6" y="57"/>
                      <a:pt x="2" y="58"/>
                      <a:pt x="6" y="64"/>
                    </a:cubicBezTo>
                    <a:cubicBezTo>
                      <a:pt x="10" y="70"/>
                      <a:pt x="17" y="65"/>
                      <a:pt x="23" y="63"/>
                    </a:cubicBezTo>
                    <a:cubicBezTo>
                      <a:pt x="29" y="60"/>
                      <a:pt x="27" y="65"/>
                      <a:pt x="27" y="6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30" y="89"/>
                      <a:pt x="35" y="73"/>
                      <a:pt x="35" y="73"/>
                    </a:cubicBezTo>
                    <a:cubicBezTo>
                      <a:pt x="35" y="73"/>
                      <a:pt x="39" y="57"/>
                      <a:pt x="40" y="57"/>
                    </a:cubicBezTo>
                    <a:cubicBezTo>
                      <a:pt x="41" y="56"/>
                      <a:pt x="50" y="51"/>
                      <a:pt x="51" y="47"/>
                    </a:cubicBezTo>
                    <a:cubicBezTo>
                      <a:pt x="52" y="42"/>
                      <a:pt x="47" y="45"/>
                      <a:pt x="47" y="45"/>
                    </a:cubicBezTo>
                    <a:cubicBezTo>
                      <a:pt x="45" y="46"/>
                      <a:pt x="44" y="44"/>
                      <a:pt x="44" y="44"/>
                    </a:cubicBezTo>
                    <a:cubicBezTo>
                      <a:pt x="47" y="36"/>
                      <a:pt x="50" y="40"/>
                      <a:pt x="52" y="41"/>
                    </a:cubicBezTo>
                    <a:cubicBezTo>
                      <a:pt x="53" y="42"/>
                      <a:pt x="57" y="47"/>
                      <a:pt x="60" y="49"/>
                    </a:cubicBezTo>
                    <a:cubicBezTo>
                      <a:pt x="62" y="51"/>
                      <a:pt x="64" y="54"/>
                      <a:pt x="60" y="55"/>
                    </a:cubicBezTo>
                    <a:cubicBezTo>
                      <a:pt x="57" y="57"/>
                      <a:pt x="52" y="56"/>
                      <a:pt x="52" y="56"/>
                    </a:cubicBezTo>
                    <a:cubicBezTo>
                      <a:pt x="43" y="53"/>
                      <a:pt x="48" y="61"/>
                      <a:pt x="50" y="64"/>
                    </a:cubicBezTo>
                    <a:cubicBezTo>
                      <a:pt x="52" y="67"/>
                      <a:pt x="59" y="68"/>
                      <a:pt x="60" y="67"/>
                    </a:cubicBezTo>
                    <a:cubicBezTo>
                      <a:pt x="62" y="65"/>
                      <a:pt x="66" y="66"/>
                      <a:pt x="66" y="66"/>
                    </a:cubicBezTo>
                    <a:cubicBezTo>
                      <a:pt x="59" y="99"/>
                      <a:pt x="59" y="99"/>
                      <a:pt x="59" y="99"/>
                    </a:cubicBezTo>
                    <a:cubicBezTo>
                      <a:pt x="60" y="107"/>
                      <a:pt x="66" y="107"/>
                      <a:pt x="66" y="107"/>
                    </a:cubicBezTo>
                    <a:cubicBezTo>
                      <a:pt x="75" y="65"/>
                      <a:pt x="75" y="65"/>
                      <a:pt x="75" y="65"/>
                    </a:cubicBezTo>
                    <a:cubicBezTo>
                      <a:pt x="79" y="61"/>
                      <a:pt x="82" y="62"/>
                      <a:pt x="85" y="63"/>
                    </a:cubicBezTo>
                    <a:cubicBezTo>
                      <a:pt x="88" y="63"/>
                      <a:pt x="93" y="64"/>
                      <a:pt x="98" y="63"/>
                    </a:cubicBezTo>
                    <a:cubicBezTo>
                      <a:pt x="102" y="62"/>
                      <a:pt x="97" y="55"/>
                      <a:pt x="92" y="53"/>
                    </a:cubicBezTo>
                    <a:cubicBezTo>
                      <a:pt x="88" y="52"/>
                      <a:pt x="77" y="52"/>
                      <a:pt x="77" y="52"/>
                    </a:cubicBezTo>
                    <a:cubicBezTo>
                      <a:pt x="77" y="49"/>
                      <a:pt x="83" y="30"/>
                      <a:pt x="84" y="28"/>
                    </a:cubicBezTo>
                    <a:cubicBezTo>
                      <a:pt x="85" y="27"/>
                      <a:pt x="88" y="19"/>
                      <a:pt x="86" y="15"/>
                    </a:cubicBezTo>
                    <a:cubicBezTo>
                      <a:pt x="84" y="10"/>
                      <a:pt x="78" y="6"/>
                      <a:pt x="78" y="6"/>
                    </a:cubicBezTo>
                    <a:cubicBezTo>
                      <a:pt x="78" y="6"/>
                      <a:pt x="78" y="12"/>
                      <a:pt x="78" y="15"/>
                    </a:cubicBezTo>
                    <a:cubicBezTo>
                      <a:pt x="79" y="18"/>
                      <a:pt x="77" y="32"/>
                      <a:pt x="75" y="32"/>
                    </a:cubicBezTo>
                    <a:cubicBezTo>
                      <a:pt x="74" y="32"/>
                      <a:pt x="69" y="26"/>
                      <a:pt x="66" y="25"/>
                    </a:cubicBezTo>
                    <a:cubicBezTo>
                      <a:pt x="64" y="24"/>
                      <a:pt x="61" y="24"/>
                      <a:pt x="62" y="27"/>
                    </a:cubicBezTo>
                    <a:cubicBezTo>
                      <a:pt x="62" y="29"/>
                      <a:pt x="72" y="40"/>
                      <a:pt x="72" y="40"/>
                    </a:cubicBezTo>
                    <a:cubicBezTo>
                      <a:pt x="70" y="51"/>
                      <a:pt x="70" y="51"/>
                      <a:pt x="70" y="51"/>
                    </a:cubicBezTo>
                    <a:cubicBezTo>
                      <a:pt x="70" y="51"/>
                      <a:pt x="68" y="51"/>
                      <a:pt x="68" y="50"/>
                    </a:cubicBezTo>
                    <a:cubicBezTo>
                      <a:pt x="68" y="48"/>
                      <a:pt x="62" y="43"/>
                      <a:pt x="61" y="42"/>
                    </a:cubicBezTo>
                    <a:cubicBezTo>
                      <a:pt x="59" y="42"/>
                      <a:pt x="51" y="34"/>
                      <a:pt x="49" y="30"/>
                    </a:cubicBezTo>
                    <a:cubicBezTo>
                      <a:pt x="47" y="26"/>
                      <a:pt x="43" y="25"/>
                      <a:pt x="43" y="25"/>
                    </a:cubicBezTo>
                    <a:cubicBezTo>
                      <a:pt x="43" y="25"/>
                      <a:pt x="42" y="30"/>
                      <a:pt x="38" y="33"/>
                    </a:cubicBezTo>
                    <a:cubicBezTo>
                      <a:pt x="35" y="37"/>
                      <a:pt x="27" y="36"/>
                      <a:pt x="24" y="36"/>
                    </a:cubicBezTo>
                    <a:cubicBezTo>
                      <a:pt x="20" y="36"/>
                      <a:pt x="14" y="37"/>
                      <a:pt x="10" y="37"/>
                    </a:cubicBezTo>
                    <a:cubicBezTo>
                      <a:pt x="6" y="37"/>
                      <a:pt x="0" y="34"/>
                      <a:pt x="0" y="34"/>
                    </a:cubicBezTo>
                    <a:cubicBezTo>
                      <a:pt x="0" y="34"/>
                      <a:pt x="0" y="40"/>
                      <a:pt x="1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 bwMode="auto">
              <a:xfrm>
                <a:off x="2687638" y="1824038"/>
                <a:ext cx="130175" cy="106363"/>
              </a:xfrm>
              <a:custGeom>
                <a:avLst/>
                <a:gdLst>
                  <a:gd name="T0" fmla="*/ 22 w 85"/>
                  <a:gd name="T1" fmla="*/ 0 h 69"/>
                  <a:gd name="T2" fmla="*/ 35 w 85"/>
                  <a:gd name="T3" fmla="*/ 10 h 69"/>
                  <a:gd name="T4" fmla="*/ 47 w 85"/>
                  <a:gd name="T5" fmla="*/ 16 h 69"/>
                  <a:gd name="T6" fmla="*/ 60 w 85"/>
                  <a:gd name="T7" fmla="*/ 16 h 69"/>
                  <a:gd name="T8" fmla="*/ 80 w 85"/>
                  <a:gd name="T9" fmla="*/ 14 h 69"/>
                  <a:gd name="T10" fmla="*/ 77 w 85"/>
                  <a:gd name="T11" fmla="*/ 19 h 69"/>
                  <a:gd name="T12" fmla="*/ 66 w 85"/>
                  <a:gd name="T13" fmla="*/ 22 h 69"/>
                  <a:gd name="T14" fmla="*/ 68 w 85"/>
                  <a:gd name="T15" fmla="*/ 26 h 69"/>
                  <a:gd name="T16" fmla="*/ 57 w 85"/>
                  <a:gd name="T17" fmla="*/ 26 h 69"/>
                  <a:gd name="T18" fmla="*/ 50 w 85"/>
                  <a:gd name="T19" fmla="*/ 31 h 69"/>
                  <a:gd name="T20" fmla="*/ 53 w 85"/>
                  <a:gd name="T21" fmla="*/ 37 h 69"/>
                  <a:gd name="T22" fmla="*/ 51 w 85"/>
                  <a:gd name="T23" fmla="*/ 42 h 69"/>
                  <a:gd name="T24" fmla="*/ 37 w 85"/>
                  <a:gd name="T25" fmla="*/ 43 h 69"/>
                  <a:gd name="T26" fmla="*/ 12 w 85"/>
                  <a:gd name="T27" fmla="*/ 69 h 69"/>
                  <a:gd name="T28" fmla="*/ 6 w 85"/>
                  <a:gd name="T29" fmla="*/ 65 h 69"/>
                  <a:gd name="T30" fmla="*/ 9 w 85"/>
                  <a:gd name="T31" fmla="*/ 46 h 69"/>
                  <a:gd name="T32" fmla="*/ 11 w 85"/>
                  <a:gd name="T33" fmla="*/ 34 h 69"/>
                  <a:gd name="T34" fmla="*/ 38 w 85"/>
                  <a:gd name="T35" fmla="*/ 31 h 69"/>
                  <a:gd name="T36" fmla="*/ 49 w 85"/>
                  <a:gd name="T37" fmla="*/ 23 h 69"/>
                  <a:gd name="T38" fmla="*/ 37 w 85"/>
                  <a:gd name="T39" fmla="*/ 16 h 69"/>
                  <a:gd name="T40" fmla="*/ 22 w 85"/>
                  <a:gd name="T41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5" h="69">
                    <a:moveTo>
                      <a:pt x="22" y="0"/>
                    </a:moveTo>
                    <a:cubicBezTo>
                      <a:pt x="22" y="0"/>
                      <a:pt x="30" y="8"/>
                      <a:pt x="35" y="10"/>
                    </a:cubicBezTo>
                    <a:cubicBezTo>
                      <a:pt x="41" y="12"/>
                      <a:pt x="44" y="13"/>
                      <a:pt x="47" y="16"/>
                    </a:cubicBezTo>
                    <a:cubicBezTo>
                      <a:pt x="51" y="18"/>
                      <a:pt x="53" y="19"/>
                      <a:pt x="60" y="16"/>
                    </a:cubicBezTo>
                    <a:cubicBezTo>
                      <a:pt x="67" y="14"/>
                      <a:pt x="75" y="10"/>
                      <a:pt x="80" y="14"/>
                    </a:cubicBezTo>
                    <a:cubicBezTo>
                      <a:pt x="85" y="19"/>
                      <a:pt x="80" y="21"/>
                      <a:pt x="77" y="19"/>
                    </a:cubicBezTo>
                    <a:cubicBezTo>
                      <a:pt x="74" y="17"/>
                      <a:pt x="67" y="20"/>
                      <a:pt x="66" y="22"/>
                    </a:cubicBezTo>
                    <a:cubicBezTo>
                      <a:pt x="64" y="25"/>
                      <a:pt x="70" y="26"/>
                      <a:pt x="68" y="26"/>
                    </a:cubicBezTo>
                    <a:cubicBezTo>
                      <a:pt x="66" y="26"/>
                      <a:pt x="61" y="26"/>
                      <a:pt x="57" y="26"/>
                    </a:cubicBezTo>
                    <a:cubicBezTo>
                      <a:pt x="53" y="26"/>
                      <a:pt x="50" y="31"/>
                      <a:pt x="50" y="31"/>
                    </a:cubicBezTo>
                    <a:cubicBezTo>
                      <a:pt x="50" y="31"/>
                      <a:pt x="55" y="35"/>
                      <a:pt x="53" y="37"/>
                    </a:cubicBezTo>
                    <a:cubicBezTo>
                      <a:pt x="52" y="39"/>
                      <a:pt x="51" y="42"/>
                      <a:pt x="51" y="42"/>
                    </a:cubicBezTo>
                    <a:cubicBezTo>
                      <a:pt x="51" y="42"/>
                      <a:pt x="41" y="40"/>
                      <a:pt x="37" y="43"/>
                    </a:cubicBezTo>
                    <a:cubicBezTo>
                      <a:pt x="33" y="45"/>
                      <a:pt x="12" y="69"/>
                      <a:pt x="12" y="69"/>
                    </a:cubicBezTo>
                    <a:cubicBezTo>
                      <a:pt x="12" y="69"/>
                      <a:pt x="7" y="69"/>
                      <a:pt x="6" y="65"/>
                    </a:cubicBezTo>
                    <a:cubicBezTo>
                      <a:pt x="5" y="60"/>
                      <a:pt x="9" y="46"/>
                      <a:pt x="9" y="46"/>
                    </a:cubicBezTo>
                    <a:cubicBezTo>
                      <a:pt x="9" y="46"/>
                      <a:pt x="0" y="37"/>
                      <a:pt x="11" y="34"/>
                    </a:cubicBezTo>
                    <a:cubicBezTo>
                      <a:pt x="11" y="34"/>
                      <a:pt x="36" y="32"/>
                      <a:pt x="38" y="31"/>
                    </a:cubicBezTo>
                    <a:cubicBezTo>
                      <a:pt x="40" y="31"/>
                      <a:pt x="49" y="24"/>
                      <a:pt x="49" y="23"/>
                    </a:cubicBezTo>
                    <a:cubicBezTo>
                      <a:pt x="49" y="23"/>
                      <a:pt x="44" y="17"/>
                      <a:pt x="37" y="16"/>
                    </a:cubicBezTo>
                    <a:cubicBezTo>
                      <a:pt x="30" y="15"/>
                      <a:pt x="24" y="9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 bwMode="auto">
              <a:xfrm>
                <a:off x="2705101" y="1884363"/>
                <a:ext cx="28575" cy="30163"/>
              </a:xfrm>
              <a:custGeom>
                <a:avLst/>
                <a:gdLst>
                  <a:gd name="T0" fmla="*/ 19 w 19"/>
                  <a:gd name="T1" fmla="*/ 2 h 20"/>
                  <a:gd name="T2" fmla="*/ 4 w 19"/>
                  <a:gd name="T3" fmla="*/ 19 h 20"/>
                  <a:gd name="T4" fmla="*/ 1 w 19"/>
                  <a:gd name="T5" fmla="*/ 15 h 20"/>
                  <a:gd name="T6" fmla="*/ 2 w 19"/>
                  <a:gd name="T7" fmla="*/ 7 h 20"/>
                  <a:gd name="T8" fmla="*/ 19 w 19"/>
                  <a:gd name="T9" fmla="*/ 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0">
                    <a:moveTo>
                      <a:pt x="19" y="2"/>
                    </a:moveTo>
                    <a:cubicBezTo>
                      <a:pt x="19" y="2"/>
                      <a:pt x="6" y="17"/>
                      <a:pt x="4" y="19"/>
                    </a:cubicBezTo>
                    <a:cubicBezTo>
                      <a:pt x="2" y="20"/>
                      <a:pt x="0" y="18"/>
                      <a:pt x="1" y="15"/>
                    </a:cubicBezTo>
                    <a:cubicBezTo>
                      <a:pt x="1" y="11"/>
                      <a:pt x="1" y="8"/>
                      <a:pt x="2" y="7"/>
                    </a:cubicBezTo>
                    <a:cubicBezTo>
                      <a:pt x="2" y="7"/>
                      <a:pt x="17" y="0"/>
                      <a:pt x="1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4" name="任意多边形: 形状 83"/>
              <p:cNvSpPr>
                <a:spLocks noEditPoints="1"/>
              </p:cNvSpPr>
              <p:nvPr/>
            </p:nvSpPr>
            <p:spPr bwMode="auto">
              <a:xfrm>
                <a:off x="2738438" y="1863726"/>
                <a:ext cx="104775" cy="128588"/>
              </a:xfrm>
              <a:custGeom>
                <a:avLst/>
                <a:gdLst>
                  <a:gd name="T0" fmla="*/ 44 w 68"/>
                  <a:gd name="T1" fmla="*/ 65 h 83"/>
                  <a:gd name="T2" fmla="*/ 37 w 68"/>
                  <a:gd name="T3" fmla="*/ 51 h 83"/>
                  <a:gd name="T4" fmla="*/ 46 w 68"/>
                  <a:gd name="T5" fmla="*/ 41 h 83"/>
                  <a:gd name="T6" fmla="*/ 44 w 68"/>
                  <a:gd name="T7" fmla="*/ 27 h 83"/>
                  <a:gd name="T8" fmla="*/ 52 w 68"/>
                  <a:gd name="T9" fmla="*/ 25 h 83"/>
                  <a:gd name="T10" fmla="*/ 65 w 68"/>
                  <a:gd name="T11" fmla="*/ 26 h 83"/>
                  <a:gd name="T12" fmla="*/ 59 w 68"/>
                  <a:gd name="T13" fmla="*/ 14 h 83"/>
                  <a:gd name="T14" fmla="*/ 64 w 68"/>
                  <a:gd name="T15" fmla="*/ 10 h 83"/>
                  <a:gd name="T16" fmla="*/ 62 w 68"/>
                  <a:gd name="T17" fmla="*/ 0 h 83"/>
                  <a:gd name="T18" fmla="*/ 50 w 68"/>
                  <a:gd name="T19" fmla="*/ 11 h 83"/>
                  <a:gd name="T20" fmla="*/ 34 w 68"/>
                  <a:gd name="T21" fmla="*/ 8 h 83"/>
                  <a:gd name="T22" fmla="*/ 29 w 68"/>
                  <a:gd name="T23" fmla="*/ 11 h 83"/>
                  <a:gd name="T24" fmla="*/ 35 w 68"/>
                  <a:gd name="T25" fmla="*/ 18 h 83"/>
                  <a:gd name="T26" fmla="*/ 36 w 68"/>
                  <a:gd name="T27" fmla="*/ 22 h 83"/>
                  <a:gd name="T28" fmla="*/ 31 w 68"/>
                  <a:gd name="T29" fmla="*/ 24 h 83"/>
                  <a:gd name="T30" fmla="*/ 27 w 68"/>
                  <a:gd name="T31" fmla="*/ 23 h 83"/>
                  <a:gd name="T32" fmla="*/ 25 w 68"/>
                  <a:gd name="T33" fmla="*/ 13 h 83"/>
                  <a:gd name="T34" fmla="*/ 19 w 68"/>
                  <a:gd name="T35" fmla="*/ 19 h 83"/>
                  <a:gd name="T36" fmla="*/ 15 w 68"/>
                  <a:gd name="T37" fmla="*/ 22 h 83"/>
                  <a:gd name="T38" fmla="*/ 19 w 68"/>
                  <a:gd name="T39" fmla="*/ 22 h 83"/>
                  <a:gd name="T40" fmla="*/ 24 w 68"/>
                  <a:gd name="T41" fmla="*/ 38 h 83"/>
                  <a:gd name="T42" fmla="*/ 19 w 68"/>
                  <a:gd name="T43" fmla="*/ 44 h 83"/>
                  <a:gd name="T44" fmla="*/ 9 w 68"/>
                  <a:gd name="T45" fmla="*/ 36 h 83"/>
                  <a:gd name="T46" fmla="*/ 6 w 68"/>
                  <a:gd name="T47" fmla="*/ 28 h 83"/>
                  <a:gd name="T48" fmla="*/ 13 w 68"/>
                  <a:gd name="T49" fmla="*/ 53 h 83"/>
                  <a:gd name="T50" fmla="*/ 30 w 68"/>
                  <a:gd name="T51" fmla="*/ 57 h 83"/>
                  <a:gd name="T52" fmla="*/ 39 w 68"/>
                  <a:gd name="T53" fmla="*/ 77 h 83"/>
                  <a:gd name="T54" fmla="*/ 44 w 68"/>
                  <a:gd name="T55" fmla="*/ 81 h 83"/>
                  <a:gd name="T56" fmla="*/ 44 w 68"/>
                  <a:gd name="T57" fmla="*/ 65 h 83"/>
                  <a:gd name="T58" fmla="*/ 32 w 68"/>
                  <a:gd name="T59" fmla="*/ 40 h 83"/>
                  <a:gd name="T60" fmla="*/ 32 w 68"/>
                  <a:gd name="T61" fmla="*/ 34 h 83"/>
                  <a:gd name="T62" fmla="*/ 38 w 68"/>
                  <a:gd name="T63" fmla="*/ 39 h 83"/>
                  <a:gd name="T64" fmla="*/ 32 w 68"/>
                  <a:gd name="T65" fmla="*/ 4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" h="83">
                    <a:moveTo>
                      <a:pt x="44" y="65"/>
                    </a:moveTo>
                    <a:cubicBezTo>
                      <a:pt x="42" y="57"/>
                      <a:pt x="35" y="52"/>
                      <a:pt x="37" y="51"/>
                    </a:cubicBezTo>
                    <a:cubicBezTo>
                      <a:pt x="38" y="50"/>
                      <a:pt x="44" y="46"/>
                      <a:pt x="46" y="41"/>
                    </a:cubicBezTo>
                    <a:cubicBezTo>
                      <a:pt x="48" y="36"/>
                      <a:pt x="44" y="27"/>
                      <a:pt x="44" y="27"/>
                    </a:cubicBezTo>
                    <a:cubicBezTo>
                      <a:pt x="44" y="27"/>
                      <a:pt x="47" y="24"/>
                      <a:pt x="52" y="25"/>
                    </a:cubicBezTo>
                    <a:cubicBezTo>
                      <a:pt x="57" y="26"/>
                      <a:pt x="63" y="30"/>
                      <a:pt x="65" y="26"/>
                    </a:cubicBezTo>
                    <a:cubicBezTo>
                      <a:pt x="68" y="23"/>
                      <a:pt x="59" y="15"/>
                      <a:pt x="59" y="14"/>
                    </a:cubicBezTo>
                    <a:cubicBezTo>
                      <a:pt x="60" y="13"/>
                      <a:pt x="61" y="13"/>
                      <a:pt x="64" y="10"/>
                    </a:cubicBezTo>
                    <a:cubicBezTo>
                      <a:pt x="67" y="7"/>
                      <a:pt x="62" y="0"/>
                      <a:pt x="62" y="0"/>
                    </a:cubicBezTo>
                    <a:cubicBezTo>
                      <a:pt x="62" y="0"/>
                      <a:pt x="53" y="10"/>
                      <a:pt x="50" y="11"/>
                    </a:cubicBezTo>
                    <a:cubicBezTo>
                      <a:pt x="47" y="12"/>
                      <a:pt x="41" y="12"/>
                      <a:pt x="34" y="8"/>
                    </a:cubicBezTo>
                    <a:cubicBezTo>
                      <a:pt x="28" y="5"/>
                      <a:pt x="29" y="9"/>
                      <a:pt x="29" y="11"/>
                    </a:cubicBezTo>
                    <a:cubicBezTo>
                      <a:pt x="29" y="13"/>
                      <a:pt x="33" y="19"/>
                      <a:pt x="35" y="18"/>
                    </a:cubicBezTo>
                    <a:cubicBezTo>
                      <a:pt x="38" y="18"/>
                      <a:pt x="37" y="21"/>
                      <a:pt x="36" y="22"/>
                    </a:cubicBezTo>
                    <a:cubicBezTo>
                      <a:pt x="36" y="23"/>
                      <a:pt x="32" y="23"/>
                      <a:pt x="31" y="24"/>
                    </a:cubicBezTo>
                    <a:cubicBezTo>
                      <a:pt x="30" y="26"/>
                      <a:pt x="27" y="31"/>
                      <a:pt x="27" y="23"/>
                    </a:cubicBezTo>
                    <a:cubicBezTo>
                      <a:pt x="27" y="16"/>
                      <a:pt x="25" y="13"/>
                      <a:pt x="25" y="13"/>
                    </a:cubicBezTo>
                    <a:cubicBezTo>
                      <a:pt x="25" y="13"/>
                      <a:pt x="20" y="18"/>
                      <a:pt x="19" y="19"/>
                    </a:cubicBezTo>
                    <a:cubicBezTo>
                      <a:pt x="18" y="20"/>
                      <a:pt x="15" y="22"/>
                      <a:pt x="15" y="22"/>
                    </a:cubicBezTo>
                    <a:cubicBezTo>
                      <a:pt x="18" y="21"/>
                      <a:pt x="19" y="22"/>
                      <a:pt x="19" y="22"/>
                    </a:cubicBezTo>
                    <a:cubicBezTo>
                      <a:pt x="19" y="22"/>
                      <a:pt x="23" y="30"/>
                      <a:pt x="24" y="38"/>
                    </a:cubicBezTo>
                    <a:cubicBezTo>
                      <a:pt x="25" y="46"/>
                      <a:pt x="19" y="44"/>
                      <a:pt x="19" y="44"/>
                    </a:cubicBezTo>
                    <a:cubicBezTo>
                      <a:pt x="19" y="44"/>
                      <a:pt x="11" y="40"/>
                      <a:pt x="9" y="36"/>
                    </a:cubicBezTo>
                    <a:cubicBezTo>
                      <a:pt x="6" y="31"/>
                      <a:pt x="6" y="28"/>
                      <a:pt x="6" y="28"/>
                    </a:cubicBezTo>
                    <a:cubicBezTo>
                      <a:pt x="0" y="40"/>
                      <a:pt x="10" y="52"/>
                      <a:pt x="13" y="53"/>
                    </a:cubicBezTo>
                    <a:cubicBezTo>
                      <a:pt x="15" y="54"/>
                      <a:pt x="30" y="53"/>
                      <a:pt x="30" y="57"/>
                    </a:cubicBezTo>
                    <a:cubicBezTo>
                      <a:pt x="30" y="61"/>
                      <a:pt x="39" y="77"/>
                      <a:pt x="39" y="77"/>
                    </a:cubicBezTo>
                    <a:cubicBezTo>
                      <a:pt x="39" y="77"/>
                      <a:pt x="40" y="83"/>
                      <a:pt x="44" y="81"/>
                    </a:cubicBezTo>
                    <a:cubicBezTo>
                      <a:pt x="51" y="79"/>
                      <a:pt x="44" y="65"/>
                      <a:pt x="44" y="65"/>
                    </a:cubicBezTo>
                    <a:close/>
                    <a:moveTo>
                      <a:pt x="32" y="40"/>
                    </a:moveTo>
                    <a:cubicBezTo>
                      <a:pt x="31" y="38"/>
                      <a:pt x="31" y="35"/>
                      <a:pt x="32" y="34"/>
                    </a:cubicBezTo>
                    <a:cubicBezTo>
                      <a:pt x="32" y="34"/>
                      <a:pt x="40" y="36"/>
                      <a:pt x="38" y="39"/>
                    </a:cubicBezTo>
                    <a:cubicBezTo>
                      <a:pt x="35" y="43"/>
                      <a:pt x="33" y="41"/>
                      <a:pt x="32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 bwMode="auto">
              <a:xfrm>
                <a:off x="2843213" y="1989138"/>
                <a:ext cx="152400" cy="147638"/>
              </a:xfrm>
              <a:custGeom>
                <a:avLst/>
                <a:gdLst>
                  <a:gd name="T0" fmla="*/ 54 w 99"/>
                  <a:gd name="T1" fmla="*/ 0 h 96"/>
                  <a:gd name="T2" fmla="*/ 59 w 99"/>
                  <a:gd name="T3" fmla="*/ 10 h 96"/>
                  <a:gd name="T4" fmla="*/ 68 w 99"/>
                  <a:gd name="T5" fmla="*/ 20 h 96"/>
                  <a:gd name="T6" fmla="*/ 83 w 99"/>
                  <a:gd name="T7" fmla="*/ 19 h 96"/>
                  <a:gd name="T8" fmla="*/ 92 w 99"/>
                  <a:gd name="T9" fmla="*/ 16 h 96"/>
                  <a:gd name="T10" fmla="*/ 94 w 99"/>
                  <a:gd name="T11" fmla="*/ 9 h 96"/>
                  <a:gd name="T12" fmla="*/ 98 w 99"/>
                  <a:gd name="T13" fmla="*/ 20 h 96"/>
                  <a:gd name="T14" fmla="*/ 87 w 99"/>
                  <a:gd name="T15" fmla="*/ 31 h 96"/>
                  <a:gd name="T16" fmla="*/ 78 w 99"/>
                  <a:gd name="T17" fmla="*/ 33 h 96"/>
                  <a:gd name="T18" fmla="*/ 83 w 99"/>
                  <a:gd name="T19" fmla="*/ 53 h 96"/>
                  <a:gd name="T20" fmla="*/ 72 w 99"/>
                  <a:gd name="T21" fmla="*/ 55 h 96"/>
                  <a:gd name="T22" fmla="*/ 65 w 99"/>
                  <a:gd name="T23" fmla="*/ 45 h 96"/>
                  <a:gd name="T24" fmla="*/ 56 w 99"/>
                  <a:gd name="T25" fmla="*/ 48 h 96"/>
                  <a:gd name="T26" fmla="*/ 54 w 99"/>
                  <a:gd name="T27" fmla="*/ 74 h 96"/>
                  <a:gd name="T28" fmla="*/ 50 w 99"/>
                  <a:gd name="T29" fmla="*/ 95 h 96"/>
                  <a:gd name="T30" fmla="*/ 42 w 99"/>
                  <a:gd name="T31" fmla="*/ 75 h 96"/>
                  <a:gd name="T32" fmla="*/ 46 w 99"/>
                  <a:gd name="T33" fmla="*/ 41 h 96"/>
                  <a:gd name="T34" fmla="*/ 18 w 99"/>
                  <a:gd name="T35" fmla="*/ 46 h 96"/>
                  <a:gd name="T36" fmla="*/ 8 w 99"/>
                  <a:gd name="T37" fmla="*/ 20 h 96"/>
                  <a:gd name="T38" fmla="*/ 24 w 99"/>
                  <a:gd name="T39" fmla="*/ 11 h 96"/>
                  <a:gd name="T40" fmla="*/ 34 w 99"/>
                  <a:gd name="T41" fmla="*/ 27 h 96"/>
                  <a:gd name="T42" fmla="*/ 47 w 99"/>
                  <a:gd name="T43" fmla="*/ 23 h 96"/>
                  <a:gd name="T44" fmla="*/ 54 w 99"/>
                  <a:gd name="T4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9" h="96">
                    <a:moveTo>
                      <a:pt x="54" y="0"/>
                    </a:moveTo>
                    <a:cubicBezTo>
                      <a:pt x="54" y="0"/>
                      <a:pt x="57" y="8"/>
                      <a:pt x="59" y="10"/>
                    </a:cubicBezTo>
                    <a:cubicBezTo>
                      <a:pt x="61" y="12"/>
                      <a:pt x="67" y="19"/>
                      <a:pt x="68" y="20"/>
                    </a:cubicBezTo>
                    <a:cubicBezTo>
                      <a:pt x="70" y="20"/>
                      <a:pt x="81" y="20"/>
                      <a:pt x="83" y="19"/>
                    </a:cubicBezTo>
                    <a:cubicBezTo>
                      <a:pt x="85" y="18"/>
                      <a:pt x="90" y="19"/>
                      <a:pt x="92" y="16"/>
                    </a:cubicBezTo>
                    <a:cubicBezTo>
                      <a:pt x="93" y="14"/>
                      <a:pt x="94" y="9"/>
                      <a:pt x="94" y="9"/>
                    </a:cubicBezTo>
                    <a:cubicBezTo>
                      <a:pt x="94" y="9"/>
                      <a:pt x="99" y="13"/>
                      <a:pt x="98" y="20"/>
                    </a:cubicBezTo>
                    <a:cubicBezTo>
                      <a:pt x="98" y="26"/>
                      <a:pt x="92" y="30"/>
                      <a:pt x="87" y="31"/>
                    </a:cubicBezTo>
                    <a:cubicBezTo>
                      <a:pt x="82" y="33"/>
                      <a:pt x="78" y="33"/>
                      <a:pt x="78" y="33"/>
                    </a:cubicBezTo>
                    <a:cubicBezTo>
                      <a:pt x="78" y="33"/>
                      <a:pt x="87" y="44"/>
                      <a:pt x="83" y="53"/>
                    </a:cubicBezTo>
                    <a:cubicBezTo>
                      <a:pt x="78" y="61"/>
                      <a:pt x="74" y="60"/>
                      <a:pt x="72" y="55"/>
                    </a:cubicBezTo>
                    <a:cubicBezTo>
                      <a:pt x="70" y="51"/>
                      <a:pt x="66" y="47"/>
                      <a:pt x="65" y="45"/>
                    </a:cubicBezTo>
                    <a:cubicBezTo>
                      <a:pt x="64" y="44"/>
                      <a:pt x="58" y="37"/>
                      <a:pt x="56" y="48"/>
                    </a:cubicBezTo>
                    <a:cubicBezTo>
                      <a:pt x="53" y="59"/>
                      <a:pt x="52" y="68"/>
                      <a:pt x="54" y="74"/>
                    </a:cubicBezTo>
                    <a:cubicBezTo>
                      <a:pt x="55" y="80"/>
                      <a:pt x="58" y="94"/>
                      <a:pt x="50" y="95"/>
                    </a:cubicBezTo>
                    <a:cubicBezTo>
                      <a:pt x="42" y="96"/>
                      <a:pt x="41" y="83"/>
                      <a:pt x="42" y="75"/>
                    </a:cubicBezTo>
                    <a:cubicBezTo>
                      <a:pt x="42" y="67"/>
                      <a:pt x="46" y="44"/>
                      <a:pt x="46" y="41"/>
                    </a:cubicBezTo>
                    <a:cubicBezTo>
                      <a:pt x="46" y="41"/>
                      <a:pt x="25" y="49"/>
                      <a:pt x="18" y="46"/>
                    </a:cubicBezTo>
                    <a:cubicBezTo>
                      <a:pt x="11" y="44"/>
                      <a:pt x="0" y="32"/>
                      <a:pt x="8" y="20"/>
                    </a:cubicBezTo>
                    <a:cubicBezTo>
                      <a:pt x="18" y="9"/>
                      <a:pt x="24" y="11"/>
                      <a:pt x="24" y="11"/>
                    </a:cubicBezTo>
                    <a:cubicBezTo>
                      <a:pt x="24" y="11"/>
                      <a:pt x="26" y="27"/>
                      <a:pt x="34" y="27"/>
                    </a:cubicBezTo>
                    <a:cubicBezTo>
                      <a:pt x="42" y="26"/>
                      <a:pt x="47" y="23"/>
                      <a:pt x="47" y="23"/>
                    </a:cubicBezTo>
                    <a:cubicBezTo>
                      <a:pt x="47" y="23"/>
                      <a:pt x="40" y="13"/>
                      <a:pt x="5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 bwMode="auto">
              <a:xfrm>
                <a:off x="2951163" y="2163763"/>
                <a:ext cx="146050" cy="139700"/>
              </a:xfrm>
              <a:custGeom>
                <a:avLst/>
                <a:gdLst>
                  <a:gd name="T0" fmla="*/ 58 w 95"/>
                  <a:gd name="T1" fmla="*/ 6 h 90"/>
                  <a:gd name="T2" fmla="*/ 15 w 95"/>
                  <a:gd name="T3" fmla="*/ 2 h 90"/>
                  <a:gd name="T4" fmla="*/ 8 w 95"/>
                  <a:gd name="T5" fmla="*/ 0 h 90"/>
                  <a:gd name="T6" fmla="*/ 3 w 95"/>
                  <a:gd name="T7" fmla="*/ 9 h 90"/>
                  <a:gd name="T8" fmla="*/ 8 w 95"/>
                  <a:gd name="T9" fmla="*/ 11 h 90"/>
                  <a:gd name="T10" fmla="*/ 37 w 95"/>
                  <a:gd name="T11" fmla="*/ 11 h 90"/>
                  <a:gd name="T12" fmla="*/ 57 w 95"/>
                  <a:gd name="T13" fmla="*/ 45 h 90"/>
                  <a:gd name="T14" fmla="*/ 61 w 95"/>
                  <a:gd name="T15" fmla="*/ 64 h 90"/>
                  <a:gd name="T16" fmla="*/ 53 w 95"/>
                  <a:gd name="T17" fmla="*/ 66 h 90"/>
                  <a:gd name="T18" fmla="*/ 48 w 95"/>
                  <a:gd name="T19" fmla="*/ 76 h 90"/>
                  <a:gd name="T20" fmla="*/ 63 w 95"/>
                  <a:gd name="T21" fmla="*/ 81 h 90"/>
                  <a:gd name="T22" fmla="*/ 70 w 95"/>
                  <a:gd name="T23" fmla="*/ 68 h 90"/>
                  <a:gd name="T24" fmla="*/ 66 w 95"/>
                  <a:gd name="T25" fmla="*/ 47 h 90"/>
                  <a:gd name="T26" fmla="*/ 86 w 95"/>
                  <a:gd name="T27" fmla="*/ 55 h 90"/>
                  <a:gd name="T28" fmla="*/ 89 w 95"/>
                  <a:gd name="T29" fmla="*/ 39 h 90"/>
                  <a:gd name="T30" fmla="*/ 82 w 95"/>
                  <a:gd name="T31" fmla="*/ 34 h 90"/>
                  <a:gd name="T32" fmla="*/ 74 w 95"/>
                  <a:gd name="T33" fmla="*/ 19 h 90"/>
                  <a:gd name="T34" fmla="*/ 76 w 95"/>
                  <a:gd name="T35" fmla="*/ 14 h 90"/>
                  <a:gd name="T36" fmla="*/ 66 w 95"/>
                  <a:gd name="T37" fmla="*/ 17 h 90"/>
                  <a:gd name="T38" fmla="*/ 69 w 95"/>
                  <a:gd name="T39" fmla="*/ 24 h 90"/>
                  <a:gd name="T40" fmla="*/ 75 w 95"/>
                  <a:gd name="T41" fmla="*/ 30 h 90"/>
                  <a:gd name="T42" fmla="*/ 75 w 95"/>
                  <a:gd name="T43" fmla="*/ 38 h 90"/>
                  <a:gd name="T44" fmla="*/ 84 w 95"/>
                  <a:gd name="T45" fmla="*/ 39 h 90"/>
                  <a:gd name="T46" fmla="*/ 88 w 95"/>
                  <a:gd name="T47" fmla="*/ 45 h 90"/>
                  <a:gd name="T48" fmla="*/ 77 w 95"/>
                  <a:gd name="T49" fmla="*/ 42 h 90"/>
                  <a:gd name="T50" fmla="*/ 55 w 95"/>
                  <a:gd name="T51" fmla="*/ 28 h 90"/>
                  <a:gd name="T52" fmla="*/ 47 w 95"/>
                  <a:gd name="T53" fmla="*/ 12 h 90"/>
                  <a:gd name="T54" fmla="*/ 58 w 95"/>
                  <a:gd name="T55" fmla="*/ 6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5" h="90">
                    <a:moveTo>
                      <a:pt x="58" y="6"/>
                    </a:moveTo>
                    <a:cubicBezTo>
                      <a:pt x="58" y="6"/>
                      <a:pt x="20" y="3"/>
                      <a:pt x="15" y="2"/>
                    </a:cubicBezTo>
                    <a:cubicBezTo>
                      <a:pt x="10" y="1"/>
                      <a:pt x="8" y="0"/>
                      <a:pt x="8" y="0"/>
                    </a:cubicBezTo>
                    <a:cubicBezTo>
                      <a:pt x="8" y="0"/>
                      <a:pt x="3" y="1"/>
                      <a:pt x="3" y="9"/>
                    </a:cubicBezTo>
                    <a:cubicBezTo>
                      <a:pt x="3" y="9"/>
                      <a:pt x="0" y="11"/>
                      <a:pt x="8" y="11"/>
                    </a:cubicBezTo>
                    <a:cubicBezTo>
                      <a:pt x="16" y="10"/>
                      <a:pt x="36" y="10"/>
                      <a:pt x="37" y="11"/>
                    </a:cubicBezTo>
                    <a:cubicBezTo>
                      <a:pt x="38" y="12"/>
                      <a:pt x="56" y="41"/>
                      <a:pt x="57" y="45"/>
                    </a:cubicBezTo>
                    <a:cubicBezTo>
                      <a:pt x="59" y="48"/>
                      <a:pt x="62" y="60"/>
                      <a:pt x="61" y="64"/>
                    </a:cubicBezTo>
                    <a:cubicBezTo>
                      <a:pt x="59" y="68"/>
                      <a:pt x="54" y="69"/>
                      <a:pt x="53" y="66"/>
                    </a:cubicBezTo>
                    <a:cubicBezTo>
                      <a:pt x="53" y="66"/>
                      <a:pt x="44" y="66"/>
                      <a:pt x="48" y="76"/>
                    </a:cubicBezTo>
                    <a:cubicBezTo>
                      <a:pt x="51" y="85"/>
                      <a:pt x="56" y="90"/>
                      <a:pt x="63" y="81"/>
                    </a:cubicBezTo>
                    <a:cubicBezTo>
                      <a:pt x="70" y="72"/>
                      <a:pt x="70" y="68"/>
                      <a:pt x="70" y="68"/>
                    </a:cubicBezTo>
                    <a:cubicBezTo>
                      <a:pt x="66" y="47"/>
                      <a:pt x="66" y="47"/>
                      <a:pt x="66" y="47"/>
                    </a:cubicBezTo>
                    <a:cubicBezTo>
                      <a:pt x="66" y="47"/>
                      <a:pt x="81" y="56"/>
                      <a:pt x="86" y="55"/>
                    </a:cubicBezTo>
                    <a:cubicBezTo>
                      <a:pt x="91" y="55"/>
                      <a:pt x="95" y="47"/>
                      <a:pt x="89" y="39"/>
                    </a:cubicBezTo>
                    <a:cubicBezTo>
                      <a:pt x="82" y="34"/>
                      <a:pt x="82" y="34"/>
                      <a:pt x="82" y="34"/>
                    </a:cubicBezTo>
                    <a:cubicBezTo>
                      <a:pt x="82" y="34"/>
                      <a:pt x="85" y="28"/>
                      <a:pt x="74" y="19"/>
                    </a:cubicBezTo>
                    <a:cubicBezTo>
                      <a:pt x="74" y="19"/>
                      <a:pt x="74" y="15"/>
                      <a:pt x="76" y="14"/>
                    </a:cubicBezTo>
                    <a:cubicBezTo>
                      <a:pt x="76" y="14"/>
                      <a:pt x="69" y="12"/>
                      <a:pt x="66" y="17"/>
                    </a:cubicBezTo>
                    <a:cubicBezTo>
                      <a:pt x="62" y="23"/>
                      <a:pt x="66" y="25"/>
                      <a:pt x="69" y="24"/>
                    </a:cubicBezTo>
                    <a:cubicBezTo>
                      <a:pt x="73" y="23"/>
                      <a:pt x="83" y="26"/>
                      <a:pt x="75" y="30"/>
                    </a:cubicBezTo>
                    <a:cubicBezTo>
                      <a:pt x="75" y="38"/>
                      <a:pt x="75" y="38"/>
                      <a:pt x="75" y="38"/>
                    </a:cubicBezTo>
                    <a:cubicBezTo>
                      <a:pt x="75" y="38"/>
                      <a:pt x="82" y="38"/>
                      <a:pt x="84" y="39"/>
                    </a:cubicBezTo>
                    <a:cubicBezTo>
                      <a:pt x="86" y="41"/>
                      <a:pt x="89" y="43"/>
                      <a:pt x="88" y="45"/>
                    </a:cubicBezTo>
                    <a:cubicBezTo>
                      <a:pt x="87" y="47"/>
                      <a:pt x="83" y="45"/>
                      <a:pt x="77" y="42"/>
                    </a:cubicBezTo>
                    <a:cubicBezTo>
                      <a:pt x="72" y="39"/>
                      <a:pt x="59" y="33"/>
                      <a:pt x="55" y="28"/>
                    </a:cubicBezTo>
                    <a:cubicBezTo>
                      <a:pt x="51" y="22"/>
                      <a:pt x="47" y="12"/>
                      <a:pt x="47" y="12"/>
                    </a:cubicBezTo>
                    <a:cubicBezTo>
                      <a:pt x="47" y="12"/>
                      <a:pt x="57" y="15"/>
                      <a:pt x="58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7" name="任意多边形: 形状 86"/>
              <p:cNvSpPr/>
              <p:nvPr/>
            </p:nvSpPr>
            <p:spPr bwMode="auto">
              <a:xfrm>
                <a:off x="2917826" y="2203451"/>
                <a:ext cx="117475" cy="85725"/>
              </a:xfrm>
              <a:custGeom>
                <a:avLst/>
                <a:gdLst>
                  <a:gd name="T0" fmla="*/ 60 w 76"/>
                  <a:gd name="T1" fmla="*/ 0 h 56"/>
                  <a:gd name="T2" fmla="*/ 60 w 76"/>
                  <a:gd name="T3" fmla="*/ 3 h 56"/>
                  <a:gd name="T4" fmla="*/ 63 w 76"/>
                  <a:gd name="T5" fmla="*/ 9 h 56"/>
                  <a:gd name="T6" fmla="*/ 71 w 76"/>
                  <a:gd name="T7" fmla="*/ 23 h 56"/>
                  <a:gd name="T8" fmla="*/ 71 w 76"/>
                  <a:gd name="T9" fmla="*/ 36 h 56"/>
                  <a:gd name="T10" fmla="*/ 60 w 76"/>
                  <a:gd name="T11" fmla="*/ 34 h 56"/>
                  <a:gd name="T12" fmla="*/ 56 w 76"/>
                  <a:gd name="T13" fmla="*/ 34 h 56"/>
                  <a:gd name="T14" fmla="*/ 56 w 76"/>
                  <a:gd name="T15" fmla="*/ 52 h 56"/>
                  <a:gd name="T16" fmla="*/ 47 w 76"/>
                  <a:gd name="T17" fmla="*/ 54 h 56"/>
                  <a:gd name="T18" fmla="*/ 45 w 76"/>
                  <a:gd name="T19" fmla="*/ 40 h 56"/>
                  <a:gd name="T20" fmla="*/ 41 w 76"/>
                  <a:gd name="T21" fmla="*/ 38 h 56"/>
                  <a:gd name="T22" fmla="*/ 5 w 76"/>
                  <a:gd name="T23" fmla="*/ 36 h 56"/>
                  <a:gd name="T24" fmla="*/ 25 w 76"/>
                  <a:gd name="T25" fmla="*/ 9 h 56"/>
                  <a:gd name="T26" fmla="*/ 21 w 76"/>
                  <a:gd name="T27" fmla="*/ 29 h 56"/>
                  <a:gd name="T28" fmla="*/ 40 w 76"/>
                  <a:gd name="T29" fmla="*/ 30 h 56"/>
                  <a:gd name="T30" fmla="*/ 32 w 76"/>
                  <a:gd name="T31" fmla="*/ 14 h 56"/>
                  <a:gd name="T32" fmla="*/ 41 w 76"/>
                  <a:gd name="T33" fmla="*/ 3 h 56"/>
                  <a:gd name="T34" fmla="*/ 45 w 76"/>
                  <a:gd name="T35" fmla="*/ 10 h 56"/>
                  <a:gd name="T36" fmla="*/ 48 w 76"/>
                  <a:gd name="T37" fmla="*/ 19 h 56"/>
                  <a:gd name="T38" fmla="*/ 50 w 76"/>
                  <a:gd name="T39" fmla="*/ 23 h 56"/>
                  <a:gd name="T40" fmla="*/ 58 w 76"/>
                  <a:gd name="T41" fmla="*/ 22 h 56"/>
                  <a:gd name="T42" fmla="*/ 63 w 76"/>
                  <a:gd name="T43" fmla="*/ 20 h 56"/>
                  <a:gd name="T44" fmla="*/ 53 w 76"/>
                  <a:gd name="T45" fmla="*/ 9 h 56"/>
                  <a:gd name="T46" fmla="*/ 60 w 76"/>
                  <a:gd name="T4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6" h="56">
                    <a:moveTo>
                      <a:pt x="60" y="0"/>
                    </a:moveTo>
                    <a:cubicBezTo>
                      <a:pt x="60" y="0"/>
                      <a:pt x="60" y="1"/>
                      <a:pt x="60" y="3"/>
                    </a:cubicBezTo>
                    <a:cubicBezTo>
                      <a:pt x="59" y="5"/>
                      <a:pt x="61" y="8"/>
                      <a:pt x="63" y="9"/>
                    </a:cubicBezTo>
                    <a:cubicBezTo>
                      <a:pt x="64" y="11"/>
                      <a:pt x="70" y="20"/>
                      <a:pt x="71" y="23"/>
                    </a:cubicBezTo>
                    <a:cubicBezTo>
                      <a:pt x="72" y="25"/>
                      <a:pt x="76" y="33"/>
                      <a:pt x="71" y="36"/>
                    </a:cubicBezTo>
                    <a:cubicBezTo>
                      <a:pt x="66" y="40"/>
                      <a:pt x="61" y="35"/>
                      <a:pt x="60" y="34"/>
                    </a:cubicBezTo>
                    <a:cubicBezTo>
                      <a:pt x="58" y="33"/>
                      <a:pt x="56" y="34"/>
                      <a:pt x="56" y="34"/>
                    </a:cubicBezTo>
                    <a:cubicBezTo>
                      <a:pt x="56" y="34"/>
                      <a:pt x="59" y="48"/>
                      <a:pt x="56" y="52"/>
                    </a:cubicBezTo>
                    <a:cubicBezTo>
                      <a:pt x="56" y="52"/>
                      <a:pt x="51" y="56"/>
                      <a:pt x="47" y="54"/>
                    </a:cubicBezTo>
                    <a:cubicBezTo>
                      <a:pt x="43" y="51"/>
                      <a:pt x="46" y="42"/>
                      <a:pt x="45" y="40"/>
                    </a:cubicBezTo>
                    <a:cubicBezTo>
                      <a:pt x="44" y="39"/>
                      <a:pt x="44" y="38"/>
                      <a:pt x="41" y="38"/>
                    </a:cubicBezTo>
                    <a:cubicBezTo>
                      <a:pt x="38" y="39"/>
                      <a:pt x="11" y="44"/>
                      <a:pt x="5" y="36"/>
                    </a:cubicBezTo>
                    <a:cubicBezTo>
                      <a:pt x="0" y="28"/>
                      <a:pt x="16" y="10"/>
                      <a:pt x="25" y="9"/>
                    </a:cubicBezTo>
                    <a:cubicBezTo>
                      <a:pt x="25" y="9"/>
                      <a:pt x="18" y="24"/>
                      <a:pt x="21" y="29"/>
                    </a:cubicBezTo>
                    <a:cubicBezTo>
                      <a:pt x="24" y="34"/>
                      <a:pt x="39" y="30"/>
                      <a:pt x="40" y="30"/>
                    </a:cubicBezTo>
                    <a:cubicBezTo>
                      <a:pt x="41" y="30"/>
                      <a:pt x="32" y="17"/>
                      <a:pt x="32" y="14"/>
                    </a:cubicBezTo>
                    <a:cubicBezTo>
                      <a:pt x="31" y="12"/>
                      <a:pt x="38" y="4"/>
                      <a:pt x="41" y="3"/>
                    </a:cubicBezTo>
                    <a:cubicBezTo>
                      <a:pt x="45" y="2"/>
                      <a:pt x="47" y="6"/>
                      <a:pt x="45" y="10"/>
                    </a:cubicBezTo>
                    <a:cubicBezTo>
                      <a:pt x="44" y="14"/>
                      <a:pt x="48" y="19"/>
                      <a:pt x="48" y="19"/>
                    </a:cubicBezTo>
                    <a:cubicBezTo>
                      <a:pt x="49" y="20"/>
                      <a:pt x="50" y="22"/>
                      <a:pt x="50" y="23"/>
                    </a:cubicBezTo>
                    <a:cubicBezTo>
                      <a:pt x="51" y="23"/>
                      <a:pt x="57" y="22"/>
                      <a:pt x="58" y="22"/>
                    </a:cubicBezTo>
                    <a:cubicBezTo>
                      <a:pt x="58" y="22"/>
                      <a:pt x="72" y="30"/>
                      <a:pt x="63" y="20"/>
                    </a:cubicBezTo>
                    <a:cubicBezTo>
                      <a:pt x="54" y="9"/>
                      <a:pt x="53" y="10"/>
                      <a:pt x="53" y="9"/>
                    </a:cubicBezTo>
                    <a:cubicBezTo>
                      <a:pt x="53" y="8"/>
                      <a:pt x="54" y="2"/>
                      <a:pt x="6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9910764" y="6171271"/>
              <a:ext cx="2166967" cy="397856"/>
              <a:chOff x="6687090" y="2437568"/>
              <a:chExt cx="3800870" cy="697845"/>
            </a:xfrm>
            <a:solidFill>
              <a:schemeClr val="accent1"/>
            </a:solidFill>
          </p:grpSpPr>
          <p:sp>
            <p:nvSpPr>
              <p:cNvPr id="9" name="文本框 8"/>
              <p:cNvSpPr txBox="1"/>
              <p:nvPr/>
            </p:nvSpPr>
            <p:spPr>
              <a:xfrm>
                <a:off x="6687090" y="2865493"/>
                <a:ext cx="3800870" cy="269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00" b="1" dirty="0">
                    <a:solidFill>
                      <a:schemeClr val="accent1"/>
                    </a:solidFill>
                    <a:latin typeface="+mj-ea"/>
                    <a:ea typeface="+mj-ea"/>
                  </a:rPr>
                  <a:t>GUNLIN UNIVERSITY OF ELECTRONIC TECHNOLOGY</a:t>
                </a:r>
                <a:endParaRPr lang="zh-CN" altLang="en-US" sz="400" b="1" dirty="0">
                  <a:solidFill>
                    <a:schemeClr val="accent1"/>
                  </a:solidFill>
                  <a:latin typeface="+mj-ea"/>
                  <a:ea typeface="+mj-ea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6851761" y="2437568"/>
                <a:ext cx="3620338" cy="470381"/>
                <a:chOff x="3451226" y="1804988"/>
                <a:chExt cx="7208838" cy="936626"/>
              </a:xfrm>
              <a:grpFill/>
            </p:grpSpPr>
            <p:sp>
              <p:nvSpPr>
                <p:cNvPr id="11" name="任意多边形: 形状 10"/>
                <p:cNvSpPr/>
                <p:nvPr/>
              </p:nvSpPr>
              <p:spPr bwMode="auto">
                <a:xfrm>
                  <a:off x="3451226" y="1876426"/>
                  <a:ext cx="490538" cy="728663"/>
                </a:xfrm>
                <a:custGeom>
                  <a:avLst/>
                  <a:gdLst>
                    <a:gd name="T0" fmla="*/ 184 w 319"/>
                    <a:gd name="T1" fmla="*/ 100 h 473"/>
                    <a:gd name="T2" fmla="*/ 222 w 319"/>
                    <a:gd name="T3" fmla="*/ 20 h 473"/>
                    <a:gd name="T4" fmla="*/ 256 w 319"/>
                    <a:gd name="T5" fmla="*/ 38 h 473"/>
                    <a:gd name="T6" fmla="*/ 267 w 319"/>
                    <a:gd name="T7" fmla="*/ 91 h 473"/>
                    <a:gd name="T8" fmla="*/ 318 w 319"/>
                    <a:gd name="T9" fmla="*/ 126 h 473"/>
                    <a:gd name="T10" fmla="*/ 289 w 319"/>
                    <a:gd name="T11" fmla="*/ 156 h 473"/>
                    <a:gd name="T12" fmla="*/ 209 w 319"/>
                    <a:gd name="T13" fmla="*/ 209 h 473"/>
                    <a:gd name="T14" fmla="*/ 216 w 319"/>
                    <a:gd name="T15" fmla="*/ 245 h 473"/>
                    <a:gd name="T16" fmla="*/ 275 w 319"/>
                    <a:gd name="T17" fmla="*/ 209 h 473"/>
                    <a:gd name="T18" fmla="*/ 271 w 319"/>
                    <a:gd name="T19" fmla="*/ 257 h 473"/>
                    <a:gd name="T20" fmla="*/ 199 w 319"/>
                    <a:gd name="T21" fmla="*/ 321 h 473"/>
                    <a:gd name="T22" fmla="*/ 189 w 319"/>
                    <a:gd name="T23" fmla="*/ 472 h 473"/>
                    <a:gd name="T24" fmla="*/ 146 w 319"/>
                    <a:gd name="T25" fmla="*/ 458 h 473"/>
                    <a:gd name="T26" fmla="*/ 130 w 319"/>
                    <a:gd name="T27" fmla="*/ 418 h 473"/>
                    <a:gd name="T28" fmla="*/ 128 w 319"/>
                    <a:gd name="T29" fmla="*/ 374 h 473"/>
                    <a:gd name="T30" fmla="*/ 101 w 319"/>
                    <a:gd name="T31" fmla="*/ 382 h 473"/>
                    <a:gd name="T32" fmla="*/ 44 w 319"/>
                    <a:gd name="T33" fmla="*/ 399 h 473"/>
                    <a:gd name="T34" fmla="*/ 45 w 319"/>
                    <a:gd name="T35" fmla="*/ 335 h 473"/>
                    <a:gd name="T36" fmla="*/ 109 w 319"/>
                    <a:gd name="T37" fmla="*/ 272 h 473"/>
                    <a:gd name="T38" fmla="*/ 152 w 319"/>
                    <a:gd name="T39" fmla="*/ 244 h 473"/>
                    <a:gd name="T40" fmla="*/ 137 w 319"/>
                    <a:gd name="T41" fmla="*/ 211 h 473"/>
                    <a:gd name="T42" fmla="*/ 26 w 319"/>
                    <a:gd name="T43" fmla="*/ 201 h 473"/>
                    <a:gd name="T44" fmla="*/ 29 w 319"/>
                    <a:gd name="T45" fmla="*/ 158 h 473"/>
                    <a:gd name="T46" fmla="*/ 184 w 319"/>
                    <a:gd name="T47" fmla="*/ 100 h 4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19" h="473">
                      <a:moveTo>
                        <a:pt x="184" y="100"/>
                      </a:moveTo>
                      <a:cubicBezTo>
                        <a:pt x="184" y="100"/>
                        <a:pt x="208" y="40"/>
                        <a:pt x="222" y="20"/>
                      </a:cubicBezTo>
                      <a:cubicBezTo>
                        <a:pt x="236" y="0"/>
                        <a:pt x="256" y="10"/>
                        <a:pt x="256" y="38"/>
                      </a:cubicBezTo>
                      <a:cubicBezTo>
                        <a:pt x="256" y="66"/>
                        <a:pt x="249" y="78"/>
                        <a:pt x="267" y="91"/>
                      </a:cubicBezTo>
                      <a:cubicBezTo>
                        <a:pt x="285" y="104"/>
                        <a:pt x="318" y="110"/>
                        <a:pt x="318" y="126"/>
                      </a:cubicBezTo>
                      <a:cubicBezTo>
                        <a:pt x="318" y="142"/>
                        <a:pt x="319" y="145"/>
                        <a:pt x="289" y="156"/>
                      </a:cubicBezTo>
                      <a:cubicBezTo>
                        <a:pt x="259" y="167"/>
                        <a:pt x="214" y="188"/>
                        <a:pt x="209" y="209"/>
                      </a:cubicBezTo>
                      <a:cubicBezTo>
                        <a:pt x="204" y="230"/>
                        <a:pt x="197" y="257"/>
                        <a:pt x="216" y="245"/>
                      </a:cubicBezTo>
                      <a:cubicBezTo>
                        <a:pt x="235" y="233"/>
                        <a:pt x="271" y="214"/>
                        <a:pt x="275" y="209"/>
                      </a:cubicBezTo>
                      <a:cubicBezTo>
                        <a:pt x="279" y="204"/>
                        <a:pt x="281" y="243"/>
                        <a:pt x="271" y="257"/>
                      </a:cubicBezTo>
                      <a:cubicBezTo>
                        <a:pt x="261" y="271"/>
                        <a:pt x="205" y="311"/>
                        <a:pt x="199" y="321"/>
                      </a:cubicBezTo>
                      <a:cubicBezTo>
                        <a:pt x="193" y="331"/>
                        <a:pt x="188" y="439"/>
                        <a:pt x="189" y="472"/>
                      </a:cubicBezTo>
                      <a:cubicBezTo>
                        <a:pt x="189" y="472"/>
                        <a:pt x="154" y="473"/>
                        <a:pt x="146" y="458"/>
                      </a:cubicBezTo>
                      <a:cubicBezTo>
                        <a:pt x="138" y="443"/>
                        <a:pt x="130" y="423"/>
                        <a:pt x="130" y="418"/>
                      </a:cubicBezTo>
                      <a:cubicBezTo>
                        <a:pt x="130" y="413"/>
                        <a:pt x="128" y="374"/>
                        <a:pt x="128" y="374"/>
                      </a:cubicBezTo>
                      <a:cubicBezTo>
                        <a:pt x="128" y="374"/>
                        <a:pt x="107" y="371"/>
                        <a:pt x="101" y="382"/>
                      </a:cubicBezTo>
                      <a:cubicBezTo>
                        <a:pt x="95" y="393"/>
                        <a:pt x="58" y="415"/>
                        <a:pt x="44" y="399"/>
                      </a:cubicBezTo>
                      <a:cubicBezTo>
                        <a:pt x="30" y="383"/>
                        <a:pt x="31" y="351"/>
                        <a:pt x="45" y="335"/>
                      </a:cubicBezTo>
                      <a:cubicBezTo>
                        <a:pt x="59" y="319"/>
                        <a:pt x="105" y="276"/>
                        <a:pt x="109" y="272"/>
                      </a:cubicBezTo>
                      <a:cubicBezTo>
                        <a:pt x="113" y="268"/>
                        <a:pt x="151" y="255"/>
                        <a:pt x="152" y="244"/>
                      </a:cubicBezTo>
                      <a:cubicBezTo>
                        <a:pt x="153" y="233"/>
                        <a:pt x="163" y="198"/>
                        <a:pt x="137" y="211"/>
                      </a:cubicBezTo>
                      <a:cubicBezTo>
                        <a:pt x="115" y="222"/>
                        <a:pt x="50" y="234"/>
                        <a:pt x="26" y="201"/>
                      </a:cubicBezTo>
                      <a:cubicBezTo>
                        <a:pt x="2" y="168"/>
                        <a:pt x="0" y="149"/>
                        <a:pt x="29" y="158"/>
                      </a:cubicBezTo>
                      <a:cubicBezTo>
                        <a:pt x="58" y="167"/>
                        <a:pt x="166" y="119"/>
                        <a:pt x="184" y="10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2" name="任意多边形: 形状 11"/>
                <p:cNvSpPr/>
                <p:nvPr/>
              </p:nvSpPr>
              <p:spPr bwMode="auto">
                <a:xfrm>
                  <a:off x="3914776" y="1822451"/>
                  <a:ext cx="384175" cy="815975"/>
                </a:xfrm>
                <a:custGeom>
                  <a:avLst/>
                  <a:gdLst>
                    <a:gd name="T0" fmla="*/ 106 w 250"/>
                    <a:gd name="T1" fmla="*/ 118 h 529"/>
                    <a:gd name="T2" fmla="*/ 126 w 250"/>
                    <a:gd name="T3" fmla="*/ 34 h 529"/>
                    <a:gd name="T4" fmla="*/ 161 w 250"/>
                    <a:gd name="T5" fmla="*/ 20 h 529"/>
                    <a:gd name="T6" fmla="*/ 162 w 250"/>
                    <a:gd name="T7" fmla="*/ 69 h 529"/>
                    <a:gd name="T8" fmla="*/ 151 w 250"/>
                    <a:gd name="T9" fmla="*/ 111 h 529"/>
                    <a:gd name="T10" fmla="*/ 176 w 250"/>
                    <a:gd name="T11" fmla="*/ 110 h 529"/>
                    <a:gd name="T12" fmla="*/ 233 w 250"/>
                    <a:gd name="T13" fmla="*/ 96 h 529"/>
                    <a:gd name="T14" fmla="*/ 227 w 250"/>
                    <a:gd name="T15" fmla="*/ 125 h 529"/>
                    <a:gd name="T16" fmla="*/ 152 w 250"/>
                    <a:gd name="T17" fmla="*/ 139 h 529"/>
                    <a:gd name="T18" fmla="*/ 141 w 250"/>
                    <a:gd name="T19" fmla="*/ 162 h 529"/>
                    <a:gd name="T20" fmla="*/ 136 w 250"/>
                    <a:gd name="T21" fmla="*/ 206 h 529"/>
                    <a:gd name="T22" fmla="*/ 216 w 250"/>
                    <a:gd name="T23" fmla="*/ 217 h 529"/>
                    <a:gd name="T24" fmla="*/ 192 w 250"/>
                    <a:gd name="T25" fmla="*/ 250 h 529"/>
                    <a:gd name="T26" fmla="*/ 157 w 250"/>
                    <a:gd name="T27" fmla="*/ 256 h 529"/>
                    <a:gd name="T28" fmla="*/ 142 w 250"/>
                    <a:gd name="T29" fmla="*/ 297 h 529"/>
                    <a:gd name="T30" fmla="*/ 167 w 250"/>
                    <a:gd name="T31" fmla="*/ 324 h 529"/>
                    <a:gd name="T32" fmla="*/ 201 w 250"/>
                    <a:gd name="T33" fmla="*/ 381 h 529"/>
                    <a:gd name="T34" fmla="*/ 180 w 250"/>
                    <a:gd name="T35" fmla="*/ 436 h 529"/>
                    <a:gd name="T36" fmla="*/ 202 w 250"/>
                    <a:gd name="T37" fmla="*/ 508 h 529"/>
                    <a:gd name="T38" fmla="*/ 128 w 250"/>
                    <a:gd name="T39" fmla="*/ 489 h 529"/>
                    <a:gd name="T40" fmla="*/ 88 w 250"/>
                    <a:gd name="T41" fmla="*/ 473 h 529"/>
                    <a:gd name="T42" fmla="*/ 78 w 250"/>
                    <a:gd name="T43" fmla="*/ 401 h 529"/>
                    <a:gd name="T44" fmla="*/ 80 w 250"/>
                    <a:gd name="T45" fmla="*/ 362 h 529"/>
                    <a:gd name="T46" fmla="*/ 18 w 250"/>
                    <a:gd name="T47" fmla="*/ 345 h 529"/>
                    <a:gd name="T48" fmla="*/ 38 w 250"/>
                    <a:gd name="T49" fmla="*/ 317 h 529"/>
                    <a:gd name="T50" fmla="*/ 93 w 250"/>
                    <a:gd name="T51" fmla="*/ 320 h 529"/>
                    <a:gd name="T52" fmla="*/ 109 w 250"/>
                    <a:gd name="T53" fmla="*/ 276 h 529"/>
                    <a:gd name="T54" fmla="*/ 66 w 250"/>
                    <a:gd name="T55" fmla="*/ 261 h 529"/>
                    <a:gd name="T56" fmla="*/ 46 w 250"/>
                    <a:gd name="T57" fmla="*/ 273 h 529"/>
                    <a:gd name="T58" fmla="*/ 8 w 250"/>
                    <a:gd name="T59" fmla="*/ 273 h 529"/>
                    <a:gd name="T60" fmla="*/ 23 w 250"/>
                    <a:gd name="T61" fmla="*/ 231 h 529"/>
                    <a:gd name="T62" fmla="*/ 87 w 250"/>
                    <a:gd name="T63" fmla="*/ 211 h 529"/>
                    <a:gd name="T64" fmla="*/ 79 w 250"/>
                    <a:gd name="T65" fmla="*/ 168 h 529"/>
                    <a:gd name="T66" fmla="*/ 56 w 250"/>
                    <a:gd name="T67" fmla="*/ 139 h 529"/>
                    <a:gd name="T68" fmla="*/ 106 w 250"/>
                    <a:gd name="T69" fmla="*/ 118 h 5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50" h="529">
                      <a:moveTo>
                        <a:pt x="106" y="118"/>
                      </a:moveTo>
                      <a:cubicBezTo>
                        <a:pt x="106" y="118"/>
                        <a:pt x="119" y="47"/>
                        <a:pt x="126" y="34"/>
                      </a:cubicBezTo>
                      <a:cubicBezTo>
                        <a:pt x="133" y="21"/>
                        <a:pt x="148" y="0"/>
                        <a:pt x="161" y="20"/>
                      </a:cubicBezTo>
                      <a:cubicBezTo>
                        <a:pt x="174" y="40"/>
                        <a:pt x="173" y="53"/>
                        <a:pt x="162" y="69"/>
                      </a:cubicBezTo>
                      <a:cubicBezTo>
                        <a:pt x="151" y="85"/>
                        <a:pt x="151" y="107"/>
                        <a:pt x="151" y="111"/>
                      </a:cubicBezTo>
                      <a:cubicBezTo>
                        <a:pt x="151" y="115"/>
                        <a:pt x="170" y="112"/>
                        <a:pt x="176" y="110"/>
                      </a:cubicBezTo>
                      <a:cubicBezTo>
                        <a:pt x="201" y="99"/>
                        <a:pt x="221" y="92"/>
                        <a:pt x="233" y="96"/>
                      </a:cubicBezTo>
                      <a:cubicBezTo>
                        <a:pt x="242" y="99"/>
                        <a:pt x="250" y="113"/>
                        <a:pt x="227" y="125"/>
                      </a:cubicBezTo>
                      <a:cubicBezTo>
                        <a:pt x="188" y="147"/>
                        <a:pt x="152" y="139"/>
                        <a:pt x="152" y="139"/>
                      </a:cubicBezTo>
                      <a:cubicBezTo>
                        <a:pt x="152" y="139"/>
                        <a:pt x="145" y="142"/>
                        <a:pt x="141" y="162"/>
                      </a:cubicBezTo>
                      <a:cubicBezTo>
                        <a:pt x="137" y="182"/>
                        <a:pt x="136" y="206"/>
                        <a:pt x="136" y="206"/>
                      </a:cubicBezTo>
                      <a:cubicBezTo>
                        <a:pt x="136" y="206"/>
                        <a:pt x="206" y="204"/>
                        <a:pt x="216" y="217"/>
                      </a:cubicBezTo>
                      <a:cubicBezTo>
                        <a:pt x="226" y="230"/>
                        <a:pt x="226" y="265"/>
                        <a:pt x="192" y="250"/>
                      </a:cubicBezTo>
                      <a:cubicBezTo>
                        <a:pt x="167" y="243"/>
                        <a:pt x="167" y="246"/>
                        <a:pt x="157" y="256"/>
                      </a:cubicBezTo>
                      <a:cubicBezTo>
                        <a:pt x="147" y="266"/>
                        <a:pt x="136" y="273"/>
                        <a:pt x="142" y="297"/>
                      </a:cubicBezTo>
                      <a:cubicBezTo>
                        <a:pt x="148" y="321"/>
                        <a:pt x="154" y="322"/>
                        <a:pt x="167" y="324"/>
                      </a:cubicBezTo>
                      <a:cubicBezTo>
                        <a:pt x="180" y="326"/>
                        <a:pt x="219" y="339"/>
                        <a:pt x="201" y="381"/>
                      </a:cubicBezTo>
                      <a:cubicBezTo>
                        <a:pt x="201" y="381"/>
                        <a:pt x="158" y="418"/>
                        <a:pt x="180" y="436"/>
                      </a:cubicBezTo>
                      <a:cubicBezTo>
                        <a:pt x="201" y="453"/>
                        <a:pt x="222" y="486"/>
                        <a:pt x="202" y="508"/>
                      </a:cubicBezTo>
                      <a:cubicBezTo>
                        <a:pt x="182" y="529"/>
                        <a:pt x="145" y="493"/>
                        <a:pt x="128" y="489"/>
                      </a:cubicBezTo>
                      <a:cubicBezTo>
                        <a:pt x="110" y="485"/>
                        <a:pt x="105" y="485"/>
                        <a:pt x="88" y="473"/>
                      </a:cubicBezTo>
                      <a:cubicBezTo>
                        <a:pt x="70" y="461"/>
                        <a:pt x="57" y="424"/>
                        <a:pt x="78" y="401"/>
                      </a:cubicBezTo>
                      <a:cubicBezTo>
                        <a:pt x="100" y="378"/>
                        <a:pt x="136" y="361"/>
                        <a:pt x="80" y="362"/>
                      </a:cubicBezTo>
                      <a:cubicBezTo>
                        <a:pt x="24" y="364"/>
                        <a:pt x="18" y="345"/>
                        <a:pt x="18" y="345"/>
                      </a:cubicBezTo>
                      <a:cubicBezTo>
                        <a:pt x="18" y="345"/>
                        <a:pt x="2" y="294"/>
                        <a:pt x="38" y="317"/>
                      </a:cubicBezTo>
                      <a:cubicBezTo>
                        <a:pt x="38" y="317"/>
                        <a:pt x="80" y="328"/>
                        <a:pt x="93" y="320"/>
                      </a:cubicBezTo>
                      <a:cubicBezTo>
                        <a:pt x="106" y="312"/>
                        <a:pt x="109" y="276"/>
                        <a:pt x="109" y="276"/>
                      </a:cubicBezTo>
                      <a:cubicBezTo>
                        <a:pt x="109" y="276"/>
                        <a:pt x="122" y="250"/>
                        <a:pt x="66" y="261"/>
                      </a:cubicBezTo>
                      <a:cubicBezTo>
                        <a:pt x="66" y="261"/>
                        <a:pt x="51" y="262"/>
                        <a:pt x="46" y="273"/>
                      </a:cubicBezTo>
                      <a:cubicBezTo>
                        <a:pt x="42" y="284"/>
                        <a:pt x="15" y="284"/>
                        <a:pt x="8" y="273"/>
                      </a:cubicBezTo>
                      <a:cubicBezTo>
                        <a:pt x="0" y="262"/>
                        <a:pt x="1" y="230"/>
                        <a:pt x="23" y="231"/>
                      </a:cubicBezTo>
                      <a:cubicBezTo>
                        <a:pt x="45" y="232"/>
                        <a:pt x="82" y="222"/>
                        <a:pt x="87" y="211"/>
                      </a:cubicBezTo>
                      <a:cubicBezTo>
                        <a:pt x="92" y="200"/>
                        <a:pt x="98" y="174"/>
                        <a:pt x="79" y="168"/>
                      </a:cubicBezTo>
                      <a:cubicBezTo>
                        <a:pt x="60" y="161"/>
                        <a:pt x="44" y="154"/>
                        <a:pt x="56" y="139"/>
                      </a:cubicBezTo>
                      <a:cubicBezTo>
                        <a:pt x="68" y="124"/>
                        <a:pt x="92" y="136"/>
                        <a:pt x="106" y="11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3" name="任意多边形: 形状 12"/>
                <p:cNvSpPr/>
                <p:nvPr/>
              </p:nvSpPr>
              <p:spPr bwMode="auto">
                <a:xfrm>
                  <a:off x="4387851" y="1905001"/>
                  <a:ext cx="471488" cy="647700"/>
                </a:xfrm>
                <a:custGeom>
                  <a:avLst/>
                  <a:gdLst>
                    <a:gd name="T0" fmla="*/ 269 w 307"/>
                    <a:gd name="T1" fmla="*/ 4 h 420"/>
                    <a:gd name="T2" fmla="*/ 306 w 307"/>
                    <a:gd name="T3" fmla="*/ 24 h 420"/>
                    <a:gd name="T4" fmla="*/ 283 w 307"/>
                    <a:gd name="T5" fmla="*/ 70 h 420"/>
                    <a:gd name="T6" fmla="*/ 281 w 307"/>
                    <a:gd name="T7" fmla="*/ 111 h 420"/>
                    <a:gd name="T8" fmla="*/ 268 w 307"/>
                    <a:gd name="T9" fmla="*/ 152 h 420"/>
                    <a:gd name="T10" fmla="*/ 256 w 307"/>
                    <a:gd name="T11" fmla="*/ 208 h 420"/>
                    <a:gd name="T12" fmla="*/ 282 w 307"/>
                    <a:gd name="T13" fmla="*/ 202 h 420"/>
                    <a:gd name="T14" fmla="*/ 259 w 307"/>
                    <a:gd name="T15" fmla="*/ 234 h 420"/>
                    <a:gd name="T16" fmla="*/ 258 w 307"/>
                    <a:gd name="T17" fmla="*/ 263 h 420"/>
                    <a:gd name="T18" fmla="*/ 248 w 307"/>
                    <a:gd name="T19" fmla="*/ 283 h 420"/>
                    <a:gd name="T20" fmla="*/ 244 w 307"/>
                    <a:gd name="T21" fmla="*/ 394 h 420"/>
                    <a:gd name="T22" fmla="*/ 197 w 307"/>
                    <a:gd name="T23" fmla="*/ 382 h 420"/>
                    <a:gd name="T24" fmla="*/ 188 w 307"/>
                    <a:gd name="T25" fmla="*/ 322 h 420"/>
                    <a:gd name="T26" fmla="*/ 148 w 307"/>
                    <a:gd name="T27" fmla="*/ 356 h 420"/>
                    <a:gd name="T28" fmla="*/ 94 w 307"/>
                    <a:gd name="T29" fmla="*/ 306 h 420"/>
                    <a:gd name="T30" fmla="*/ 141 w 307"/>
                    <a:gd name="T31" fmla="*/ 251 h 420"/>
                    <a:gd name="T32" fmla="*/ 172 w 307"/>
                    <a:gd name="T33" fmla="*/ 239 h 420"/>
                    <a:gd name="T34" fmla="*/ 181 w 307"/>
                    <a:gd name="T35" fmla="*/ 262 h 420"/>
                    <a:gd name="T36" fmla="*/ 210 w 307"/>
                    <a:gd name="T37" fmla="*/ 234 h 420"/>
                    <a:gd name="T38" fmla="*/ 222 w 307"/>
                    <a:gd name="T39" fmla="*/ 162 h 420"/>
                    <a:gd name="T40" fmla="*/ 53 w 307"/>
                    <a:gd name="T41" fmla="*/ 202 h 420"/>
                    <a:gd name="T42" fmla="*/ 1 w 307"/>
                    <a:gd name="T43" fmla="*/ 169 h 420"/>
                    <a:gd name="T44" fmla="*/ 29 w 307"/>
                    <a:gd name="T45" fmla="*/ 159 h 420"/>
                    <a:gd name="T46" fmla="*/ 140 w 307"/>
                    <a:gd name="T47" fmla="*/ 148 h 420"/>
                    <a:gd name="T48" fmla="*/ 231 w 307"/>
                    <a:gd name="T49" fmla="*/ 118 h 420"/>
                    <a:gd name="T50" fmla="*/ 269 w 307"/>
                    <a:gd name="T51" fmla="*/ 4 h 4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7" h="420">
                      <a:moveTo>
                        <a:pt x="269" y="4"/>
                      </a:moveTo>
                      <a:cubicBezTo>
                        <a:pt x="269" y="4"/>
                        <a:pt x="307" y="0"/>
                        <a:pt x="306" y="24"/>
                      </a:cubicBezTo>
                      <a:cubicBezTo>
                        <a:pt x="305" y="48"/>
                        <a:pt x="287" y="61"/>
                        <a:pt x="283" y="70"/>
                      </a:cubicBezTo>
                      <a:cubicBezTo>
                        <a:pt x="279" y="79"/>
                        <a:pt x="279" y="104"/>
                        <a:pt x="281" y="111"/>
                      </a:cubicBezTo>
                      <a:cubicBezTo>
                        <a:pt x="283" y="118"/>
                        <a:pt x="299" y="123"/>
                        <a:pt x="268" y="152"/>
                      </a:cubicBezTo>
                      <a:cubicBezTo>
                        <a:pt x="268" y="152"/>
                        <a:pt x="250" y="181"/>
                        <a:pt x="256" y="208"/>
                      </a:cubicBezTo>
                      <a:cubicBezTo>
                        <a:pt x="282" y="202"/>
                        <a:pt x="282" y="202"/>
                        <a:pt x="282" y="202"/>
                      </a:cubicBezTo>
                      <a:cubicBezTo>
                        <a:pt x="282" y="202"/>
                        <a:pt x="267" y="216"/>
                        <a:pt x="259" y="234"/>
                      </a:cubicBezTo>
                      <a:cubicBezTo>
                        <a:pt x="251" y="252"/>
                        <a:pt x="268" y="251"/>
                        <a:pt x="258" y="263"/>
                      </a:cubicBezTo>
                      <a:cubicBezTo>
                        <a:pt x="249" y="275"/>
                        <a:pt x="248" y="283"/>
                        <a:pt x="248" y="283"/>
                      </a:cubicBezTo>
                      <a:cubicBezTo>
                        <a:pt x="244" y="394"/>
                        <a:pt x="244" y="394"/>
                        <a:pt x="244" y="394"/>
                      </a:cubicBezTo>
                      <a:cubicBezTo>
                        <a:pt x="244" y="394"/>
                        <a:pt x="209" y="420"/>
                        <a:pt x="197" y="382"/>
                      </a:cubicBezTo>
                      <a:cubicBezTo>
                        <a:pt x="185" y="343"/>
                        <a:pt x="208" y="319"/>
                        <a:pt x="188" y="322"/>
                      </a:cubicBezTo>
                      <a:cubicBezTo>
                        <a:pt x="168" y="324"/>
                        <a:pt x="161" y="346"/>
                        <a:pt x="148" y="356"/>
                      </a:cubicBezTo>
                      <a:cubicBezTo>
                        <a:pt x="134" y="367"/>
                        <a:pt x="60" y="366"/>
                        <a:pt x="94" y="306"/>
                      </a:cubicBezTo>
                      <a:cubicBezTo>
                        <a:pt x="141" y="251"/>
                        <a:pt x="141" y="251"/>
                        <a:pt x="141" y="251"/>
                      </a:cubicBezTo>
                      <a:cubicBezTo>
                        <a:pt x="141" y="251"/>
                        <a:pt x="161" y="238"/>
                        <a:pt x="172" y="239"/>
                      </a:cubicBezTo>
                      <a:cubicBezTo>
                        <a:pt x="182" y="240"/>
                        <a:pt x="181" y="262"/>
                        <a:pt x="181" y="262"/>
                      </a:cubicBezTo>
                      <a:cubicBezTo>
                        <a:pt x="181" y="262"/>
                        <a:pt x="197" y="266"/>
                        <a:pt x="210" y="234"/>
                      </a:cubicBezTo>
                      <a:cubicBezTo>
                        <a:pt x="224" y="202"/>
                        <a:pt x="222" y="166"/>
                        <a:pt x="222" y="162"/>
                      </a:cubicBezTo>
                      <a:cubicBezTo>
                        <a:pt x="222" y="158"/>
                        <a:pt x="106" y="195"/>
                        <a:pt x="53" y="202"/>
                      </a:cubicBezTo>
                      <a:cubicBezTo>
                        <a:pt x="0" y="208"/>
                        <a:pt x="1" y="179"/>
                        <a:pt x="1" y="169"/>
                      </a:cubicBezTo>
                      <a:cubicBezTo>
                        <a:pt x="1" y="159"/>
                        <a:pt x="17" y="151"/>
                        <a:pt x="29" y="159"/>
                      </a:cubicBezTo>
                      <a:cubicBezTo>
                        <a:pt x="41" y="167"/>
                        <a:pt x="72" y="166"/>
                        <a:pt x="140" y="148"/>
                      </a:cubicBezTo>
                      <a:cubicBezTo>
                        <a:pt x="208" y="130"/>
                        <a:pt x="227" y="128"/>
                        <a:pt x="231" y="118"/>
                      </a:cubicBezTo>
                      <a:cubicBezTo>
                        <a:pt x="235" y="108"/>
                        <a:pt x="265" y="31"/>
                        <a:pt x="269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4" name="任意多边形: 形状 13"/>
                <p:cNvSpPr/>
                <p:nvPr/>
              </p:nvSpPr>
              <p:spPr bwMode="auto">
                <a:xfrm>
                  <a:off x="4830763" y="1844676"/>
                  <a:ext cx="585788" cy="801688"/>
                </a:xfrm>
                <a:custGeom>
                  <a:avLst/>
                  <a:gdLst>
                    <a:gd name="T0" fmla="*/ 154 w 382"/>
                    <a:gd name="T1" fmla="*/ 130 h 521"/>
                    <a:gd name="T2" fmla="*/ 156 w 382"/>
                    <a:gd name="T3" fmla="*/ 51 h 521"/>
                    <a:gd name="T4" fmla="*/ 190 w 382"/>
                    <a:gd name="T5" fmla="*/ 38 h 521"/>
                    <a:gd name="T6" fmla="*/ 198 w 382"/>
                    <a:gd name="T7" fmla="*/ 136 h 521"/>
                    <a:gd name="T8" fmla="*/ 268 w 382"/>
                    <a:gd name="T9" fmla="*/ 146 h 521"/>
                    <a:gd name="T10" fmla="*/ 258 w 382"/>
                    <a:gd name="T11" fmla="*/ 192 h 521"/>
                    <a:gd name="T12" fmla="*/ 229 w 382"/>
                    <a:gd name="T13" fmla="*/ 198 h 521"/>
                    <a:gd name="T14" fmla="*/ 194 w 382"/>
                    <a:gd name="T15" fmla="*/ 271 h 521"/>
                    <a:gd name="T16" fmla="*/ 238 w 382"/>
                    <a:gd name="T17" fmla="*/ 302 h 521"/>
                    <a:gd name="T18" fmla="*/ 350 w 382"/>
                    <a:gd name="T19" fmla="*/ 320 h 521"/>
                    <a:gd name="T20" fmla="*/ 349 w 382"/>
                    <a:gd name="T21" fmla="*/ 371 h 521"/>
                    <a:gd name="T22" fmla="*/ 193 w 382"/>
                    <a:gd name="T23" fmla="*/ 331 h 521"/>
                    <a:gd name="T24" fmla="*/ 194 w 382"/>
                    <a:gd name="T25" fmla="*/ 488 h 521"/>
                    <a:gd name="T26" fmla="*/ 149 w 382"/>
                    <a:gd name="T27" fmla="*/ 482 h 521"/>
                    <a:gd name="T28" fmla="*/ 141 w 382"/>
                    <a:gd name="T29" fmla="*/ 430 h 521"/>
                    <a:gd name="T30" fmla="*/ 149 w 382"/>
                    <a:gd name="T31" fmla="*/ 356 h 521"/>
                    <a:gd name="T32" fmla="*/ 129 w 382"/>
                    <a:gd name="T33" fmla="*/ 316 h 521"/>
                    <a:gd name="T34" fmla="*/ 86 w 382"/>
                    <a:gd name="T35" fmla="*/ 331 h 521"/>
                    <a:gd name="T36" fmla="*/ 18 w 382"/>
                    <a:gd name="T37" fmla="*/ 354 h 521"/>
                    <a:gd name="T38" fmla="*/ 29 w 382"/>
                    <a:gd name="T39" fmla="*/ 299 h 521"/>
                    <a:gd name="T40" fmla="*/ 116 w 382"/>
                    <a:gd name="T41" fmla="*/ 231 h 521"/>
                    <a:gd name="T42" fmla="*/ 101 w 382"/>
                    <a:gd name="T43" fmla="*/ 219 h 521"/>
                    <a:gd name="T44" fmla="*/ 24 w 382"/>
                    <a:gd name="T45" fmla="*/ 210 h 521"/>
                    <a:gd name="T46" fmla="*/ 4 w 382"/>
                    <a:gd name="T47" fmla="*/ 184 h 521"/>
                    <a:gd name="T48" fmla="*/ 34 w 382"/>
                    <a:gd name="T49" fmla="*/ 166 h 521"/>
                    <a:gd name="T50" fmla="*/ 154 w 382"/>
                    <a:gd name="T51" fmla="*/ 130 h 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82" h="521">
                      <a:moveTo>
                        <a:pt x="154" y="130"/>
                      </a:moveTo>
                      <a:cubicBezTo>
                        <a:pt x="154" y="130"/>
                        <a:pt x="165" y="62"/>
                        <a:pt x="156" y="51"/>
                      </a:cubicBezTo>
                      <a:cubicBezTo>
                        <a:pt x="146" y="40"/>
                        <a:pt x="162" y="0"/>
                        <a:pt x="190" y="38"/>
                      </a:cubicBezTo>
                      <a:cubicBezTo>
                        <a:pt x="190" y="38"/>
                        <a:pt x="204" y="72"/>
                        <a:pt x="198" y="136"/>
                      </a:cubicBezTo>
                      <a:cubicBezTo>
                        <a:pt x="198" y="136"/>
                        <a:pt x="257" y="130"/>
                        <a:pt x="268" y="146"/>
                      </a:cubicBezTo>
                      <a:cubicBezTo>
                        <a:pt x="283" y="168"/>
                        <a:pt x="288" y="187"/>
                        <a:pt x="258" y="192"/>
                      </a:cubicBezTo>
                      <a:cubicBezTo>
                        <a:pt x="229" y="198"/>
                        <a:pt x="229" y="198"/>
                        <a:pt x="229" y="198"/>
                      </a:cubicBezTo>
                      <a:cubicBezTo>
                        <a:pt x="229" y="198"/>
                        <a:pt x="190" y="211"/>
                        <a:pt x="194" y="271"/>
                      </a:cubicBezTo>
                      <a:cubicBezTo>
                        <a:pt x="194" y="271"/>
                        <a:pt x="184" y="295"/>
                        <a:pt x="238" y="302"/>
                      </a:cubicBezTo>
                      <a:cubicBezTo>
                        <a:pt x="293" y="308"/>
                        <a:pt x="318" y="306"/>
                        <a:pt x="350" y="320"/>
                      </a:cubicBezTo>
                      <a:cubicBezTo>
                        <a:pt x="382" y="335"/>
                        <a:pt x="378" y="358"/>
                        <a:pt x="349" y="371"/>
                      </a:cubicBezTo>
                      <a:cubicBezTo>
                        <a:pt x="320" y="384"/>
                        <a:pt x="225" y="363"/>
                        <a:pt x="193" y="331"/>
                      </a:cubicBezTo>
                      <a:cubicBezTo>
                        <a:pt x="194" y="488"/>
                        <a:pt x="194" y="488"/>
                        <a:pt x="194" y="488"/>
                      </a:cubicBezTo>
                      <a:cubicBezTo>
                        <a:pt x="194" y="488"/>
                        <a:pt x="174" y="521"/>
                        <a:pt x="149" y="482"/>
                      </a:cubicBezTo>
                      <a:cubicBezTo>
                        <a:pt x="137" y="462"/>
                        <a:pt x="140" y="436"/>
                        <a:pt x="141" y="430"/>
                      </a:cubicBezTo>
                      <a:cubicBezTo>
                        <a:pt x="142" y="423"/>
                        <a:pt x="149" y="371"/>
                        <a:pt x="149" y="356"/>
                      </a:cubicBezTo>
                      <a:cubicBezTo>
                        <a:pt x="149" y="342"/>
                        <a:pt x="140" y="323"/>
                        <a:pt x="129" y="316"/>
                      </a:cubicBezTo>
                      <a:cubicBezTo>
                        <a:pt x="118" y="310"/>
                        <a:pt x="108" y="308"/>
                        <a:pt x="86" y="331"/>
                      </a:cubicBezTo>
                      <a:cubicBezTo>
                        <a:pt x="65" y="354"/>
                        <a:pt x="37" y="378"/>
                        <a:pt x="18" y="354"/>
                      </a:cubicBezTo>
                      <a:cubicBezTo>
                        <a:pt x="0" y="330"/>
                        <a:pt x="20" y="310"/>
                        <a:pt x="29" y="299"/>
                      </a:cubicBezTo>
                      <a:cubicBezTo>
                        <a:pt x="38" y="288"/>
                        <a:pt x="113" y="235"/>
                        <a:pt x="116" y="231"/>
                      </a:cubicBezTo>
                      <a:cubicBezTo>
                        <a:pt x="118" y="227"/>
                        <a:pt x="134" y="208"/>
                        <a:pt x="101" y="219"/>
                      </a:cubicBezTo>
                      <a:cubicBezTo>
                        <a:pt x="68" y="230"/>
                        <a:pt x="36" y="231"/>
                        <a:pt x="24" y="210"/>
                      </a:cubicBezTo>
                      <a:cubicBezTo>
                        <a:pt x="12" y="188"/>
                        <a:pt x="4" y="184"/>
                        <a:pt x="4" y="184"/>
                      </a:cubicBezTo>
                      <a:cubicBezTo>
                        <a:pt x="4" y="184"/>
                        <a:pt x="6" y="167"/>
                        <a:pt x="34" y="166"/>
                      </a:cubicBezTo>
                      <a:cubicBezTo>
                        <a:pt x="62" y="164"/>
                        <a:pt x="117" y="168"/>
                        <a:pt x="154" y="1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5" name="任意多边形: 形状 14"/>
                <p:cNvSpPr>
                  <a:spLocks noEditPoints="1"/>
                </p:cNvSpPr>
                <p:nvPr/>
              </p:nvSpPr>
              <p:spPr bwMode="auto">
                <a:xfrm>
                  <a:off x="5500688" y="1804988"/>
                  <a:ext cx="766763" cy="881063"/>
                </a:xfrm>
                <a:custGeom>
                  <a:avLst/>
                  <a:gdLst>
                    <a:gd name="T0" fmla="*/ 296 w 499"/>
                    <a:gd name="T1" fmla="*/ 139 h 571"/>
                    <a:gd name="T2" fmla="*/ 327 w 499"/>
                    <a:gd name="T3" fmla="*/ 99 h 571"/>
                    <a:gd name="T4" fmla="*/ 292 w 499"/>
                    <a:gd name="T5" fmla="*/ 41 h 571"/>
                    <a:gd name="T6" fmla="*/ 265 w 499"/>
                    <a:gd name="T7" fmla="*/ 100 h 571"/>
                    <a:gd name="T8" fmla="*/ 160 w 499"/>
                    <a:gd name="T9" fmla="*/ 185 h 571"/>
                    <a:gd name="T10" fmla="*/ 157 w 499"/>
                    <a:gd name="T11" fmla="*/ 142 h 571"/>
                    <a:gd name="T12" fmla="*/ 10 w 499"/>
                    <a:gd name="T13" fmla="*/ 272 h 571"/>
                    <a:gd name="T14" fmla="*/ 169 w 499"/>
                    <a:gd name="T15" fmla="*/ 224 h 571"/>
                    <a:gd name="T16" fmla="*/ 245 w 499"/>
                    <a:gd name="T17" fmla="*/ 270 h 571"/>
                    <a:gd name="T18" fmla="*/ 160 w 499"/>
                    <a:gd name="T19" fmla="*/ 355 h 571"/>
                    <a:gd name="T20" fmla="*/ 161 w 499"/>
                    <a:gd name="T21" fmla="*/ 319 h 571"/>
                    <a:gd name="T22" fmla="*/ 186 w 499"/>
                    <a:gd name="T23" fmla="*/ 452 h 571"/>
                    <a:gd name="T24" fmla="*/ 221 w 499"/>
                    <a:gd name="T25" fmla="*/ 471 h 571"/>
                    <a:gd name="T26" fmla="*/ 343 w 499"/>
                    <a:gd name="T27" fmla="*/ 552 h 571"/>
                    <a:gd name="T28" fmla="*/ 296 w 499"/>
                    <a:gd name="T29" fmla="*/ 473 h 571"/>
                    <a:gd name="T30" fmla="*/ 342 w 499"/>
                    <a:gd name="T31" fmla="*/ 458 h 571"/>
                    <a:gd name="T32" fmla="*/ 273 w 499"/>
                    <a:gd name="T33" fmla="*/ 298 h 571"/>
                    <a:gd name="T34" fmla="*/ 308 w 499"/>
                    <a:gd name="T35" fmla="*/ 248 h 571"/>
                    <a:gd name="T36" fmla="*/ 273 w 499"/>
                    <a:gd name="T37" fmla="*/ 212 h 571"/>
                    <a:gd name="T38" fmla="*/ 371 w 499"/>
                    <a:gd name="T39" fmla="*/ 184 h 571"/>
                    <a:gd name="T40" fmla="*/ 396 w 499"/>
                    <a:gd name="T41" fmla="*/ 246 h 571"/>
                    <a:gd name="T42" fmla="*/ 440 w 499"/>
                    <a:gd name="T43" fmla="*/ 165 h 571"/>
                    <a:gd name="T44" fmla="*/ 195 w 499"/>
                    <a:gd name="T45" fmla="*/ 212 h 571"/>
                    <a:gd name="T46" fmla="*/ 245 w 499"/>
                    <a:gd name="T47" fmla="*/ 236 h 571"/>
                    <a:gd name="T48" fmla="*/ 247 w 499"/>
                    <a:gd name="T49" fmla="*/ 370 h 571"/>
                    <a:gd name="T50" fmla="*/ 241 w 499"/>
                    <a:gd name="T51" fmla="*/ 394 h 571"/>
                    <a:gd name="T52" fmla="*/ 209 w 499"/>
                    <a:gd name="T53" fmla="*/ 446 h 571"/>
                    <a:gd name="T54" fmla="*/ 247 w 499"/>
                    <a:gd name="T55" fmla="*/ 338 h 571"/>
                    <a:gd name="T56" fmla="*/ 343 w 499"/>
                    <a:gd name="T57" fmla="*/ 340 h 571"/>
                    <a:gd name="T58" fmla="*/ 277 w 499"/>
                    <a:gd name="T59" fmla="*/ 428 h 571"/>
                    <a:gd name="T60" fmla="*/ 305 w 499"/>
                    <a:gd name="T61" fmla="*/ 378 h 571"/>
                    <a:gd name="T62" fmla="*/ 273 w 499"/>
                    <a:gd name="T63" fmla="*/ 324 h 5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499" h="571">
                      <a:moveTo>
                        <a:pt x="440" y="165"/>
                      </a:moveTo>
                      <a:cubicBezTo>
                        <a:pt x="381" y="138"/>
                        <a:pt x="296" y="139"/>
                        <a:pt x="296" y="139"/>
                      </a:cubicBezTo>
                      <a:cubicBezTo>
                        <a:pt x="296" y="139"/>
                        <a:pt x="298" y="110"/>
                        <a:pt x="303" y="105"/>
                      </a:cubicBezTo>
                      <a:cubicBezTo>
                        <a:pt x="308" y="100"/>
                        <a:pt x="312" y="102"/>
                        <a:pt x="327" y="99"/>
                      </a:cubicBezTo>
                      <a:cubicBezTo>
                        <a:pt x="342" y="96"/>
                        <a:pt x="346" y="83"/>
                        <a:pt x="346" y="83"/>
                      </a:cubicBezTo>
                      <a:cubicBezTo>
                        <a:pt x="352" y="68"/>
                        <a:pt x="292" y="41"/>
                        <a:pt x="292" y="41"/>
                      </a:cubicBezTo>
                      <a:cubicBezTo>
                        <a:pt x="222" y="42"/>
                        <a:pt x="184" y="0"/>
                        <a:pt x="184" y="0"/>
                      </a:cubicBezTo>
                      <a:cubicBezTo>
                        <a:pt x="168" y="82"/>
                        <a:pt x="255" y="94"/>
                        <a:pt x="265" y="100"/>
                      </a:cubicBezTo>
                      <a:cubicBezTo>
                        <a:pt x="275" y="106"/>
                        <a:pt x="262" y="138"/>
                        <a:pt x="255" y="146"/>
                      </a:cubicBezTo>
                      <a:cubicBezTo>
                        <a:pt x="248" y="154"/>
                        <a:pt x="211" y="155"/>
                        <a:pt x="160" y="185"/>
                      </a:cubicBezTo>
                      <a:cubicBezTo>
                        <a:pt x="109" y="215"/>
                        <a:pt x="152" y="168"/>
                        <a:pt x="152" y="168"/>
                      </a:cubicBezTo>
                      <a:cubicBezTo>
                        <a:pt x="196" y="142"/>
                        <a:pt x="157" y="142"/>
                        <a:pt x="157" y="142"/>
                      </a:cubicBezTo>
                      <a:cubicBezTo>
                        <a:pt x="97" y="155"/>
                        <a:pt x="40" y="210"/>
                        <a:pt x="20" y="238"/>
                      </a:cubicBezTo>
                      <a:cubicBezTo>
                        <a:pt x="0" y="266"/>
                        <a:pt x="10" y="272"/>
                        <a:pt x="10" y="272"/>
                      </a:cubicBezTo>
                      <a:cubicBezTo>
                        <a:pt x="23" y="289"/>
                        <a:pt x="45" y="301"/>
                        <a:pt x="45" y="301"/>
                      </a:cubicBezTo>
                      <a:cubicBezTo>
                        <a:pt x="46" y="291"/>
                        <a:pt x="169" y="224"/>
                        <a:pt x="169" y="224"/>
                      </a:cubicBezTo>
                      <a:cubicBezTo>
                        <a:pt x="169" y="257"/>
                        <a:pt x="198" y="295"/>
                        <a:pt x="206" y="296"/>
                      </a:cubicBezTo>
                      <a:cubicBezTo>
                        <a:pt x="214" y="297"/>
                        <a:pt x="245" y="270"/>
                        <a:pt x="245" y="270"/>
                      </a:cubicBezTo>
                      <a:cubicBezTo>
                        <a:pt x="245" y="307"/>
                        <a:pt x="245" y="307"/>
                        <a:pt x="245" y="307"/>
                      </a:cubicBezTo>
                      <a:cubicBezTo>
                        <a:pt x="232" y="334"/>
                        <a:pt x="160" y="355"/>
                        <a:pt x="160" y="355"/>
                      </a:cubicBezTo>
                      <a:cubicBezTo>
                        <a:pt x="156" y="351"/>
                        <a:pt x="165" y="335"/>
                        <a:pt x="165" y="335"/>
                      </a:cubicBezTo>
                      <a:cubicBezTo>
                        <a:pt x="176" y="318"/>
                        <a:pt x="161" y="319"/>
                        <a:pt x="161" y="319"/>
                      </a:cubicBezTo>
                      <a:cubicBezTo>
                        <a:pt x="132" y="349"/>
                        <a:pt x="138" y="374"/>
                        <a:pt x="138" y="374"/>
                      </a:cubicBezTo>
                      <a:cubicBezTo>
                        <a:pt x="138" y="374"/>
                        <a:pt x="183" y="440"/>
                        <a:pt x="186" y="452"/>
                      </a:cubicBezTo>
                      <a:cubicBezTo>
                        <a:pt x="189" y="464"/>
                        <a:pt x="195" y="483"/>
                        <a:pt x="209" y="483"/>
                      </a:cubicBezTo>
                      <a:cubicBezTo>
                        <a:pt x="223" y="483"/>
                        <a:pt x="221" y="471"/>
                        <a:pt x="221" y="471"/>
                      </a:cubicBezTo>
                      <a:cubicBezTo>
                        <a:pt x="247" y="471"/>
                        <a:pt x="247" y="471"/>
                        <a:pt x="247" y="471"/>
                      </a:cubicBezTo>
                      <a:cubicBezTo>
                        <a:pt x="253" y="484"/>
                        <a:pt x="291" y="533"/>
                        <a:pt x="343" y="552"/>
                      </a:cubicBezTo>
                      <a:cubicBezTo>
                        <a:pt x="395" y="571"/>
                        <a:pt x="399" y="506"/>
                        <a:pt x="372" y="505"/>
                      </a:cubicBezTo>
                      <a:cubicBezTo>
                        <a:pt x="345" y="504"/>
                        <a:pt x="310" y="487"/>
                        <a:pt x="296" y="473"/>
                      </a:cubicBezTo>
                      <a:cubicBezTo>
                        <a:pt x="282" y="459"/>
                        <a:pt x="305" y="453"/>
                        <a:pt x="308" y="456"/>
                      </a:cubicBezTo>
                      <a:cubicBezTo>
                        <a:pt x="311" y="459"/>
                        <a:pt x="317" y="465"/>
                        <a:pt x="342" y="458"/>
                      </a:cubicBezTo>
                      <a:cubicBezTo>
                        <a:pt x="367" y="451"/>
                        <a:pt x="407" y="341"/>
                        <a:pt x="407" y="341"/>
                      </a:cubicBezTo>
                      <a:cubicBezTo>
                        <a:pt x="376" y="276"/>
                        <a:pt x="273" y="298"/>
                        <a:pt x="273" y="298"/>
                      </a:cubicBezTo>
                      <a:cubicBezTo>
                        <a:pt x="273" y="298"/>
                        <a:pt x="271" y="245"/>
                        <a:pt x="271" y="240"/>
                      </a:cubicBezTo>
                      <a:cubicBezTo>
                        <a:pt x="271" y="235"/>
                        <a:pt x="288" y="221"/>
                        <a:pt x="308" y="248"/>
                      </a:cubicBezTo>
                      <a:cubicBezTo>
                        <a:pt x="328" y="275"/>
                        <a:pt x="353" y="288"/>
                        <a:pt x="345" y="254"/>
                      </a:cubicBezTo>
                      <a:cubicBezTo>
                        <a:pt x="337" y="220"/>
                        <a:pt x="273" y="212"/>
                        <a:pt x="273" y="212"/>
                      </a:cubicBezTo>
                      <a:cubicBezTo>
                        <a:pt x="273" y="212"/>
                        <a:pt x="268" y="184"/>
                        <a:pt x="280" y="182"/>
                      </a:cubicBezTo>
                      <a:cubicBezTo>
                        <a:pt x="292" y="180"/>
                        <a:pt x="313" y="167"/>
                        <a:pt x="371" y="184"/>
                      </a:cubicBezTo>
                      <a:cubicBezTo>
                        <a:pt x="429" y="201"/>
                        <a:pt x="400" y="222"/>
                        <a:pt x="396" y="228"/>
                      </a:cubicBezTo>
                      <a:cubicBezTo>
                        <a:pt x="392" y="234"/>
                        <a:pt x="396" y="246"/>
                        <a:pt x="396" y="246"/>
                      </a:cubicBezTo>
                      <a:cubicBezTo>
                        <a:pt x="430" y="254"/>
                        <a:pt x="469" y="238"/>
                        <a:pt x="475" y="229"/>
                      </a:cubicBezTo>
                      <a:cubicBezTo>
                        <a:pt x="481" y="220"/>
                        <a:pt x="499" y="192"/>
                        <a:pt x="440" y="165"/>
                      </a:cubicBezTo>
                      <a:close/>
                      <a:moveTo>
                        <a:pt x="217" y="266"/>
                      </a:moveTo>
                      <a:cubicBezTo>
                        <a:pt x="217" y="266"/>
                        <a:pt x="195" y="270"/>
                        <a:pt x="195" y="212"/>
                      </a:cubicBezTo>
                      <a:cubicBezTo>
                        <a:pt x="195" y="212"/>
                        <a:pt x="233" y="196"/>
                        <a:pt x="245" y="196"/>
                      </a:cubicBezTo>
                      <a:cubicBezTo>
                        <a:pt x="245" y="236"/>
                        <a:pt x="245" y="236"/>
                        <a:pt x="245" y="236"/>
                      </a:cubicBezTo>
                      <a:lnTo>
                        <a:pt x="217" y="266"/>
                      </a:lnTo>
                      <a:close/>
                      <a:moveTo>
                        <a:pt x="247" y="370"/>
                      </a:moveTo>
                      <a:cubicBezTo>
                        <a:pt x="247" y="370"/>
                        <a:pt x="215" y="384"/>
                        <a:pt x="215" y="390"/>
                      </a:cubicBezTo>
                      <a:cubicBezTo>
                        <a:pt x="215" y="396"/>
                        <a:pt x="241" y="394"/>
                        <a:pt x="241" y="394"/>
                      </a:cubicBezTo>
                      <a:cubicBezTo>
                        <a:pt x="241" y="440"/>
                        <a:pt x="241" y="440"/>
                        <a:pt x="241" y="440"/>
                      </a:cubicBezTo>
                      <a:cubicBezTo>
                        <a:pt x="209" y="446"/>
                        <a:pt x="209" y="446"/>
                        <a:pt x="209" y="446"/>
                      </a:cubicBezTo>
                      <a:cubicBezTo>
                        <a:pt x="159" y="378"/>
                        <a:pt x="159" y="378"/>
                        <a:pt x="159" y="378"/>
                      </a:cubicBezTo>
                      <a:cubicBezTo>
                        <a:pt x="159" y="378"/>
                        <a:pt x="221" y="368"/>
                        <a:pt x="247" y="338"/>
                      </a:cubicBezTo>
                      <a:lnTo>
                        <a:pt x="247" y="370"/>
                      </a:lnTo>
                      <a:close/>
                      <a:moveTo>
                        <a:pt x="343" y="340"/>
                      </a:moveTo>
                      <a:cubicBezTo>
                        <a:pt x="355" y="370"/>
                        <a:pt x="315" y="418"/>
                        <a:pt x="315" y="418"/>
                      </a:cubicBezTo>
                      <a:cubicBezTo>
                        <a:pt x="277" y="428"/>
                        <a:pt x="277" y="428"/>
                        <a:pt x="277" y="428"/>
                      </a:cubicBezTo>
                      <a:cubicBezTo>
                        <a:pt x="279" y="396"/>
                        <a:pt x="279" y="396"/>
                        <a:pt x="279" y="396"/>
                      </a:cubicBezTo>
                      <a:cubicBezTo>
                        <a:pt x="279" y="396"/>
                        <a:pt x="305" y="396"/>
                        <a:pt x="305" y="378"/>
                      </a:cubicBezTo>
                      <a:cubicBezTo>
                        <a:pt x="305" y="360"/>
                        <a:pt x="277" y="366"/>
                        <a:pt x="277" y="366"/>
                      </a:cubicBezTo>
                      <a:cubicBezTo>
                        <a:pt x="273" y="324"/>
                        <a:pt x="273" y="324"/>
                        <a:pt x="273" y="324"/>
                      </a:cubicBezTo>
                      <a:cubicBezTo>
                        <a:pt x="273" y="324"/>
                        <a:pt x="331" y="310"/>
                        <a:pt x="343" y="34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6" name="任意多边形: 形状 15"/>
                <p:cNvSpPr/>
                <p:nvPr/>
              </p:nvSpPr>
              <p:spPr bwMode="auto">
                <a:xfrm>
                  <a:off x="6367463" y="1965326"/>
                  <a:ext cx="642938" cy="658813"/>
                </a:xfrm>
                <a:custGeom>
                  <a:avLst/>
                  <a:gdLst>
                    <a:gd name="T0" fmla="*/ 29 w 419"/>
                    <a:gd name="T1" fmla="*/ 28 h 427"/>
                    <a:gd name="T2" fmla="*/ 65 w 419"/>
                    <a:gd name="T3" fmla="*/ 34 h 427"/>
                    <a:gd name="T4" fmla="*/ 223 w 419"/>
                    <a:gd name="T5" fmla="*/ 2 h 427"/>
                    <a:gd name="T6" fmla="*/ 309 w 419"/>
                    <a:gd name="T7" fmla="*/ 4 h 427"/>
                    <a:gd name="T8" fmla="*/ 349 w 419"/>
                    <a:gd name="T9" fmla="*/ 42 h 427"/>
                    <a:gd name="T10" fmla="*/ 273 w 419"/>
                    <a:gd name="T11" fmla="*/ 108 h 427"/>
                    <a:gd name="T12" fmla="*/ 287 w 419"/>
                    <a:gd name="T13" fmla="*/ 152 h 427"/>
                    <a:gd name="T14" fmla="*/ 369 w 419"/>
                    <a:gd name="T15" fmla="*/ 148 h 427"/>
                    <a:gd name="T16" fmla="*/ 391 w 419"/>
                    <a:gd name="T17" fmla="*/ 208 h 427"/>
                    <a:gd name="T18" fmla="*/ 350 w 419"/>
                    <a:gd name="T19" fmla="*/ 197 h 427"/>
                    <a:gd name="T20" fmla="*/ 302 w 419"/>
                    <a:gd name="T21" fmla="*/ 205 h 427"/>
                    <a:gd name="T22" fmla="*/ 273 w 419"/>
                    <a:gd name="T23" fmla="*/ 349 h 427"/>
                    <a:gd name="T24" fmla="*/ 190 w 419"/>
                    <a:gd name="T25" fmla="*/ 355 h 427"/>
                    <a:gd name="T26" fmla="*/ 164 w 419"/>
                    <a:gd name="T27" fmla="*/ 253 h 427"/>
                    <a:gd name="T28" fmla="*/ 217 w 419"/>
                    <a:gd name="T29" fmla="*/ 312 h 427"/>
                    <a:gd name="T30" fmla="*/ 262 w 419"/>
                    <a:gd name="T31" fmla="*/ 203 h 427"/>
                    <a:gd name="T32" fmla="*/ 124 w 419"/>
                    <a:gd name="T33" fmla="*/ 240 h 427"/>
                    <a:gd name="T34" fmla="*/ 81 w 419"/>
                    <a:gd name="T35" fmla="*/ 189 h 427"/>
                    <a:gd name="T36" fmla="*/ 105 w 419"/>
                    <a:gd name="T37" fmla="*/ 176 h 427"/>
                    <a:gd name="T38" fmla="*/ 216 w 419"/>
                    <a:gd name="T39" fmla="*/ 164 h 427"/>
                    <a:gd name="T40" fmla="*/ 225 w 419"/>
                    <a:gd name="T41" fmla="*/ 132 h 427"/>
                    <a:gd name="T42" fmla="*/ 232 w 419"/>
                    <a:gd name="T43" fmla="*/ 95 h 427"/>
                    <a:gd name="T44" fmla="*/ 270 w 419"/>
                    <a:gd name="T45" fmla="*/ 48 h 427"/>
                    <a:gd name="T46" fmla="*/ 205 w 419"/>
                    <a:gd name="T47" fmla="*/ 48 h 427"/>
                    <a:gd name="T48" fmla="*/ 88 w 419"/>
                    <a:gd name="T49" fmla="*/ 88 h 427"/>
                    <a:gd name="T50" fmla="*/ 50 w 419"/>
                    <a:gd name="T51" fmla="*/ 88 h 427"/>
                    <a:gd name="T52" fmla="*/ 29 w 419"/>
                    <a:gd name="T53" fmla="*/ 28 h 4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19" h="427">
                      <a:moveTo>
                        <a:pt x="29" y="28"/>
                      </a:moveTo>
                      <a:cubicBezTo>
                        <a:pt x="29" y="28"/>
                        <a:pt x="35" y="42"/>
                        <a:pt x="65" y="34"/>
                      </a:cubicBezTo>
                      <a:cubicBezTo>
                        <a:pt x="95" y="26"/>
                        <a:pt x="197" y="4"/>
                        <a:pt x="223" y="2"/>
                      </a:cubicBezTo>
                      <a:cubicBezTo>
                        <a:pt x="249" y="0"/>
                        <a:pt x="295" y="6"/>
                        <a:pt x="309" y="4"/>
                      </a:cubicBezTo>
                      <a:cubicBezTo>
                        <a:pt x="323" y="2"/>
                        <a:pt x="349" y="26"/>
                        <a:pt x="349" y="42"/>
                      </a:cubicBezTo>
                      <a:cubicBezTo>
                        <a:pt x="349" y="58"/>
                        <a:pt x="273" y="108"/>
                        <a:pt x="273" y="108"/>
                      </a:cubicBezTo>
                      <a:cubicBezTo>
                        <a:pt x="273" y="108"/>
                        <a:pt x="259" y="122"/>
                        <a:pt x="287" y="152"/>
                      </a:cubicBezTo>
                      <a:cubicBezTo>
                        <a:pt x="369" y="148"/>
                        <a:pt x="369" y="148"/>
                        <a:pt x="369" y="148"/>
                      </a:cubicBezTo>
                      <a:cubicBezTo>
                        <a:pt x="369" y="148"/>
                        <a:pt x="419" y="176"/>
                        <a:pt x="391" y="208"/>
                      </a:cubicBezTo>
                      <a:cubicBezTo>
                        <a:pt x="391" y="208"/>
                        <a:pt x="364" y="197"/>
                        <a:pt x="350" y="197"/>
                      </a:cubicBezTo>
                      <a:cubicBezTo>
                        <a:pt x="337" y="197"/>
                        <a:pt x="302" y="205"/>
                        <a:pt x="302" y="205"/>
                      </a:cubicBezTo>
                      <a:cubicBezTo>
                        <a:pt x="302" y="205"/>
                        <a:pt x="294" y="304"/>
                        <a:pt x="273" y="349"/>
                      </a:cubicBezTo>
                      <a:cubicBezTo>
                        <a:pt x="252" y="395"/>
                        <a:pt x="278" y="427"/>
                        <a:pt x="190" y="355"/>
                      </a:cubicBezTo>
                      <a:cubicBezTo>
                        <a:pt x="190" y="355"/>
                        <a:pt x="161" y="309"/>
                        <a:pt x="164" y="253"/>
                      </a:cubicBezTo>
                      <a:cubicBezTo>
                        <a:pt x="164" y="253"/>
                        <a:pt x="174" y="315"/>
                        <a:pt x="217" y="312"/>
                      </a:cubicBezTo>
                      <a:cubicBezTo>
                        <a:pt x="260" y="309"/>
                        <a:pt x="262" y="203"/>
                        <a:pt x="262" y="203"/>
                      </a:cubicBezTo>
                      <a:cubicBezTo>
                        <a:pt x="262" y="203"/>
                        <a:pt x="137" y="227"/>
                        <a:pt x="124" y="240"/>
                      </a:cubicBezTo>
                      <a:cubicBezTo>
                        <a:pt x="124" y="240"/>
                        <a:pt x="92" y="245"/>
                        <a:pt x="81" y="189"/>
                      </a:cubicBezTo>
                      <a:cubicBezTo>
                        <a:pt x="81" y="189"/>
                        <a:pt x="100" y="147"/>
                        <a:pt x="105" y="176"/>
                      </a:cubicBezTo>
                      <a:cubicBezTo>
                        <a:pt x="105" y="176"/>
                        <a:pt x="106" y="196"/>
                        <a:pt x="216" y="164"/>
                      </a:cubicBezTo>
                      <a:cubicBezTo>
                        <a:pt x="216" y="164"/>
                        <a:pt x="269" y="167"/>
                        <a:pt x="225" y="132"/>
                      </a:cubicBezTo>
                      <a:cubicBezTo>
                        <a:pt x="200" y="111"/>
                        <a:pt x="230" y="100"/>
                        <a:pt x="232" y="95"/>
                      </a:cubicBezTo>
                      <a:cubicBezTo>
                        <a:pt x="233" y="89"/>
                        <a:pt x="272" y="55"/>
                        <a:pt x="270" y="48"/>
                      </a:cubicBezTo>
                      <a:cubicBezTo>
                        <a:pt x="269" y="41"/>
                        <a:pt x="225" y="41"/>
                        <a:pt x="205" y="48"/>
                      </a:cubicBezTo>
                      <a:cubicBezTo>
                        <a:pt x="185" y="55"/>
                        <a:pt x="93" y="79"/>
                        <a:pt x="88" y="88"/>
                      </a:cubicBezTo>
                      <a:cubicBezTo>
                        <a:pt x="82" y="97"/>
                        <a:pt x="66" y="96"/>
                        <a:pt x="50" y="88"/>
                      </a:cubicBezTo>
                      <a:cubicBezTo>
                        <a:pt x="34" y="80"/>
                        <a:pt x="0" y="60"/>
                        <a:pt x="29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7" name="任意多边形: 形状 16"/>
                <p:cNvSpPr/>
                <p:nvPr/>
              </p:nvSpPr>
              <p:spPr bwMode="auto">
                <a:xfrm>
                  <a:off x="7200901" y="1852613"/>
                  <a:ext cx="342900" cy="198438"/>
                </a:xfrm>
                <a:custGeom>
                  <a:avLst/>
                  <a:gdLst>
                    <a:gd name="T0" fmla="*/ 177 w 223"/>
                    <a:gd name="T1" fmla="*/ 42 h 128"/>
                    <a:gd name="T2" fmla="*/ 208 w 223"/>
                    <a:gd name="T3" fmla="*/ 42 h 128"/>
                    <a:gd name="T4" fmla="*/ 171 w 223"/>
                    <a:gd name="T5" fmla="*/ 112 h 128"/>
                    <a:gd name="T6" fmla="*/ 41 w 223"/>
                    <a:gd name="T7" fmla="*/ 128 h 128"/>
                    <a:gd name="T8" fmla="*/ 0 w 223"/>
                    <a:gd name="T9" fmla="*/ 104 h 128"/>
                    <a:gd name="T10" fmla="*/ 177 w 223"/>
                    <a:gd name="T11" fmla="*/ 42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3" h="128">
                      <a:moveTo>
                        <a:pt x="177" y="42"/>
                      </a:moveTo>
                      <a:cubicBezTo>
                        <a:pt x="177" y="42"/>
                        <a:pt x="193" y="0"/>
                        <a:pt x="208" y="42"/>
                      </a:cubicBezTo>
                      <a:cubicBezTo>
                        <a:pt x="223" y="84"/>
                        <a:pt x="195" y="105"/>
                        <a:pt x="171" y="112"/>
                      </a:cubicBezTo>
                      <a:cubicBezTo>
                        <a:pt x="146" y="118"/>
                        <a:pt x="69" y="128"/>
                        <a:pt x="41" y="128"/>
                      </a:cubicBezTo>
                      <a:cubicBezTo>
                        <a:pt x="13" y="127"/>
                        <a:pt x="4" y="113"/>
                        <a:pt x="0" y="104"/>
                      </a:cubicBezTo>
                      <a:cubicBezTo>
                        <a:pt x="0" y="104"/>
                        <a:pt x="141" y="89"/>
                        <a:pt x="177" y="4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 bwMode="auto">
                <a:xfrm>
                  <a:off x="7116763" y="1866901"/>
                  <a:ext cx="854075" cy="833438"/>
                </a:xfrm>
                <a:custGeom>
                  <a:avLst/>
                  <a:gdLst>
                    <a:gd name="T0" fmla="*/ 0 w 556"/>
                    <a:gd name="T1" fmla="*/ 224 h 541"/>
                    <a:gd name="T2" fmla="*/ 52 w 556"/>
                    <a:gd name="T3" fmla="*/ 231 h 541"/>
                    <a:gd name="T4" fmla="*/ 124 w 556"/>
                    <a:gd name="T5" fmla="*/ 208 h 541"/>
                    <a:gd name="T6" fmla="*/ 196 w 556"/>
                    <a:gd name="T7" fmla="*/ 181 h 541"/>
                    <a:gd name="T8" fmla="*/ 214 w 556"/>
                    <a:gd name="T9" fmla="*/ 132 h 541"/>
                    <a:gd name="T10" fmla="*/ 248 w 556"/>
                    <a:gd name="T11" fmla="*/ 152 h 541"/>
                    <a:gd name="T12" fmla="*/ 322 w 556"/>
                    <a:gd name="T13" fmla="*/ 206 h 541"/>
                    <a:gd name="T14" fmla="*/ 368 w 556"/>
                    <a:gd name="T15" fmla="*/ 235 h 541"/>
                    <a:gd name="T16" fmla="*/ 382 w 556"/>
                    <a:gd name="T17" fmla="*/ 241 h 541"/>
                    <a:gd name="T18" fmla="*/ 380 w 556"/>
                    <a:gd name="T19" fmla="*/ 179 h 541"/>
                    <a:gd name="T20" fmla="*/ 311 w 556"/>
                    <a:gd name="T21" fmla="*/ 124 h 541"/>
                    <a:gd name="T22" fmla="*/ 334 w 556"/>
                    <a:gd name="T23" fmla="*/ 110 h 541"/>
                    <a:gd name="T24" fmla="*/ 387 w 556"/>
                    <a:gd name="T25" fmla="*/ 136 h 541"/>
                    <a:gd name="T26" fmla="*/ 386 w 556"/>
                    <a:gd name="T27" fmla="*/ 46 h 541"/>
                    <a:gd name="T28" fmla="*/ 374 w 556"/>
                    <a:gd name="T29" fmla="*/ 0 h 541"/>
                    <a:gd name="T30" fmla="*/ 425 w 556"/>
                    <a:gd name="T31" fmla="*/ 37 h 541"/>
                    <a:gd name="T32" fmla="*/ 427 w 556"/>
                    <a:gd name="T33" fmla="*/ 109 h 541"/>
                    <a:gd name="T34" fmla="*/ 417 w 556"/>
                    <a:gd name="T35" fmla="*/ 241 h 541"/>
                    <a:gd name="T36" fmla="*/ 498 w 556"/>
                    <a:gd name="T37" fmla="*/ 231 h 541"/>
                    <a:gd name="T38" fmla="*/ 534 w 556"/>
                    <a:gd name="T39" fmla="*/ 275 h 541"/>
                    <a:gd name="T40" fmla="*/ 470 w 556"/>
                    <a:gd name="T41" fmla="*/ 285 h 541"/>
                    <a:gd name="T42" fmla="*/ 421 w 556"/>
                    <a:gd name="T43" fmla="*/ 305 h 541"/>
                    <a:gd name="T44" fmla="*/ 417 w 556"/>
                    <a:gd name="T45" fmla="*/ 536 h 541"/>
                    <a:gd name="T46" fmla="*/ 373 w 556"/>
                    <a:gd name="T47" fmla="*/ 503 h 541"/>
                    <a:gd name="T48" fmla="*/ 376 w 556"/>
                    <a:gd name="T49" fmla="*/ 320 h 541"/>
                    <a:gd name="T50" fmla="*/ 344 w 556"/>
                    <a:gd name="T51" fmla="*/ 332 h 541"/>
                    <a:gd name="T52" fmla="*/ 288 w 556"/>
                    <a:gd name="T53" fmla="*/ 331 h 541"/>
                    <a:gd name="T54" fmla="*/ 289 w 556"/>
                    <a:gd name="T55" fmla="*/ 285 h 541"/>
                    <a:gd name="T56" fmla="*/ 334 w 556"/>
                    <a:gd name="T57" fmla="*/ 273 h 541"/>
                    <a:gd name="T58" fmla="*/ 324 w 556"/>
                    <a:gd name="T59" fmla="*/ 243 h 541"/>
                    <a:gd name="T60" fmla="*/ 273 w 556"/>
                    <a:gd name="T61" fmla="*/ 207 h 541"/>
                    <a:gd name="T62" fmla="*/ 236 w 556"/>
                    <a:gd name="T63" fmla="*/ 229 h 541"/>
                    <a:gd name="T64" fmla="*/ 252 w 556"/>
                    <a:gd name="T65" fmla="*/ 232 h 541"/>
                    <a:gd name="T66" fmla="*/ 277 w 556"/>
                    <a:gd name="T67" fmla="*/ 237 h 541"/>
                    <a:gd name="T68" fmla="*/ 229 w 556"/>
                    <a:gd name="T69" fmla="*/ 300 h 541"/>
                    <a:gd name="T70" fmla="*/ 218 w 556"/>
                    <a:gd name="T71" fmla="*/ 392 h 541"/>
                    <a:gd name="T72" fmla="*/ 173 w 556"/>
                    <a:gd name="T73" fmla="*/ 405 h 541"/>
                    <a:gd name="T74" fmla="*/ 172 w 556"/>
                    <a:gd name="T75" fmla="*/ 357 h 541"/>
                    <a:gd name="T76" fmla="*/ 149 w 556"/>
                    <a:gd name="T77" fmla="*/ 349 h 541"/>
                    <a:gd name="T78" fmla="*/ 60 w 556"/>
                    <a:gd name="T79" fmla="*/ 375 h 541"/>
                    <a:gd name="T80" fmla="*/ 61 w 556"/>
                    <a:gd name="T81" fmla="*/ 331 h 541"/>
                    <a:gd name="T82" fmla="*/ 132 w 556"/>
                    <a:gd name="T83" fmla="*/ 256 h 541"/>
                    <a:gd name="T84" fmla="*/ 164 w 556"/>
                    <a:gd name="T85" fmla="*/ 256 h 541"/>
                    <a:gd name="T86" fmla="*/ 158 w 556"/>
                    <a:gd name="T87" fmla="*/ 285 h 541"/>
                    <a:gd name="T88" fmla="*/ 140 w 556"/>
                    <a:gd name="T89" fmla="*/ 297 h 541"/>
                    <a:gd name="T90" fmla="*/ 149 w 556"/>
                    <a:gd name="T91" fmla="*/ 303 h 541"/>
                    <a:gd name="T92" fmla="*/ 186 w 556"/>
                    <a:gd name="T93" fmla="*/ 271 h 541"/>
                    <a:gd name="T94" fmla="*/ 190 w 556"/>
                    <a:gd name="T95" fmla="*/ 243 h 541"/>
                    <a:gd name="T96" fmla="*/ 171 w 556"/>
                    <a:gd name="T97" fmla="*/ 223 h 541"/>
                    <a:gd name="T98" fmla="*/ 74 w 556"/>
                    <a:gd name="T99" fmla="*/ 250 h 541"/>
                    <a:gd name="T100" fmla="*/ 40 w 556"/>
                    <a:gd name="T101" fmla="*/ 271 h 541"/>
                    <a:gd name="T102" fmla="*/ 12 w 556"/>
                    <a:gd name="T103" fmla="*/ 265 h 541"/>
                    <a:gd name="T104" fmla="*/ 0 w 556"/>
                    <a:gd name="T105" fmla="*/ 224 h 5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556" h="541">
                      <a:moveTo>
                        <a:pt x="0" y="224"/>
                      </a:moveTo>
                      <a:cubicBezTo>
                        <a:pt x="0" y="224"/>
                        <a:pt x="31" y="236"/>
                        <a:pt x="52" y="231"/>
                      </a:cubicBezTo>
                      <a:cubicBezTo>
                        <a:pt x="72" y="225"/>
                        <a:pt x="106" y="212"/>
                        <a:pt x="124" y="208"/>
                      </a:cubicBezTo>
                      <a:cubicBezTo>
                        <a:pt x="142" y="204"/>
                        <a:pt x="182" y="202"/>
                        <a:pt x="196" y="181"/>
                      </a:cubicBezTo>
                      <a:cubicBezTo>
                        <a:pt x="211" y="159"/>
                        <a:pt x="214" y="132"/>
                        <a:pt x="214" y="132"/>
                      </a:cubicBezTo>
                      <a:cubicBezTo>
                        <a:pt x="214" y="132"/>
                        <a:pt x="234" y="133"/>
                        <a:pt x="248" y="152"/>
                      </a:cubicBezTo>
                      <a:cubicBezTo>
                        <a:pt x="262" y="171"/>
                        <a:pt x="315" y="205"/>
                        <a:pt x="322" y="206"/>
                      </a:cubicBezTo>
                      <a:cubicBezTo>
                        <a:pt x="330" y="207"/>
                        <a:pt x="364" y="227"/>
                        <a:pt x="368" y="235"/>
                      </a:cubicBezTo>
                      <a:cubicBezTo>
                        <a:pt x="372" y="244"/>
                        <a:pt x="382" y="241"/>
                        <a:pt x="382" y="241"/>
                      </a:cubicBezTo>
                      <a:cubicBezTo>
                        <a:pt x="380" y="179"/>
                        <a:pt x="380" y="179"/>
                        <a:pt x="380" y="179"/>
                      </a:cubicBezTo>
                      <a:cubicBezTo>
                        <a:pt x="380" y="179"/>
                        <a:pt x="316" y="137"/>
                        <a:pt x="311" y="124"/>
                      </a:cubicBezTo>
                      <a:cubicBezTo>
                        <a:pt x="306" y="111"/>
                        <a:pt x="318" y="105"/>
                        <a:pt x="334" y="110"/>
                      </a:cubicBezTo>
                      <a:cubicBezTo>
                        <a:pt x="349" y="115"/>
                        <a:pt x="380" y="138"/>
                        <a:pt x="387" y="136"/>
                      </a:cubicBezTo>
                      <a:cubicBezTo>
                        <a:pt x="394" y="134"/>
                        <a:pt x="391" y="61"/>
                        <a:pt x="386" y="46"/>
                      </a:cubicBezTo>
                      <a:cubicBezTo>
                        <a:pt x="382" y="31"/>
                        <a:pt x="374" y="0"/>
                        <a:pt x="374" y="0"/>
                      </a:cubicBezTo>
                      <a:cubicBezTo>
                        <a:pt x="374" y="0"/>
                        <a:pt x="411" y="15"/>
                        <a:pt x="425" y="37"/>
                      </a:cubicBezTo>
                      <a:cubicBezTo>
                        <a:pt x="439" y="59"/>
                        <a:pt x="430" y="99"/>
                        <a:pt x="427" y="109"/>
                      </a:cubicBezTo>
                      <a:cubicBezTo>
                        <a:pt x="424" y="118"/>
                        <a:pt x="414" y="221"/>
                        <a:pt x="417" y="241"/>
                      </a:cubicBezTo>
                      <a:cubicBezTo>
                        <a:pt x="417" y="241"/>
                        <a:pt x="474" y="227"/>
                        <a:pt x="498" y="231"/>
                      </a:cubicBezTo>
                      <a:cubicBezTo>
                        <a:pt x="523" y="234"/>
                        <a:pt x="556" y="267"/>
                        <a:pt x="534" y="275"/>
                      </a:cubicBezTo>
                      <a:cubicBezTo>
                        <a:pt x="512" y="284"/>
                        <a:pt x="484" y="283"/>
                        <a:pt x="470" y="285"/>
                      </a:cubicBezTo>
                      <a:cubicBezTo>
                        <a:pt x="452" y="288"/>
                        <a:pt x="434" y="285"/>
                        <a:pt x="421" y="305"/>
                      </a:cubicBezTo>
                      <a:cubicBezTo>
                        <a:pt x="417" y="536"/>
                        <a:pt x="417" y="536"/>
                        <a:pt x="417" y="536"/>
                      </a:cubicBezTo>
                      <a:cubicBezTo>
                        <a:pt x="417" y="536"/>
                        <a:pt x="386" y="541"/>
                        <a:pt x="373" y="503"/>
                      </a:cubicBezTo>
                      <a:cubicBezTo>
                        <a:pt x="376" y="320"/>
                        <a:pt x="376" y="320"/>
                        <a:pt x="376" y="320"/>
                      </a:cubicBezTo>
                      <a:cubicBezTo>
                        <a:pt x="376" y="320"/>
                        <a:pt x="350" y="323"/>
                        <a:pt x="344" y="332"/>
                      </a:cubicBezTo>
                      <a:cubicBezTo>
                        <a:pt x="337" y="341"/>
                        <a:pt x="301" y="344"/>
                        <a:pt x="288" y="331"/>
                      </a:cubicBezTo>
                      <a:cubicBezTo>
                        <a:pt x="274" y="317"/>
                        <a:pt x="238" y="277"/>
                        <a:pt x="289" y="285"/>
                      </a:cubicBezTo>
                      <a:cubicBezTo>
                        <a:pt x="289" y="285"/>
                        <a:pt x="317" y="287"/>
                        <a:pt x="334" y="273"/>
                      </a:cubicBezTo>
                      <a:cubicBezTo>
                        <a:pt x="352" y="260"/>
                        <a:pt x="340" y="251"/>
                        <a:pt x="324" y="243"/>
                      </a:cubicBezTo>
                      <a:cubicBezTo>
                        <a:pt x="308" y="235"/>
                        <a:pt x="280" y="209"/>
                        <a:pt x="273" y="207"/>
                      </a:cubicBezTo>
                      <a:cubicBezTo>
                        <a:pt x="266" y="204"/>
                        <a:pt x="244" y="188"/>
                        <a:pt x="236" y="229"/>
                      </a:cubicBezTo>
                      <a:cubicBezTo>
                        <a:pt x="236" y="229"/>
                        <a:pt x="242" y="240"/>
                        <a:pt x="252" y="232"/>
                      </a:cubicBezTo>
                      <a:cubicBezTo>
                        <a:pt x="252" y="232"/>
                        <a:pt x="277" y="213"/>
                        <a:pt x="277" y="237"/>
                      </a:cubicBezTo>
                      <a:cubicBezTo>
                        <a:pt x="277" y="261"/>
                        <a:pt x="233" y="299"/>
                        <a:pt x="229" y="300"/>
                      </a:cubicBezTo>
                      <a:cubicBezTo>
                        <a:pt x="225" y="301"/>
                        <a:pt x="218" y="392"/>
                        <a:pt x="218" y="392"/>
                      </a:cubicBezTo>
                      <a:cubicBezTo>
                        <a:pt x="218" y="392"/>
                        <a:pt x="210" y="479"/>
                        <a:pt x="173" y="405"/>
                      </a:cubicBezTo>
                      <a:cubicBezTo>
                        <a:pt x="172" y="357"/>
                        <a:pt x="172" y="357"/>
                        <a:pt x="172" y="357"/>
                      </a:cubicBezTo>
                      <a:cubicBezTo>
                        <a:pt x="172" y="357"/>
                        <a:pt x="178" y="329"/>
                        <a:pt x="149" y="349"/>
                      </a:cubicBezTo>
                      <a:cubicBezTo>
                        <a:pt x="120" y="369"/>
                        <a:pt x="88" y="400"/>
                        <a:pt x="60" y="375"/>
                      </a:cubicBezTo>
                      <a:cubicBezTo>
                        <a:pt x="32" y="349"/>
                        <a:pt x="54" y="339"/>
                        <a:pt x="61" y="331"/>
                      </a:cubicBezTo>
                      <a:cubicBezTo>
                        <a:pt x="68" y="323"/>
                        <a:pt x="132" y="256"/>
                        <a:pt x="132" y="256"/>
                      </a:cubicBezTo>
                      <a:cubicBezTo>
                        <a:pt x="132" y="256"/>
                        <a:pt x="148" y="243"/>
                        <a:pt x="164" y="256"/>
                      </a:cubicBezTo>
                      <a:cubicBezTo>
                        <a:pt x="180" y="269"/>
                        <a:pt x="162" y="285"/>
                        <a:pt x="158" y="285"/>
                      </a:cubicBezTo>
                      <a:cubicBezTo>
                        <a:pt x="154" y="285"/>
                        <a:pt x="140" y="297"/>
                        <a:pt x="140" y="297"/>
                      </a:cubicBezTo>
                      <a:cubicBezTo>
                        <a:pt x="140" y="297"/>
                        <a:pt x="127" y="315"/>
                        <a:pt x="149" y="303"/>
                      </a:cubicBezTo>
                      <a:cubicBezTo>
                        <a:pt x="171" y="290"/>
                        <a:pt x="186" y="271"/>
                        <a:pt x="186" y="271"/>
                      </a:cubicBezTo>
                      <a:cubicBezTo>
                        <a:pt x="186" y="271"/>
                        <a:pt x="191" y="251"/>
                        <a:pt x="190" y="243"/>
                      </a:cubicBezTo>
                      <a:cubicBezTo>
                        <a:pt x="190" y="236"/>
                        <a:pt x="194" y="215"/>
                        <a:pt x="171" y="223"/>
                      </a:cubicBezTo>
                      <a:cubicBezTo>
                        <a:pt x="148" y="232"/>
                        <a:pt x="102" y="230"/>
                        <a:pt x="74" y="250"/>
                      </a:cubicBezTo>
                      <a:cubicBezTo>
                        <a:pt x="46" y="270"/>
                        <a:pt x="44" y="267"/>
                        <a:pt x="40" y="271"/>
                      </a:cubicBezTo>
                      <a:cubicBezTo>
                        <a:pt x="37" y="276"/>
                        <a:pt x="19" y="277"/>
                        <a:pt x="12" y="265"/>
                      </a:cubicBezTo>
                      <a:cubicBezTo>
                        <a:pt x="4" y="253"/>
                        <a:pt x="0" y="224"/>
                        <a:pt x="0" y="22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 bwMode="auto">
                <a:xfrm>
                  <a:off x="8037513" y="1895476"/>
                  <a:ext cx="500063" cy="747713"/>
                </a:xfrm>
                <a:custGeom>
                  <a:avLst/>
                  <a:gdLst>
                    <a:gd name="T0" fmla="*/ 0 w 326"/>
                    <a:gd name="T1" fmla="*/ 144 h 486"/>
                    <a:gd name="T2" fmla="*/ 90 w 326"/>
                    <a:gd name="T3" fmla="*/ 142 h 486"/>
                    <a:gd name="T4" fmla="*/ 160 w 326"/>
                    <a:gd name="T5" fmla="*/ 122 h 486"/>
                    <a:gd name="T6" fmla="*/ 214 w 326"/>
                    <a:gd name="T7" fmla="*/ 80 h 486"/>
                    <a:gd name="T8" fmla="*/ 288 w 326"/>
                    <a:gd name="T9" fmla="*/ 0 h 486"/>
                    <a:gd name="T10" fmla="*/ 294 w 326"/>
                    <a:gd name="T11" fmla="*/ 30 h 486"/>
                    <a:gd name="T12" fmla="*/ 258 w 326"/>
                    <a:gd name="T13" fmla="*/ 84 h 486"/>
                    <a:gd name="T14" fmla="*/ 282 w 326"/>
                    <a:gd name="T15" fmla="*/ 92 h 486"/>
                    <a:gd name="T16" fmla="*/ 236 w 326"/>
                    <a:gd name="T17" fmla="*/ 130 h 486"/>
                    <a:gd name="T18" fmla="*/ 224 w 326"/>
                    <a:gd name="T19" fmla="*/ 178 h 486"/>
                    <a:gd name="T20" fmla="*/ 258 w 326"/>
                    <a:gd name="T21" fmla="*/ 188 h 486"/>
                    <a:gd name="T22" fmla="*/ 264 w 326"/>
                    <a:gd name="T23" fmla="*/ 218 h 486"/>
                    <a:gd name="T24" fmla="*/ 212 w 326"/>
                    <a:gd name="T25" fmla="*/ 270 h 486"/>
                    <a:gd name="T26" fmla="*/ 202 w 326"/>
                    <a:gd name="T27" fmla="*/ 468 h 486"/>
                    <a:gd name="T28" fmla="*/ 162 w 326"/>
                    <a:gd name="T29" fmla="*/ 470 h 486"/>
                    <a:gd name="T30" fmla="*/ 108 w 326"/>
                    <a:gd name="T31" fmla="*/ 386 h 486"/>
                    <a:gd name="T32" fmla="*/ 72 w 326"/>
                    <a:gd name="T33" fmla="*/ 326 h 486"/>
                    <a:gd name="T34" fmla="*/ 177 w 326"/>
                    <a:gd name="T35" fmla="*/ 219 h 486"/>
                    <a:gd name="T36" fmla="*/ 194 w 326"/>
                    <a:gd name="T37" fmla="*/ 145 h 486"/>
                    <a:gd name="T38" fmla="*/ 118 w 326"/>
                    <a:gd name="T39" fmla="*/ 159 h 486"/>
                    <a:gd name="T40" fmla="*/ 0 w 326"/>
                    <a:gd name="T41" fmla="*/ 144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26" h="486">
                      <a:moveTo>
                        <a:pt x="0" y="144"/>
                      </a:moveTo>
                      <a:cubicBezTo>
                        <a:pt x="0" y="144"/>
                        <a:pt x="60" y="152"/>
                        <a:pt x="90" y="142"/>
                      </a:cubicBezTo>
                      <a:cubicBezTo>
                        <a:pt x="120" y="132"/>
                        <a:pt x="136" y="124"/>
                        <a:pt x="160" y="122"/>
                      </a:cubicBezTo>
                      <a:cubicBezTo>
                        <a:pt x="184" y="120"/>
                        <a:pt x="196" y="114"/>
                        <a:pt x="214" y="80"/>
                      </a:cubicBezTo>
                      <a:cubicBezTo>
                        <a:pt x="232" y="46"/>
                        <a:pt x="250" y="0"/>
                        <a:pt x="288" y="0"/>
                      </a:cubicBezTo>
                      <a:cubicBezTo>
                        <a:pt x="326" y="0"/>
                        <a:pt x="314" y="26"/>
                        <a:pt x="294" y="30"/>
                      </a:cubicBezTo>
                      <a:cubicBezTo>
                        <a:pt x="274" y="34"/>
                        <a:pt x="256" y="68"/>
                        <a:pt x="258" y="84"/>
                      </a:cubicBezTo>
                      <a:cubicBezTo>
                        <a:pt x="260" y="100"/>
                        <a:pt x="288" y="86"/>
                        <a:pt x="282" y="92"/>
                      </a:cubicBezTo>
                      <a:cubicBezTo>
                        <a:pt x="276" y="98"/>
                        <a:pt x="252" y="118"/>
                        <a:pt x="236" y="130"/>
                      </a:cubicBezTo>
                      <a:cubicBezTo>
                        <a:pt x="220" y="142"/>
                        <a:pt x="224" y="178"/>
                        <a:pt x="224" y="178"/>
                      </a:cubicBezTo>
                      <a:cubicBezTo>
                        <a:pt x="224" y="178"/>
                        <a:pt x="256" y="174"/>
                        <a:pt x="258" y="188"/>
                      </a:cubicBezTo>
                      <a:cubicBezTo>
                        <a:pt x="260" y="202"/>
                        <a:pt x="264" y="218"/>
                        <a:pt x="264" y="218"/>
                      </a:cubicBezTo>
                      <a:cubicBezTo>
                        <a:pt x="264" y="218"/>
                        <a:pt x="218" y="246"/>
                        <a:pt x="212" y="270"/>
                      </a:cubicBezTo>
                      <a:cubicBezTo>
                        <a:pt x="206" y="294"/>
                        <a:pt x="202" y="468"/>
                        <a:pt x="202" y="468"/>
                      </a:cubicBezTo>
                      <a:cubicBezTo>
                        <a:pt x="202" y="468"/>
                        <a:pt x="184" y="486"/>
                        <a:pt x="162" y="470"/>
                      </a:cubicBezTo>
                      <a:cubicBezTo>
                        <a:pt x="140" y="454"/>
                        <a:pt x="108" y="386"/>
                        <a:pt x="108" y="386"/>
                      </a:cubicBezTo>
                      <a:cubicBezTo>
                        <a:pt x="108" y="386"/>
                        <a:pt x="36" y="377"/>
                        <a:pt x="72" y="326"/>
                      </a:cubicBezTo>
                      <a:cubicBezTo>
                        <a:pt x="72" y="326"/>
                        <a:pt x="170" y="227"/>
                        <a:pt x="177" y="219"/>
                      </a:cubicBezTo>
                      <a:cubicBezTo>
                        <a:pt x="183" y="211"/>
                        <a:pt x="194" y="151"/>
                        <a:pt x="194" y="145"/>
                      </a:cubicBezTo>
                      <a:cubicBezTo>
                        <a:pt x="194" y="145"/>
                        <a:pt x="151" y="139"/>
                        <a:pt x="118" y="159"/>
                      </a:cubicBezTo>
                      <a:cubicBezTo>
                        <a:pt x="85" y="179"/>
                        <a:pt x="35" y="177"/>
                        <a:pt x="0" y="1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0" name="任意多边形: 形状 19"/>
                <p:cNvSpPr/>
                <p:nvPr/>
              </p:nvSpPr>
              <p:spPr bwMode="auto">
                <a:xfrm>
                  <a:off x="8229601" y="2335213"/>
                  <a:ext cx="82550" cy="207963"/>
                </a:xfrm>
                <a:custGeom>
                  <a:avLst/>
                  <a:gdLst>
                    <a:gd name="T0" fmla="*/ 53 w 54"/>
                    <a:gd name="T1" fmla="*/ 0 h 135"/>
                    <a:gd name="T2" fmla="*/ 49 w 54"/>
                    <a:gd name="T3" fmla="*/ 123 h 135"/>
                    <a:gd name="T4" fmla="*/ 21 w 54"/>
                    <a:gd name="T5" fmla="*/ 120 h 135"/>
                    <a:gd name="T6" fmla="*/ 0 w 54"/>
                    <a:gd name="T7" fmla="*/ 85 h 135"/>
                    <a:gd name="T8" fmla="*/ 53 w 54"/>
                    <a:gd name="T9" fmla="*/ 0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" h="135">
                      <a:moveTo>
                        <a:pt x="53" y="0"/>
                      </a:moveTo>
                      <a:cubicBezTo>
                        <a:pt x="53" y="0"/>
                        <a:pt x="54" y="111"/>
                        <a:pt x="49" y="123"/>
                      </a:cubicBezTo>
                      <a:cubicBezTo>
                        <a:pt x="44" y="135"/>
                        <a:pt x="32" y="135"/>
                        <a:pt x="21" y="120"/>
                      </a:cubicBezTo>
                      <a:cubicBezTo>
                        <a:pt x="10" y="105"/>
                        <a:pt x="0" y="89"/>
                        <a:pt x="0" y="85"/>
                      </a:cubicBezTo>
                      <a:cubicBezTo>
                        <a:pt x="0" y="81"/>
                        <a:pt x="36" y="4"/>
                        <a:pt x="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1" name="任意多边形: 形状 20"/>
                <p:cNvSpPr>
                  <a:spLocks noEditPoints="1"/>
                </p:cNvSpPr>
                <p:nvPr/>
              </p:nvSpPr>
              <p:spPr bwMode="auto">
                <a:xfrm>
                  <a:off x="8435976" y="1885951"/>
                  <a:ext cx="563563" cy="654050"/>
                </a:xfrm>
                <a:custGeom>
                  <a:avLst/>
                  <a:gdLst>
                    <a:gd name="T0" fmla="*/ 291 w 367"/>
                    <a:gd name="T1" fmla="*/ 336 h 425"/>
                    <a:gd name="T2" fmla="*/ 208 w 367"/>
                    <a:gd name="T3" fmla="*/ 303 h 425"/>
                    <a:gd name="T4" fmla="*/ 214 w 367"/>
                    <a:gd name="T5" fmla="*/ 229 h 425"/>
                    <a:gd name="T6" fmla="*/ 155 w 367"/>
                    <a:gd name="T7" fmla="*/ 180 h 425"/>
                    <a:gd name="T8" fmla="*/ 180 w 367"/>
                    <a:gd name="T9" fmla="*/ 141 h 425"/>
                    <a:gd name="T10" fmla="*/ 240 w 367"/>
                    <a:gd name="T11" fmla="*/ 100 h 425"/>
                    <a:gd name="T12" fmla="*/ 174 w 367"/>
                    <a:gd name="T13" fmla="*/ 69 h 425"/>
                    <a:gd name="T14" fmla="*/ 180 w 367"/>
                    <a:gd name="T15" fmla="*/ 37 h 425"/>
                    <a:gd name="T16" fmla="*/ 134 w 367"/>
                    <a:gd name="T17" fmla="*/ 0 h 425"/>
                    <a:gd name="T18" fmla="*/ 124 w 367"/>
                    <a:gd name="T19" fmla="*/ 91 h 425"/>
                    <a:gd name="T20" fmla="*/ 50 w 367"/>
                    <a:gd name="T21" fmla="*/ 135 h 425"/>
                    <a:gd name="T22" fmla="*/ 38 w 367"/>
                    <a:gd name="T23" fmla="*/ 164 h 425"/>
                    <a:gd name="T24" fmla="*/ 88 w 367"/>
                    <a:gd name="T25" fmla="*/ 172 h 425"/>
                    <a:gd name="T26" fmla="*/ 106 w 367"/>
                    <a:gd name="T27" fmla="*/ 183 h 425"/>
                    <a:gd name="T28" fmla="*/ 92 w 367"/>
                    <a:gd name="T29" fmla="*/ 212 h 425"/>
                    <a:gd name="T30" fmla="*/ 72 w 367"/>
                    <a:gd name="T31" fmla="*/ 223 h 425"/>
                    <a:gd name="T32" fmla="*/ 27 w 367"/>
                    <a:gd name="T33" fmla="*/ 189 h 425"/>
                    <a:gd name="T34" fmla="*/ 24 w 367"/>
                    <a:gd name="T35" fmla="*/ 233 h 425"/>
                    <a:gd name="T36" fmla="*/ 18 w 367"/>
                    <a:gd name="T37" fmla="*/ 256 h 425"/>
                    <a:gd name="T38" fmla="*/ 36 w 367"/>
                    <a:gd name="T39" fmla="*/ 245 h 425"/>
                    <a:gd name="T40" fmla="*/ 111 w 367"/>
                    <a:gd name="T41" fmla="*/ 293 h 425"/>
                    <a:gd name="T42" fmla="*/ 110 w 367"/>
                    <a:gd name="T43" fmla="*/ 336 h 425"/>
                    <a:gd name="T44" fmla="*/ 39 w 367"/>
                    <a:gd name="T45" fmla="*/ 339 h 425"/>
                    <a:gd name="T46" fmla="*/ 0 w 367"/>
                    <a:gd name="T47" fmla="*/ 315 h 425"/>
                    <a:gd name="T48" fmla="*/ 118 w 367"/>
                    <a:gd name="T49" fmla="*/ 395 h 425"/>
                    <a:gd name="T50" fmla="*/ 203 w 367"/>
                    <a:gd name="T51" fmla="*/ 352 h 425"/>
                    <a:gd name="T52" fmla="*/ 311 w 367"/>
                    <a:gd name="T53" fmla="*/ 403 h 425"/>
                    <a:gd name="T54" fmla="*/ 347 w 367"/>
                    <a:gd name="T55" fmla="*/ 404 h 425"/>
                    <a:gd name="T56" fmla="*/ 291 w 367"/>
                    <a:gd name="T57" fmla="*/ 336 h 425"/>
                    <a:gd name="T58" fmla="*/ 150 w 367"/>
                    <a:gd name="T59" fmla="*/ 272 h 425"/>
                    <a:gd name="T60" fmla="*/ 131 w 367"/>
                    <a:gd name="T61" fmla="*/ 248 h 425"/>
                    <a:gd name="T62" fmla="*/ 172 w 367"/>
                    <a:gd name="T63" fmla="*/ 251 h 425"/>
                    <a:gd name="T64" fmla="*/ 150 w 367"/>
                    <a:gd name="T65" fmla="*/ 272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67" h="425">
                      <a:moveTo>
                        <a:pt x="291" y="336"/>
                      </a:moveTo>
                      <a:cubicBezTo>
                        <a:pt x="252" y="312"/>
                        <a:pt x="206" y="311"/>
                        <a:pt x="208" y="303"/>
                      </a:cubicBezTo>
                      <a:cubicBezTo>
                        <a:pt x="211" y="295"/>
                        <a:pt x="223" y="259"/>
                        <a:pt x="214" y="229"/>
                      </a:cubicBezTo>
                      <a:cubicBezTo>
                        <a:pt x="204" y="200"/>
                        <a:pt x="155" y="180"/>
                        <a:pt x="155" y="180"/>
                      </a:cubicBezTo>
                      <a:cubicBezTo>
                        <a:pt x="155" y="180"/>
                        <a:pt x="158" y="155"/>
                        <a:pt x="180" y="141"/>
                      </a:cubicBezTo>
                      <a:cubicBezTo>
                        <a:pt x="203" y="128"/>
                        <a:pt x="242" y="123"/>
                        <a:pt x="240" y="100"/>
                      </a:cubicBezTo>
                      <a:cubicBezTo>
                        <a:pt x="239" y="77"/>
                        <a:pt x="175" y="73"/>
                        <a:pt x="174" y="69"/>
                      </a:cubicBezTo>
                      <a:cubicBezTo>
                        <a:pt x="172" y="65"/>
                        <a:pt x="179" y="60"/>
                        <a:pt x="180" y="37"/>
                      </a:cubicBezTo>
                      <a:cubicBezTo>
                        <a:pt x="182" y="15"/>
                        <a:pt x="134" y="0"/>
                        <a:pt x="134" y="0"/>
                      </a:cubicBezTo>
                      <a:cubicBezTo>
                        <a:pt x="134" y="0"/>
                        <a:pt x="135" y="76"/>
                        <a:pt x="124" y="91"/>
                      </a:cubicBezTo>
                      <a:cubicBezTo>
                        <a:pt x="114" y="105"/>
                        <a:pt x="87" y="125"/>
                        <a:pt x="50" y="135"/>
                      </a:cubicBezTo>
                      <a:cubicBezTo>
                        <a:pt x="12" y="144"/>
                        <a:pt x="31" y="156"/>
                        <a:pt x="38" y="164"/>
                      </a:cubicBezTo>
                      <a:cubicBezTo>
                        <a:pt x="44" y="172"/>
                        <a:pt x="80" y="183"/>
                        <a:pt x="88" y="172"/>
                      </a:cubicBezTo>
                      <a:cubicBezTo>
                        <a:pt x="96" y="161"/>
                        <a:pt x="107" y="176"/>
                        <a:pt x="106" y="183"/>
                      </a:cubicBezTo>
                      <a:cubicBezTo>
                        <a:pt x="104" y="189"/>
                        <a:pt x="91" y="201"/>
                        <a:pt x="92" y="212"/>
                      </a:cubicBezTo>
                      <a:cubicBezTo>
                        <a:pt x="94" y="223"/>
                        <a:pt x="99" y="256"/>
                        <a:pt x="72" y="223"/>
                      </a:cubicBezTo>
                      <a:cubicBezTo>
                        <a:pt x="46" y="189"/>
                        <a:pt x="27" y="189"/>
                        <a:pt x="27" y="189"/>
                      </a:cubicBezTo>
                      <a:cubicBezTo>
                        <a:pt x="27" y="189"/>
                        <a:pt x="24" y="225"/>
                        <a:pt x="24" y="233"/>
                      </a:cubicBezTo>
                      <a:cubicBezTo>
                        <a:pt x="24" y="241"/>
                        <a:pt x="18" y="256"/>
                        <a:pt x="18" y="256"/>
                      </a:cubicBezTo>
                      <a:cubicBezTo>
                        <a:pt x="24" y="247"/>
                        <a:pt x="36" y="245"/>
                        <a:pt x="36" y="245"/>
                      </a:cubicBezTo>
                      <a:cubicBezTo>
                        <a:pt x="36" y="245"/>
                        <a:pt x="79" y="265"/>
                        <a:pt x="111" y="293"/>
                      </a:cubicBezTo>
                      <a:cubicBezTo>
                        <a:pt x="143" y="321"/>
                        <a:pt x="110" y="336"/>
                        <a:pt x="110" y="336"/>
                      </a:cubicBezTo>
                      <a:cubicBezTo>
                        <a:pt x="110" y="336"/>
                        <a:pt x="63" y="348"/>
                        <a:pt x="39" y="339"/>
                      </a:cubicBezTo>
                      <a:cubicBezTo>
                        <a:pt x="15" y="329"/>
                        <a:pt x="0" y="315"/>
                        <a:pt x="0" y="315"/>
                      </a:cubicBezTo>
                      <a:cubicBezTo>
                        <a:pt x="19" y="387"/>
                        <a:pt x="103" y="399"/>
                        <a:pt x="118" y="395"/>
                      </a:cubicBezTo>
                      <a:cubicBezTo>
                        <a:pt x="132" y="391"/>
                        <a:pt x="187" y="336"/>
                        <a:pt x="203" y="352"/>
                      </a:cubicBezTo>
                      <a:cubicBezTo>
                        <a:pt x="219" y="368"/>
                        <a:pt x="311" y="403"/>
                        <a:pt x="311" y="403"/>
                      </a:cubicBezTo>
                      <a:cubicBezTo>
                        <a:pt x="311" y="403"/>
                        <a:pt x="339" y="425"/>
                        <a:pt x="347" y="404"/>
                      </a:cubicBezTo>
                      <a:cubicBezTo>
                        <a:pt x="367" y="371"/>
                        <a:pt x="291" y="336"/>
                        <a:pt x="291" y="336"/>
                      </a:cubicBezTo>
                      <a:close/>
                      <a:moveTo>
                        <a:pt x="150" y="272"/>
                      </a:moveTo>
                      <a:cubicBezTo>
                        <a:pt x="142" y="269"/>
                        <a:pt x="131" y="255"/>
                        <a:pt x="131" y="248"/>
                      </a:cubicBezTo>
                      <a:cubicBezTo>
                        <a:pt x="131" y="248"/>
                        <a:pt x="171" y="228"/>
                        <a:pt x="172" y="251"/>
                      </a:cubicBezTo>
                      <a:cubicBezTo>
                        <a:pt x="174" y="273"/>
                        <a:pt x="158" y="275"/>
                        <a:pt x="150" y="27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 bwMode="auto">
                <a:xfrm>
                  <a:off x="9091613" y="1884363"/>
                  <a:ext cx="712788" cy="741363"/>
                </a:xfrm>
                <a:custGeom>
                  <a:avLst/>
                  <a:gdLst>
                    <a:gd name="T0" fmla="*/ 32 w 464"/>
                    <a:gd name="T1" fmla="*/ 177 h 481"/>
                    <a:gd name="T2" fmla="*/ 87 w 464"/>
                    <a:gd name="T3" fmla="*/ 174 h 481"/>
                    <a:gd name="T4" fmla="*/ 149 w 464"/>
                    <a:gd name="T5" fmla="*/ 150 h 481"/>
                    <a:gd name="T6" fmla="*/ 175 w 464"/>
                    <a:gd name="T7" fmla="*/ 84 h 481"/>
                    <a:gd name="T8" fmla="*/ 181 w 464"/>
                    <a:gd name="T9" fmla="*/ 40 h 481"/>
                    <a:gd name="T10" fmla="*/ 153 w 464"/>
                    <a:gd name="T11" fmla="*/ 12 h 481"/>
                    <a:gd name="T12" fmla="*/ 209 w 464"/>
                    <a:gd name="T13" fmla="*/ 16 h 481"/>
                    <a:gd name="T14" fmla="*/ 240 w 464"/>
                    <a:gd name="T15" fmla="*/ 89 h 481"/>
                    <a:gd name="T16" fmla="*/ 231 w 464"/>
                    <a:gd name="T17" fmla="*/ 133 h 481"/>
                    <a:gd name="T18" fmla="*/ 327 w 464"/>
                    <a:gd name="T19" fmla="*/ 152 h 481"/>
                    <a:gd name="T20" fmla="*/ 317 w 464"/>
                    <a:gd name="T21" fmla="*/ 206 h 481"/>
                    <a:gd name="T22" fmla="*/ 260 w 464"/>
                    <a:gd name="T23" fmla="*/ 216 h 481"/>
                    <a:gd name="T24" fmla="*/ 253 w 464"/>
                    <a:gd name="T25" fmla="*/ 264 h 481"/>
                    <a:gd name="T26" fmla="*/ 364 w 464"/>
                    <a:gd name="T27" fmla="*/ 325 h 481"/>
                    <a:gd name="T28" fmla="*/ 453 w 464"/>
                    <a:gd name="T29" fmla="*/ 382 h 481"/>
                    <a:gd name="T30" fmla="*/ 347 w 464"/>
                    <a:gd name="T31" fmla="*/ 381 h 481"/>
                    <a:gd name="T32" fmla="*/ 203 w 464"/>
                    <a:gd name="T33" fmla="*/ 296 h 481"/>
                    <a:gd name="T34" fmla="*/ 169 w 464"/>
                    <a:gd name="T35" fmla="*/ 432 h 481"/>
                    <a:gd name="T36" fmla="*/ 32 w 464"/>
                    <a:gd name="T37" fmla="*/ 425 h 481"/>
                    <a:gd name="T38" fmla="*/ 24 w 464"/>
                    <a:gd name="T39" fmla="*/ 332 h 481"/>
                    <a:gd name="T40" fmla="*/ 113 w 464"/>
                    <a:gd name="T41" fmla="*/ 317 h 481"/>
                    <a:gd name="T42" fmla="*/ 124 w 464"/>
                    <a:gd name="T43" fmla="*/ 256 h 481"/>
                    <a:gd name="T44" fmla="*/ 32 w 464"/>
                    <a:gd name="T45" fmla="*/ 177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64" h="481">
                      <a:moveTo>
                        <a:pt x="32" y="177"/>
                      </a:moveTo>
                      <a:cubicBezTo>
                        <a:pt x="32" y="177"/>
                        <a:pt x="75" y="181"/>
                        <a:pt x="87" y="174"/>
                      </a:cubicBezTo>
                      <a:cubicBezTo>
                        <a:pt x="99" y="168"/>
                        <a:pt x="143" y="154"/>
                        <a:pt x="149" y="150"/>
                      </a:cubicBezTo>
                      <a:cubicBezTo>
                        <a:pt x="156" y="146"/>
                        <a:pt x="175" y="96"/>
                        <a:pt x="175" y="84"/>
                      </a:cubicBezTo>
                      <a:cubicBezTo>
                        <a:pt x="175" y="72"/>
                        <a:pt x="189" y="53"/>
                        <a:pt x="181" y="40"/>
                      </a:cubicBezTo>
                      <a:cubicBezTo>
                        <a:pt x="173" y="26"/>
                        <a:pt x="153" y="12"/>
                        <a:pt x="153" y="12"/>
                      </a:cubicBezTo>
                      <a:cubicBezTo>
                        <a:pt x="153" y="12"/>
                        <a:pt x="181" y="0"/>
                        <a:pt x="209" y="16"/>
                      </a:cubicBezTo>
                      <a:cubicBezTo>
                        <a:pt x="237" y="32"/>
                        <a:pt x="244" y="65"/>
                        <a:pt x="240" y="89"/>
                      </a:cubicBezTo>
                      <a:cubicBezTo>
                        <a:pt x="236" y="113"/>
                        <a:pt x="231" y="133"/>
                        <a:pt x="231" y="133"/>
                      </a:cubicBezTo>
                      <a:cubicBezTo>
                        <a:pt x="231" y="133"/>
                        <a:pt x="297" y="113"/>
                        <a:pt x="327" y="152"/>
                      </a:cubicBezTo>
                      <a:cubicBezTo>
                        <a:pt x="356" y="190"/>
                        <a:pt x="341" y="206"/>
                        <a:pt x="317" y="206"/>
                      </a:cubicBezTo>
                      <a:cubicBezTo>
                        <a:pt x="293" y="206"/>
                        <a:pt x="268" y="214"/>
                        <a:pt x="260" y="216"/>
                      </a:cubicBezTo>
                      <a:cubicBezTo>
                        <a:pt x="252" y="217"/>
                        <a:pt x="209" y="230"/>
                        <a:pt x="253" y="264"/>
                      </a:cubicBezTo>
                      <a:cubicBezTo>
                        <a:pt x="297" y="297"/>
                        <a:pt x="336" y="318"/>
                        <a:pt x="364" y="325"/>
                      </a:cubicBezTo>
                      <a:cubicBezTo>
                        <a:pt x="392" y="332"/>
                        <a:pt x="464" y="344"/>
                        <a:pt x="453" y="382"/>
                      </a:cubicBezTo>
                      <a:cubicBezTo>
                        <a:pt x="443" y="421"/>
                        <a:pt x="383" y="400"/>
                        <a:pt x="347" y="381"/>
                      </a:cubicBezTo>
                      <a:cubicBezTo>
                        <a:pt x="311" y="362"/>
                        <a:pt x="213" y="301"/>
                        <a:pt x="203" y="296"/>
                      </a:cubicBezTo>
                      <a:cubicBezTo>
                        <a:pt x="203" y="296"/>
                        <a:pt x="193" y="404"/>
                        <a:pt x="169" y="432"/>
                      </a:cubicBezTo>
                      <a:cubicBezTo>
                        <a:pt x="145" y="460"/>
                        <a:pt x="69" y="481"/>
                        <a:pt x="32" y="425"/>
                      </a:cubicBezTo>
                      <a:cubicBezTo>
                        <a:pt x="0" y="357"/>
                        <a:pt x="24" y="332"/>
                        <a:pt x="24" y="332"/>
                      </a:cubicBezTo>
                      <a:cubicBezTo>
                        <a:pt x="24" y="332"/>
                        <a:pt x="100" y="354"/>
                        <a:pt x="113" y="317"/>
                      </a:cubicBezTo>
                      <a:cubicBezTo>
                        <a:pt x="127" y="280"/>
                        <a:pt x="124" y="256"/>
                        <a:pt x="124" y="256"/>
                      </a:cubicBezTo>
                      <a:cubicBezTo>
                        <a:pt x="124" y="256"/>
                        <a:pt x="65" y="266"/>
                        <a:pt x="32" y="17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3" name="任意多边形: 形状 22"/>
                <p:cNvSpPr/>
                <p:nvPr/>
              </p:nvSpPr>
              <p:spPr bwMode="auto">
                <a:xfrm>
                  <a:off x="9883776" y="1816101"/>
                  <a:ext cx="776288" cy="704850"/>
                </a:xfrm>
                <a:custGeom>
                  <a:avLst/>
                  <a:gdLst>
                    <a:gd name="T0" fmla="*/ 78 w 506"/>
                    <a:gd name="T1" fmla="*/ 154 h 457"/>
                    <a:gd name="T2" fmla="*/ 18 w 506"/>
                    <a:gd name="T3" fmla="*/ 372 h 457"/>
                    <a:gd name="T4" fmla="*/ 0 w 506"/>
                    <a:gd name="T5" fmla="*/ 406 h 457"/>
                    <a:gd name="T6" fmla="*/ 42 w 506"/>
                    <a:gd name="T7" fmla="*/ 441 h 457"/>
                    <a:gd name="T8" fmla="*/ 56 w 506"/>
                    <a:gd name="T9" fmla="*/ 416 h 457"/>
                    <a:gd name="T10" fmla="*/ 85 w 506"/>
                    <a:gd name="T11" fmla="*/ 268 h 457"/>
                    <a:gd name="T12" fmla="*/ 274 w 506"/>
                    <a:gd name="T13" fmla="*/ 193 h 457"/>
                    <a:gd name="T14" fmla="*/ 376 w 506"/>
                    <a:gd name="T15" fmla="*/ 193 h 457"/>
                    <a:gd name="T16" fmla="*/ 381 w 506"/>
                    <a:gd name="T17" fmla="*/ 236 h 457"/>
                    <a:gd name="T18" fmla="*/ 425 w 506"/>
                    <a:gd name="T19" fmla="*/ 270 h 457"/>
                    <a:gd name="T20" fmla="*/ 468 w 506"/>
                    <a:gd name="T21" fmla="*/ 196 h 457"/>
                    <a:gd name="T22" fmla="*/ 404 w 506"/>
                    <a:gd name="T23" fmla="*/ 150 h 457"/>
                    <a:gd name="T24" fmla="*/ 296 w 506"/>
                    <a:gd name="T25" fmla="*/ 149 h 457"/>
                    <a:gd name="T26" fmla="*/ 356 w 506"/>
                    <a:gd name="T27" fmla="*/ 57 h 457"/>
                    <a:gd name="T28" fmla="*/ 276 w 506"/>
                    <a:gd name="T29" fmla="*/ 25 h 457"/>
                    <a:gd name="T30" fmla="*/ 242 w 506"/>
                    <a:gd name="T31" fmla="*/ 57 h 457"/>
                    <a:gd name="T32" fmla="*/ 161 w 506"/>
                    <a:gd name="T33" fmla="*/ 82 h 457"/>
                    <a:gd name="T34" fmla="*/ 136 w 506"/>
                    <a:gd name="T35" fmla="*/ 68 h 457"/>
                    <a:gd name="T36" fmla="*/ 142 w 506"/>
                    <a:gd name="T37" fmla="*/ 124 h 457"/>
                    <a:gd name="T38" fmla="*/ 180 w 506"/>
                    <a:gd name="T39" fmla="*/ 113 h 457"/>
                    <a:gd name="T40" fmla="*/ 216 w 506"/>
                    <a:gd name="T41" fmla="*/ 90 h 457"/>
                    <a:gd name="T42" fmla="*/ 257 w 506"/>
                    <a:gd name="T43" fmla="*/ 97 h 457"/>
                    <a:gd name="T44" fmla="*/ 270 w 506"/>
                    <a:gd name="T45" fmla="*/ 52 h 457"/>
                    <a:gd name="T46" fmla="*/ 305 w 506"/>
                    <a:gd name="T47" fmla="*/ 37 h 457"/>
                    <a:gd name="T48" fmla="*/ 281 w 506"/>
                    <a:gd name="T49" fmla="*/ 89 h 457"/>
                    <a:gd name="T50" fmla="*/ 185 w 506"/>
                    <a:gd name="T51" fmla="*/ 190 h 457"/>
                    <a:gd name="T52" fmla="*/ 97 w 506"/>
                    <a:gd name="T53" fmla="*/ 217 h 457"/>
                    <a:gd name="T54" fmla="*/ 78 w 506"/>
                    <a:gd name="T55" fmla="*/ 154 h 4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506" h="457">
                      <a:moveTo>
                        <a:pt x="78" y="154"/>
                      </a:moveTo>
                      <a:cubicBezTo>
                        <a:pt x="78" y="154"/>
                        <a:pt x="28" y="345"/>
                        <a:pt x="18" y="372"/>
                      </a:cubicBezTo>
                      <a:cubicBezTo>
                        <a:pt x="9" y="398"/>
                        <a:pt x="0" y="406"/>
                        <a:pt x="0" y="406"/>
                      </a:cubicBezTo>
                      <a:cubicBezTo>
                        <a:pt x="0" y="406"/>
                        <a:pt x="4" y="434"/>
                        <a:pt x="42" y="441"/>
                      </a:cubicBezTo>
                      <a:cubicBezTo>
                        <a:pt x="42" y="441"/>
                        <a:pt x="50" y="457"/>
                        <a:pt x="56" y="416"/>
                      </a:cubicBezTo>
                      <a:cubicBezTo>
                        <a:pt x="61" y="374"/>
                        <a:pt x="78" y="270"/>
                        <a:pt x="85" y="268"/>
                      </a:cubicBezTo>
                      <a:cubicBezTo>
                        <a:pt x="92" y="265"/>
                        <a:pt x="256" y="198"/>
                        <a:pt x="274" y="193"/>
                      </a:cubicBezTo>
                      <a:cubicBezTo>
                        <a:pt x="293" y="188"/>
                        <a:pt x="356" y="181"/>
                        <a:pt x="376" y="193"/>
                      </a:cubicBezTo>
                      <a:cubicBezTo>
                        <a:pt x="396" y="205"/>
                        <a:pt x="394" y="230"/>
                        <a:pt x="381" y="236"/>
                      </a:cubicBezTo>
                      <a:cubicBezTo>
                        <a:pt x="381" y="236"/>
                        <a:pt x="372" y="281"/>
                        <a:pt x="425" y="270"/>
                      </a:cubicBezTo>
                      <a:cubicBezTo>
                        <a:pt x="478" y="260"/>
                        <a:pt x="506" y="241"/>
                        <a:pt x="468" y="196"/>
                      </a:cubicBezTo>
                      <a:cubicBezTo>
                        <a:pt x="429" y="150"/>
                        <a:pt x="404" y="150"/>
                        <a:pt x="404" y="150"/>
                      </a:cubicBezTo>
                      <a:cubicBezTo>
                        <a:pt x="296" y="149"/>
                        <a:pt x="296" y="149"/>
                        <a:pt x="296" y="149"/>
                      </a:cubicBezTo>
                      <a:cubicBezTo>
                        <a:pt x="296" y="149"/>
                        <a:pt x="353" y="84"/>
                        <a:pt x="356" y="57"/>
                      </a:cubicBezTo>
                      <a:cubicBezTo>
                        <a:pt x="358" y="30"/>
                        <a:pt x="321" y="0"/>
                        <a:pt x="276" y="25"/>
                      </a:cubicBezTo>
                      <a:cubicBezTo>
                        <a:pt x="242" y="57"/>
                        <a:pt x="242" y="57"/>
                        <a:pt x="242" y="57"/>
                      </a:cubicBezTo>
                      <a:cubicBezTo>
                        <a:pt x="242" y="57"/>
                        <a:pt x="214" y="36"/>
                        <a:pt x="161" y="82"/>
                      </a:cubicBezTo>
                      <a:cubicBezTo>
                        <a:pt x="161" y="82"/>
                        <a:pt x="138" y="78"/>
                        <a:pt x="136" y="68"/>
                      </a:cubicBezTo>
                      <a:cubicBezTo>
                        <a:pt x="136" y="68"/>
                        <a:pt x="118" y="101"/>
                        <a:pt x="142" y="124"/>
                      </a:cubicBezTo>
                      <a:cubicBezTo>
                        <a:pt x="166" y="146"/>
                        <a:pt x="181" y="132"/>
                        <a:pt x="180" y="113"/>
                      </a:cubicBezTo>
                      <a:cubicBezTo>
                        <a:pt x="178" y="94"/>
                        <a:pt x="202" y="44"/>
                        <a:pt x="216" y="90"/>
                      </a:cubicBezTo>
                      <a:cubicBezTo>
                        <a:pt x="257" y="97"/>
                        <a:pt x="257" y="97"/>
                        <a:pt x="257" y="97"/>
                      </a:cubicBezTo>
                      <a:cubicBezTo>
                        <a:pt x="257" y="97"/>
                        <a:pt x="261" y="60"/>
                        <a:pt x="270" y="52"/>
                      </a:cubicBezTo>
                      <a:cubicBezTo>
                        <a:pt x="280" y="44"/>
                        <a:pt x="297" y="29"/>
                        <a:pt x="305" y="37"/>
                      </a:cubicBezTo>
                      <a:cubicBezTo>
                        <a:pt x="313" y="45"/>
                        <a:pt x="301" y="64"/>
                        <a:pt x="281" y="89"/>
                      </a:cubicBezTo>
                      <a:cubicBezTo>
                        <a:pt x="261" y="114"/>
                        <a:pt x="217" y="174"/>
                        <a:pt x="185" y="190"/>
                      </a:cubicBezTo>
                      <a:cubicBezTo>
                        <a:pt x="153" y="206"/>
                        <a:pt x="97" y="217"/>
                        <a:pt x="97" y="217"/>
                      </a:cubicBezTo>
                      <a:cubicBezTo>
                        <a:pt x="97" y="217"/>
                        <a:pt x="121" y="166"/>
                        <a:pt x="78" y="1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4" name="任意多边形: 形状 23"/>
                <p:cNvSpPr/>
                <p:nvPr/>
              </p:nvSpPr>
              <p:spPr bwMode="auto">
                <a:xfrm>
                  <a:off x="10123488" y="2149476"/>
                  <a:ext cx="433388" cy="592138"/>
                </a:xfrm>
                <a:custGeom>
                  <a:avLst/>
                  <a:gdLst>
                    <a:gd name="T0" fmla="*/ 2 w 282"/>
                    <a:gd name="T1" fmla="*/ 54 h 384"/>
                    <a:gd name="T2" fmla="*/ 17 w 282"/>
                    <a:gd name="T3" fmla="*/ 57 h 384"/>
                    <a:gd name="T4" fmla="*/ 52 w 282"/>
                    <a:gd name="T5" fmla="*/ 46 h 384"/>
                    <a:gd name="T6" fmla="*/ 128 w 282"/>
                    <a:gd name="T7" fmla="*/ 16 h 384"/>
                    <a:gd name="T8" fmla="*/ 198 w 282"/>
                    <a:gd name="T9" fmla="*/ 29 h 384"/>
                    <a:gd name="T10" fmla="*/ 174 w 282"/>
                    <a:gd name="T11" fmla="*/ 85 h 384"/>
                    <a:gd name="T12" fmla="*/ 174 w 282"/>
                    <a:gd name="T13" fmla="*/ 106 h 384"/>
                    <a:gd name="T14" fmla="*/ 263 w 282"/>
                    <a:gd name="T15" fmla="*/ 118 h 384"/>
                    <a:gd name="T16" fmla="*/ 266 w 282"/>
                    <a:gd name="T17" fmla="*/ 168 h 384"/>
                    <a:gd name="T18" fmla="*/ 195 w 282"/>
                    <a:gd name="T19" fmla="*/ 168 h 384"/>
                    <a:gd name="T20" fmla="*/ 181 w 282"/>
                    <a:gd name="T21" fmla="*/ 185 h 384"/>
                    <a:gd name="T22" fmla="*/ 137 w 282"/>
                    <a:gd name="T23" fmla="*/ 365 h 384"/>
                    <a:gd name="T24" fmla="*/ 19 w 282"/>
                    <a:gd name="T25" fmla="*/ 239 h 384"/>
                    <a:gd name="T26" fmla="*/ 116 w 282"/>
                    <a:gd name="T27" fmla="*/ 279 h 384"/>
                    <a:gd name="T28" fmla="*/ 137 w 282"/>
                    <a:gd name="T29" fmla="*/ 181 h 384"/>
                    <a:gd name="T30" fmla="*/ 49 w 282"/>
                    <a:gd name="T31" fmla="*/ 210 h 384"/>
                    <a:gd name="T32" fmla="*/ 0 w 282"/>
                    <a:gd name="T33" fmla="*/ 152 h 384"/>
                    <a:gd name="T34" fmla="*/ 39 w 282"/>
                    <a:gd name="T35" fmla="*/ 136 h 384"/>
                    <a:gd name="T36" fmla="*/ 91 w 282"/>
                    <a:gd name="T37" fmla="*/ 130 h 384"/>
                    <a:gd name="T38" fmla="*/ 110 w 282"/>
                    <a:gd name="T39" fmla="*/ 122 h 384"/>
                    <a:gd name="T40" fmla="*/ 114 w 282"/>
                    <a:gd name="T41" fmla="*/ 84 h 384"/>
                    <a:gd name="T42" fmla="*/ 105 w 282"/>
                    <a:gd name="T43" fmla="*/ 55 h 384"/>
                    <a:gd name="T44" fmla="*/ 40 w 282"/>
                    <a:gd name="T45" fmla="*/ 97 h 384"/>
                    <a:gd name="T46" fmla="*/ 2 w 282"/>
                    <a:gd name="T47" fmla="*/ 54 h 3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82" h="384">
                      <a:moveTo>
                        <a:pt x="2" y="54"/>
                      </a:moveTo>
                      <a:cubicBezTo>
                        <a:pt x="2" y="54"/>
                        <a:pt x="9" y="52"/>
                        <a:pt x="17" y="57"/>
                      </a:cubicBezTo>
                      <a:cubicBezTo>
                        <a:pt x="25" y="62"/>
                        <a:pt x="44" y="53"/>
                        <a:pt x="52" y="46"/>
                      </a:cubicBezTo>
                      <a:cubicBezTo>
                        <a:pt x="60" y="40"/>
                        <a:pt x="113" y="20"/>
                        <a:pt x="128" y="16"/>
                      </a:cubicBezTo>
                      <a:cubicBezTo>
                        <a:pt x="142" y="12"/>
                        <a:pt x="186" y="0"/>
                        <a:pt x="198" y="29"/>
                      </a:cubicBezTo>
                      <a:cubicBezTo>
                        <a:pt x="210" y="58"/>
                        <a:pt x="180" y="77"/>
                        <a:pt x="174" y="85"/>
                      </a:cubicBezTo>
                      <a:cubicBezTo>
                        <a:pt x="169" y="93"/>
                        <a:pt x="174" y="106"/>
                        <a:pt x="174" y="106"/>
                      </a:cubicBezTo>
                      <a:cubicBezTo>
                        <a:pt x="174" y="106"/>
                        <a:pt x="249" y="100"/>
                        <a:pt x="263" y="118"/>
                      </a:cubicBezTo>
                      <a:cubicBezTo>
                        <a:pt x="263" y="118"/>
                        <a:pt x="282" y="150"/>
                        <a:pt x="266" y="168"/>
                      </a:cubicBezTo>
                      <a:cubicBezTo>
                        <a:pt x="249" y="186"/>
                        <a:pt x="203" y="164"/>
                        <a:pt x="195" y="168"/>
                      </a:cubicBezTo>
                      <a:cubicBezTo>
                        <a:pt x="187" y="172"/>
                        <a:pt x="181" y="168"/>
                        <a:pt x="181" y="185"/>
                      </a:cubicBezTo>
                      <a:cubicBezTo>
                        <a:pt x="181" y="202"/>
                        <a:pt x="185" y="346"/>
                        <a:pt x="137" y="365"/>
                      </a:cubicBezTo>
                      <a:cubicBezTo>
                        <a:pt x="89" y="384"/>
                        <a:pt x="14" y="288"/>
                        <a:pt x="19" y="239"/>
                      </a:cubicBezTo>
                      <a:cubicBezTo>
                        <a:pt x="19" y="239"/>
                        <a:pt x="87" y="288"/>
                        <a:pt x="116" y="279"/>
                      </a:cubicBezTo>
                      <a:cubicBezTo>
                        <a:pt x="145" y="270"/>
                        <a:pt x="138" y="187"/>
                        <a:pt x="137" y="181"/>
                      </a:cubicBezTo>
                      <a:cubicBezTo>
                        <a:pt x="136" y="175"/>
                        <a:pt x="62" y="209"/>
                        <a:pt x="49" y="210"/>
                      </a:cubicBezTo>
                      <a:cubicBezTo>
                        <a:pt x="36" y="211"/>
                        <a:pt x="0" y="170"/>
                        <a:pt x="0" y="152"/>
                      </a:cubicBezTo>
                      <a:cubicBezTo>
                        <a:pt x="0" y="134"/>
                        <a:pt x="21" y="127"/>
                        <a:pt x="39" y="136"/>
                      </a:cubicBezTo>
                      <a:cubicBezTo>
                        <a:pt x="57" y="145"/>
                        <a:pt x="87" y="133"/>
                        <a:pt x="91" y="130"/>
                      </a:cubicBezTo>
                      <a:cubicBezTo>
                        <a:pt x="95" y="127"/>
                        <a:pt x="107" y="122"/>
                        <a:pt x="110" y="122"/>
                      </a:cubicBezTo>
                      <a:cubicBezTo>
                        <a:pt x="113" y="122"/>
                        <a:pt x="114" y="87"/>
                        <a:pt x="114" y="84"/>
                      </a:cubicBezTo>
                      <a:cubicBezTo>
                        <a:pt x="114" y="81"/>
                        <a:pt x="167" y="20"/>
                        <a:pt x="105" y="55"/>
                      </a:cubicBezTo>
                      <a:cubicBezTo>
                        <a:pt x="43" y="90"/>
                        <a:pt x="45" y="97"/>
                        <a:pt x="40" y="97"/>
                      </a:cubicBezTo>
                      <a:cubicBezTo>
                        <a:pt x="35" y="97"/>
                        <a:pt x="7" y="86"/>
                        <a:pt x="2" y="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</a:endParaRPr>
                </a:p>
              </p:txBody>
            </p:sp>
          </p:grpSp>
        </p:grpSp>
      </p:grpSp>
      <p:sp>
        <p:nvSpPr>
          <p:cNvPr id="88" name="日期占位符 87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30684-0FE5-4EB9-A306-CADBD410DE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9" name="灯片编号占位符 88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D8408-57BA-4D00-B009-11999411FD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0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tags" Target="../tags/tag2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emf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4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tags" Target="../tags/tag5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tags" Target="../tags/tag6.xml"/><Relationship Id="rId1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slideLayout" Target="../slideLayouts/slideLayout3.xml"/><Relationship Id="rId16" Type="http://schemas.openxmlformats.org/officeDocument/2006/relationships/image" Target="../media/image21.svg"/><Relationship Id="rId15" Type="http://schemas.openxmlformats.org/officeDocument/2006/relationships/image" Target="../media/image20.png"/><Relationship Id="rId14" Type="http://schemas.openxmlformats.org/officeDocument/2006/relationships/tags" Target="../tags/tag16.xml"/><Relationship Id="rId13" Type="http://schemas.openxmlformats.org/officeDocument/2006/relationships/image" Target="../media/image19.svg"/><Relationship Id="rId12" Type="http://schemas.openxmlformats.org/officeDocument/2006/relationships/image" Target="../media/image18.png"/><Relationship Id="rId11" Type="http://schemas.openxmlformats.org/officeDocument/2006/relationships/tags" Target="../tags/tag15.xml"/><Relationship Id="rId10" Type="http://schemas.openxmlformats.org/officeDocument/2006/relationships/image" Target="../media/image17.sv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1" Type="http://schemas.openxmlformats.org/officeDocument/2006/relationships/slideLayout" Target="../slideLayouts/slideLayout3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4.png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1" imgW="9525" imgH="9525" progId="TCLayout.ActiveDocument.1">
                  <p:embed/>
                </p:oleObj>
              </mc:Choice>
              <mc:Fallback>
                <p:oleObj name="think-cell Slide" r:id="rId1" imgW="9525" imgH="9525" progId="TCLayout.ActiveDocument.1">
                  <p:embed/>
                  <p:pic>
                    <p:nvPicPr>
                      <p:cNvPr id="0" name="图片 -1" hidden="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3"/>
          </p:nvPr>
        </p:nvSpPr>
        <p:spPr>
          <a:xfrm>
            <a:off x="534365" y="4324027"/>
            <a:ext cx="9277292" cy="9091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答辩学生：黄琳           指导老师：杨青</a:t>
            </a:r>
            <a:br>
              <a:rPr lang="en-US" altLang="zh-CN" dirty="0"/>
            </a:br>
            <a:r>
              <a:rPr lang="zh-CN" altLang="en-US" dirty="0"/>
              <a:t> </a:t>
            </a:r>
            <a:br>
              <a:rPr lang="en-US" altLang="zh-CN" dirty="0"/>
            </a:br>
            <a:endParaRPr lang="en-US" altLang="zh-CN" dirty="0"/>
          </a:p>
          <a:p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4"/>
          </p:nvPr>
        </p:nvSpPr>
        <p:spPr>
          <a:xfrm>
            <a:off x="534365" y="5037237"/>
            <a:ext cx="2750211" cy="391944"/>
          </a:xfrm>
        </p:spPr>
        <p:txBody>
          <a:bodyPr/>
          <a:lstStyle/>
          <a:p>
            <a:r>
              <a:rPr lang="zh-CN" altLang="en-US" dirty="0"/>
              <a:t>  电子工程与自动化学院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智能控温足浴桶的设计与实现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637698" y="1624791"/>
            <a:ext cx="1024639" cy="3385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开题答辩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任意多边形: 形状 28"/>
          <p:cNvSpPr/>
          <p:nvPr/>
        </p:nvSpPr>
        <p:spPr>
          <a:xfrm flipH="1">
            <a:off x="10291786" y="4957786"/>
            <a:ext cx="1900214" cy="1900214"/>
          </a:xfrm>
          <a:custGeom>
            <a:avLst/>
            <a:gdLst>
              <a:gd name="connsiteX0" fmla="*/ 0 w 1900214"/>
              <a:gd name="connsiteY0" fmla="*/ 1900214 h 1900214"/>
              <a:gd name="connsiteX1" fmla="*/ 0 w 1900214"/>
              <a:gd name="connsiteY1" fmla="*/ 0 h 1900214"/>
              <a:gd name="connsiteX2" fmla="*/ 1900214 w 1900214"/>
              <a:gd name="connsiteY2" fmla="*/ 1900214 h 1900214"/>
              <a:gd name="connsiteX3" fmla="*/ 0 w 1900214"/>
              <a:gd name="connsiteY3" fmla="*/ 1900214 h 1900214"/>
              <a:gd name="connsiteX0-1" fmla="*/ 10291786 w 12192000"/>
              <a:gd name="connsiteY0-2" fmla="*/ 6858000 h 6858000"/>
              <a:gd name="connsiteX1-3" fmla="*/ 10291786 w 12192000"/>
              <a:gd name="connsiteY1-4" fmla="*/ 4957786 h 6858000"/>
              <a:gd name="connsiteX2-5" fmla="*/ 12192000 w 12192000"/>
              <a:gd name="connsiteY2-6" fmla="*/ 6858000 h 6858000"/>
              <a:gd name="connsiteX3-7" fmla="*/ 10291786 w 12192000"/>
              <a:gd name="connsiteY3-8" fmla="*/ 6858000 h 6858000"/>
              <a:gd name="connsiteX4" fmla="*/ 0 w 12192000"/>
              <a:gd name="connsiteY4" fmla="*/ 0 h 6858000"/>
              <a:gd name="connsiteX0-9" fmla="*/ 0 w 1900214"/>
              <a:gd name="connsiteY0-10" fmla="*/ 1900214 h 1900214"/>
              <a:gd name="connsiteX1-11" fmla="*/ 0 w 1900214"/>
              <a:gd name="connsiteY1-12" fmla="*/ 0 h 1900214"/>
              <a:gd name="connsiteX2-13" fmla="*/ 1900214 w 1900214"/>
              <a:gd name="connsiteY2-14" fmla="*/ 1900214 h 1900214"/>
              <a:gd name="connsiteX3-15" fmla="*/ 0 w 1900214"/>
              <a:gd name="connsiteY3-16" fmla="*/ 1900214 h 19002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900214" h="1900214">
                <a:moveTo>
                  <a:pt x="0" y="1900214"/>
                </a:moveTo>
                <a:lnTo>
                  <a:pt x="0" y="0"/>
                </a:lnTo>
                <a:lnTo>
                  <a:pt x="1900214" y="1900214"/>
                </a:lnTo>
                <a:lnTo>
                  <a:pt x="0" y="19002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直角三角形 27"/>
          <p:cNvSpPr/>
          <p:nvPr/>
        </p:nvSpPr>
        <p:spPr>
          <a:xfrm rot="13500000" flipH="1">
            <a:off x="9693226" y="5840699"/>
            <a:ext cx="2044036" cy="2044036"/>
          </a:xfrm>
          <a:prstGeom prst="rtTriangle">
            <a:avLst/>
          </a:prstGeom>
          <a:solidFill>
            <a:schemeClr val="tx1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形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620" y="4424316"/>
            <a:ext cx="337348" cy="337348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67516" y="4416366"/>
            <a:ext cx="408072" cy="408072"/>
          </a:xfrm>
          <a:prstGeom prst="rect">
            <a:avLst/>
          </a:prstGeom>
        </p:spPr>
      </p:pic>
      <p:pic>
        <p:nvPicPr>
          <p:cNvPr id="38" name="图形 3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075" y="4915064"/>
            <a:ext cx="499836" cy="499836"/>
          </a:xfrm>
          <a:prstGeom prst="rect">
            <a:avLst/>
          </a:prstGeom>
        </p:spPr>
      </p:pic>
      <p:pic>
        <p:nvPicPr>
          <p:cNvPr id="24" name="图形 2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78826" y="1294850"/>
            <a:ext cx="3362295" cy="40692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01.</a:t>
            </a:r>
            <a:r>
              <a:rPr lang="zh-CN" altLang="en-US" dirty="0"/>
              <a:t>项目背景与意义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02.</a:t>
            </a:r>
            <a:r>
              <a:rPr lang="zh-CN" altLang="en-US" dirty="0"/>
              <a:t>市场调研与现有产品分析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03.</a:t>
            </a:r>
            <a:r>
              <a:rPr lang="zh-CN" altLang="en-US" dirty="0"/>
              <a:t>设计重点与难点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04.</a:t>
            </a:r>
            <a:r>
              <a:rPr lang="zh-CN" altLang="en-US" dirty="0"/>
              <a:t>设计方案</a:t>
            </a:r>
            <a:endParaRPr lang="zh-CN" altLang="en-US" dirty="0"/>
          </a:p>
        </p:txBody>
      </p:sp>
      <p:grpSp>
        <p:nvGrpSpPr>
          <p:cNvPr id="73" name="组合 72"/>
          <p:cNvGrpSpPr/>
          <p:nvPr/>
        </p:nvGrpSpPr>
        <p:grpSpPr>
          <a:xfrm>
            <a:off x="1527895" y="1969107"/>
            <a:ext cx="1984925" cy="1969407"/>
            <a:chOff x="1527895" y="1969107"/>
            <a:chExt cx="1984925" cy="1969407"/>
          </a:xfrm>
        </p:grpSpPr>
        <p:sp>
          <p:nvSpPr>
            <p:cNvPr id="74" name="文本框 73"/>
            <p:cNvSpPr txBox="1"/>
            <p:nvPr/>
          </p:nvSpPr>
          <p:spPr>
            <a:xfrm>
              <a:off x="2006779" y="2226355"/>
              <a:ext cx="1415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800" b="1" dirty="0">
                  <a:solidFill>
                    <a:schemeClr val="bg1"/>
                  </a:solidFill>
                  <a:latin typeface="+mj-ea"/>
                  <a:ea typeface="+mj-ea"/>
                </a:rPr>
                <a:t>目录</a:t>
              </a:r>
              <a:endParaRPr lang="en-US" altLang="zh-CN" sz="4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1527895" y="1969107"/>
              <a:ext cx="766817" cy="886877"/>
              <a:chOff x="1483483" y="1897210"/>
              <a:chExt cx="913566" cy="1056602"/>
            </a:xfrm>
            <a:noFill/>
          </p:grpSpPr>
          <p:sp>
            <p:nvSpPr>
              <p:cNvPr id="78" name="任意多边形: 形状 77"/>
              <p:cNvSpPr/>
              <p:nvPr/>
            </p:nvSpPr>
            <p:spPr bwMode="auto">
              <a:xfrm>
                <a:off x="1483483" y="1897210"/>
                <a:ext cx="715166" cy="1056602"/>
              </a:xfrm>
              <a:custGeom>
                <a:avLst/>
                <a:gdLst>
                  <a:gd name="T0" fmla="*/ 143 w 160"/>
                  <a:gd name="T1" fmla="*/ 49 h 235"/>
                  <a:gd name="T2" fmla="*/ 160 w 160"/>
                  <a:gd name="T3" fmla="*/ 41 h 235"/>
                  <a:gd name="T4" fmla="*/ 36 w 160"/>
                  <a:gd name="T5" fmla="*/ 59 h 235"/>
                  <a:gd name="T6" fmla="*/ 79 w 160"/>
                  <a:gd name="T7" fmla="*/ 234 h 235"/>
                  <a:gd name="T8" fmla="*/ 93 w 160"/>
                  <a:gd name="T9" fmla="*/ 215 h 235"/>
                  <a:gd name="T10" fmla="*/ 50 w 160"/>
                  <a:gd name="T11" fmla="*/ 49 h 235"/>
                  <a:gd name="T12" fmla="*/ 143 w 160"/>
                  <a:gd name="T13" fmla="*/ 49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235">
                    <a:moveTo>
                      <a:pt x="143" y="49"/>
                    </a:moveTo>
                    <a:cubicBezTo>
                      <a:pt x="160" y="41"/>
                      <a:pt x="160" y="41"/>
                      <a:pt x="160" y="41"/>
                    </a:cubicBezTo>
                    <a:cubicBezTo>
                      <a:pt x="160" y="41"/>
                      <a:pt x="69" y="0"/>
                      <a:pt x="36" y="59"/>
                    </a:cubicBezTo>
                    <a:cubicBezTo>
                      <a:pt x="0" y="122"/>
                      <a:pt x="79" y="235"/>
                      <a:pt x="79" y="234"/>
                    </a:cubicBezTo>
                    <a:cubicBezTo>
                      <a:pt x="93" y="215"/>
                      <a:pt x="93" y="215"/>
                      <a:pt x="93" y="215"/>
                    </a:cubicBezTo>
                    <a:cubicBezTo>
                      <a:pt x="93" y="215"/>
                      <a:pt x="7" y="100"/>
                      <a:pt x="50" y="49"/>
                    </a:cubicBezTo>
                    <a:cubicBezTo>
                      <a:pt x="80" y="21"/>
                      <a:pt x="143" y="49"/>
                      <a:pt x="143" y="49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>
                    <a:alpha val="54000"/>
                  </a:schemeClr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椭圆 78"/>
              <p:cNvSpPr>
                <a:spLocks noChangeArrowheads="1"/>
              </p:cNvSpPr>
              <p:nvPr/>
            </p:nvSpPr>
            <p:spPr bwMode="auto">
              <a:xfrm>
                <a:off x="2249402" y="2123296"/>
                <a:ext cx="147647" cy="147647"/>
              </a:xfrm>
              <a:prstGeom prst="ellipse">
                <a:avLst/>
              </a:prstGeom>
              <a:grpFill/>
              <a:ln w="9525">
                <a:solidFill>
                  <a:schemeClr val="bg1">
                    <a:alpha val="54000"/>
                  </a:schemeClr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76" name="任意多边形: 形状 75"/>
            <p:cNvSpPr/>
            <p:nvPr/>
          </p:nvSpPr>
          <p:spPr bwMode="auto">
            <a:xfrm>
              <a:off x="2732868" y="3103342"/>
              <a:ext cx="779952" cy="835172"/>
            </a:xfrm>
            <a:custGeom>
              <a:avLst/>
              <a:gdLst>
                <a:gd name="T0" fmla="*/ 16 w 233"/>
                <a:gd name="T1" fmla="*/ 136 h 249"/>
                <a:gd name="T2" fmla="*/ 0 w 233"/>
                <a:gd name="T3" fmla="*/ 146 h 249"/>
                <a:gd name="T4" fmla="*/ 198 w 233"/>
                <a:gd name="T5" fmla="*/ 167 h 249"/>
                <a:gd name="T6" fmla="*/ 161 w 233"/>
                <a:gd name="T7" fmla="*/ 0 h 249"/>
                <a:gd name="T8" fmla="*/ 146 w 233"/>
                <a:gd name="T9" fmla="*/ 20 h 249"/>
                <a:gd name="T10" fmla="*/ 190 w 233"/>
                <a:gd name="T11" fmla="*/ 168 h 249"/>
                <a:gd name="T12" fmla="*/ 16 w 233"/>
                <a:gd name="T13" fmla="*/ 13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" h="249">
                  <a:moveTo>
                    <a:pt x="16" y="136"/>
                  </a:moveTo>
                  <a:cubicBezTo>
                    <a:pt x="16" y="136"/>
                    <a:pt x="2" y="145"/>
                    <a:pt x="0" y="146"/>
                  </a:cubicBezTo>
                  <a:cubicBezTo>
                    <a:pt x="0" y="146"/>
                    <a:pt x="151" y="249"/>
                    <a:pt x="198" y="167"/>
                  </a:cubicBezTo>
                  <a:cubicBezTo>
                    <a:pt x="233" y="100"/>
                    <a:pt x="161" y="0"/>
                    <a:pt x="161" y="0"/>
                  </a:cubicBezTo>
                  <a:cubicBezTo>
                    <a:pt x="161" y="0"/>
                    <a:pt x="147" y="19"/>
                    <a:pt x="146" y="20"/>
                  </a:cubicBezTo>
                  <a:cubicBezTo>
                    <a:pt x="146" y="20"/>
                    <a:pt x="217" y="117"/>
                    <a:pt x="190" y="168"/>
                  </a:cubicBezTo>
                  <a:cubicBezTo>
                    <a:pt x="150" y="235"/>
                    <a:pt x="16" y="136"/>
                    <a:pt x="16" y="136"/>
                  </a:cubicBezTo>
                  <a:close/>
                </a:path>
              </a:pathLst>
            </a:custGeom>
            <a:noFill/>
            <a:ln w="9525">
              <a:solidFill>
                <a:schemeClr val="bg1">
                  <a:alpha val="54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1585059" y="2953811"/>
              <a:ext cx="159857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800" dirty="0">
                  <a:solidFill>
                    <a:prstClr val="white"/>
                  </a:solidFill>
                </a:rPr>
                <a:t>CONTENT</a:t>
              </a:r>
              <a:endParaRPr lang="zh-CN" altLang="en-US" sz="2800" dirty="0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PART 1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项目背景与意义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  </a:t>
            </a:r>
            <a:r>
              <a:rPr lang="zh-CN" altLang="en-US" dirty="0"/>
              <a:t>项目背景与意义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8408-57BA-4D00-B009-11999411FD7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                                            </a:t>
            </a:r>
            <a:endParaRPr lang="zh-CN" altLang="en-US" dirty="0"/>
          </a:p>
        </p:txBody>
      </p:sp>
      <p:sp>
        <p:nvSpPr>
          <p:cNvPr id="6" name="任意多边形: 形状 75"/>
          <p:cNvSpPr/>
          <p:nvPr/>
        </p:nvSpPr>
        <p:spPr>
          <a:xfrm>
            <a:off x="4605305" y="1502229"/>
            <a:ext cx="6463200" cy="4136572"/>
          </a:xfrm>
          <a:prstGeom prst="foldedCorne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    </a:t>
            </a:r>
            <a:endParaRPr lang="en-US" altLang="zh-CN" dirty="0"/>
          </a:p>
          <a:p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zh-CN" altLang="en-US" dirty="0"/>
              <a:t>  </a:t>
            </a:r>
            <a:r>
              <a:rPr lang="zh-CN" altLang="en-US" dirty="0">
                <a:latin typeface="+mj-ea"/>
                <a:ea typeface="+mj-ea"/>
              </a:rPr>
              <a:t>足部作为人体“第二心脏”，其健康与全身气血循环紧密相连。睡前足浴作为一种经典的家庭养生方式，具有改善局部血液循环、驱散寒气、缓解身心疲劳等多重保健功能。然而在传统操作中，水温难以精确维持、加热过程费时费力，导致养生效果与体验体验大打折扣。尤其在现代快节奏生活下，人们迫切需要一种既能保留传统养生精髓，又能简化操作、提升舒适度的智能养生方案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     </a:t>
            </a:r>
            <a:endParaRPr lang="en-US" altLang="zh-CN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70" y="1028700"/>
            <a:ext cx="3863753" cy="5518232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35635" y="5336810"/>
            <a:ext cx="1036835" cy="1294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PART 2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市场调研与现有产品分析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  </a:t>
            </a:r>
            <a:r>
              <a:rPr lang="zh-CN" altLang="en-US" dirty="0"/>
              <a:t>市场调研和现有产品分析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8408-57BA-4D00-B009-11999411FD7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>
          <a:xfrm>
            <a:off x="503237" y="-126291"/>
            <a:ext cx="10850563" cy="51085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                                           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" y="1546754"/>
            <a:ext cx="4083143" cy="3908649"/>
          </a:xfrm>
          <a:prstGeom prst="rect">
            <a:avLst/>
          </a:prstGeom>
        </p:spPr>
      </p:pic>
      <p:sp>
        <p:nvSpPr>
          <p:cNvPr id="11" name="任意多边形: 形状 40"/>
          <p:cNvSpPr/>
          <p:nvPr/>
        </p:nvSpPr>
        <p:spPr>
          <a:xfrm>
            <a:off x="4611354" y="1289826"/>
            <a:ext cx="1259673" cy="509962"/>
          </a:xfrm>
          <a:prstGeom prst="homePlate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市场现状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4" name="任意多边形: 形状 40"/>
          <p:cNvSpPr/>
          <p:nvPr/>
        </p:nvSpPr>
        <p:spPr>
          <a:xfrm>
            <a:off x="4611354" y="2198545"/>
            <a:ext cx="1259673" cy="509962"/>
          </a:xfrm>
          <a:prstGeom prst="homePlate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产品痛点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5" name="任意多边形: 形状 40"/>
          <p:cNvSpPr/>
          <p:nvPr/>
        </p:nvSpPr>
        <p:spPr>
          <a:xfrm>
            <a:off x="4611354" y="3073025"/>
            <a:ext cx="1259673" cy="509962"/>
          </a:xfrm>
          <a:prstGeom prst="homePlate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用户需求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6155286" y="1203544"/>
            <a:ext cx="4476428" cy="690569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/>
              <a:t>当前足浴产品品类丰富，普遍具备基础恒温功能，部分配备固定模式的按摩功能，但智能化程度低、体验同质化明显。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6155286" y="2108241"/>
            <a:ext cx="4476428" cy="690569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操作依赖人工，水温控制不便</a:t>
            </a:r>
            <a:endParaRPr lang="zh-CN" alt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按摩模式单一，缺乏个性化适配</a:t>
            </a:r>
            <a:endParaRPr lang="zh-CN" alt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远程控制功能缺失，智能交互不足</a:t>
            </a:r>
            <a:endParaRPr lang="zh-CN" altLang="en-US" sz="1200" dirty="0"/>
          </a:p>
          <a:p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6155286" y="2982721"/>
            <a:ext cx="4476428" cy="690569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/>
              <a:t>消费者已不满足于基础功能，对 </a:t>
            </a:r>
            <a:r>
              <a:rPr lang="zh-CN" altLang="en-US" sz="1200" b="1" dirty="0"/>
              <a:t>“智能操控</a:t>
            </a:r>
            <a:r>
              <a:rPr lang="en-US" altLang="zh-CN" sz="1200" b="1" dirty="0"/>
              <a:t>+</a:t>
            </a:r>
            <a:r>
              <a:rPr lang="zh-CN" altLang="en-US" sz="1200" b="1" dirty="0"/>
              <a:t>个性按摩”</a:t>
            </a:r>
            <a:r>
              <a:rPr lang="zh-CN" altLang="en-US" sz="1200" dirty="0"/>
              <a:t> 的复合型体验需求强烈，期待更便捷、舒适的智能养生解决方案。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任意多边形: 形状 63"/>
          <p:cNvSpPr/>
          <p:nvPr/>
        </p:nvSpPr>
        <p:spPr>
          <a:xfrm>
            <a:off x="4959261" y="4109769"/>
            <a:ext cx="6144168" cy="2053794"/>
          </a:xfrm>
          <a:prstGeom prst="round2DiagRect">
            <a:avLst>
              <a:gd name="adj1" fmla="val 24007"/>
              <a:gd name="adj2" fmla="val 0"/>
            </a:avLst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     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本设计以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单片机为核心，构建一个具备“智能控温”与“多模式按摩”功能的智能足浴桶系统。它支持触摸屏本地控制与手机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远程操控，运行状态通过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LCD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屏与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同步显示，实现透明化管理。系统将硬件集成与智能控制深度融合，致力于打造一款操作便捷、功能丰富且体验舒适的智能化居家养生设备，回应当前市场对个性化、智能化健康产品的消费趋势。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1" name="图形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2344" y="1546754"/>
            <a:ext cx="1331973" cy="16387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PART 3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设计重点与难点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  </a:t>
            </a:r>
            <a:r>
              <a:rPr lang="zh-CN" altLang="en-US" dirty="0"/>
              <a:t>设计重点与难点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8408-57BA-4D00-B009-11999411FD7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                                            </a:t>
            </a:r>
            <a:endParaRPr lang="zh-CN" altLang="en-US" dirty="0"/>
          </a:p>
        </p:txBody>
      </p:sp>
      <p:grpSp>
        <p:nvGrpSpPr>
          <p:cNvPr id="6" name="Group 1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250006" y="1621403"/>
            <a:ext cx="9619538" cy="3632045"/>
            <a:chOff x="1243656" y="2459978"/>
            <a:chExt cx="9619538" cy="3632045"/>
          </a:xfrm>
        </p:grpSpPr>
        <p:grpSp>
          <p:nvGrpSpPr>
            <p:cNvPr id="7" name="Group 3"/>
            <p:cNvGrpSpPr/>
            <p:nvPr/>
          </p:nvGrpSpPr>
          <p:grpSpPr>
            <a:xfrm>
              <a:off x="1243656" y="2476829"/>
              <a:ext cx="3615194" cy="3615194"/>
              <a:chOff x="1091354" y="2476829"/>
              <a:chExt cx="3615194" cy="3615194"/>
            </a:xfrm>
          </p:grpSpPr>
          <p:sp>
            <p:nvSpPr>
              <p:cNvPr id="13" name="1"/>
              <p:cNvSpPr/>
              <p:nvPr/>
            </p:nvSpPr>
            <p:spPr bwMode="auto">
              <a:xfrm>
                <a:off x="1091354" y="2476829"/>
                <a:ext cx="3615194" cy="3615194"/>
              </a:xfrm>
              <a:custGeom>
                <a:avLst/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Index-1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564880" y="3222021"/>
                <a:ext cx="813042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b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01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5" name="Title-1"/>
              <p:cNvSpPr/>
              <p:nvPr>
                <p:custDataLst>
                  <p:tags r:id="rId3"/>
                </p:custDataLst>
              </p:nvPr>
            </p:nvSpPr>
            <p:spPr>
              <a:xfrm>
                <a:off x="1594678" y="3945872"/>
                <a:ext cx="2753447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</a:rPr>
                  <a:t>设计重点</a:t>
                </a:r>
                <a:endParaRPr kumimoji="1" lang="zh-CN" altLang="en-US" sz="1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Body-1"/>
              <p:cNvSpPr/>
              <p:nvPr>
                <p:custDataLst>
                  <p:tags r:id="rId4"/>
                </p:custDataLst>
              </p:nvPr>
            </p:nvSpPr>
            <p:spPr>
              <a:xfrm>
                <a:off x="1594678" y="4390525"/>
                <a:ext cx="2753447" cy="10717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400" dirty="0">
                    <a:solidFill>
                      <a:schemeClr val="tx1"/>
                    </a:solidFill>
                  </a:rPr>
                  <a:t>精准水温控制</a:t>
                </a:r>
                <a:endParaRPr kumimoji="1" lang="en-US" altLang="zh-CN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400" dirty="0">
                    <a:solidFill>
                      <a:schemeClr val="tx1"/>
                    </a:solidFill>
                  </a:rPr>
                  <a:t>按摩模式切换</a:t>
                </a:r>
                <a:endParaRPr kumimoji="1" lang="en-US" altLang="zh-CN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400" dirty="0">
                    <a:solidFill>
                      <a:schemeClr val="tx1"/>
                    </a:solidFill>
                  </a:rPr>
                  <a:t>人机交互  </a:t>
                </a:r>
                <a:endParaRPr kumimoji="1" lang="en-US" altLang="zh-CN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400" dirty="0">
                    <a:solidFill>
                      <a:schemeClr val="tx1"/>
                    </a:solidFill>
                  </a:rPr>
                  <a:t>安全可靠保障     </a:t>
                </a:r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oup 2"/>
            <p:cNvGrpSpPr/>
            <p:nvPr/>
          </p:nvGrpSpPr>
          <p:grpSpPr>
            <a:xfrm>
              <a:off x="7248000" y="2459978"/>
              <a:ext cx="3615194" cy="3615194"/>
              <a:chOff x="7095699" y="2459978"/>
              <a:chExt cx="3615194" cy="3615194"/>
            </a:xfrm>
          </p:grpSpPr>
          <p:sp>
            <p:nvSpPr>
              <p:cNvPr id="9" name="2"/>
              <p:cNvSpPr/>
              <p:nvPr/>
            </p:nvSpPr>
            <p:spPr bwMode="auto">
              <a:xfrm>
                <a:off x="7095699" y="2459978"/>
                <a:ext cx="3615194" cy="3615194"/>
              </a:xfrm>
              <a:custGeom>
                <a:avLst/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Index-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496775" y="3204436"/>
                <a:ext cx="813042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b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02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" name="Title-2"/>
              <p:cNvSpPr/>
              <p:nvPr>
                <p:custDataLst>
                  <p:tags r:id="rId6"/>
                </p:custDataLst>
              </p:nvPr>
            </p:nvSpPr>
            <p:spPr>
              <a:xfrm>
                <a:off x="7526573" y="3928287"/>
                <a:ext cx="2753447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</a:rPr>
                  <a:t>设计难点</a:t>
                </a:r>
                <a:endParaRPr kumimoji="1" lang="zh-CN" altLang="en-US" sz="1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Body-2"/>
              <p:cNvSpPr/>
              <p:nvPr>
                <p:custDataLst>
                  <p:tags r:id="rId7"/>
                </p:custDataLst>
              </p:nvPr>
            </p:nvSpPr>
            <p:spPr>
              <a:xfrm>
                <a:off x="7526573" y="4382084"/>
                <a:ext cx="2753447" cy="10717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400" dirty="0">
                    <a:solidFill>
                      <a:schemeClr val="tx1"/>
                    </a:solidFill>
                  </a:rPr>
                  <a:t>控温精度与加热速率</a:t>
                </a:r>
                <a:endParaRPr kumimoji="1" lang="en-US" altLang="zh-CN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400" dirty="0">
                    <a:solidFill>
                      <a:schemeClr val="tx1"/>
                    </a:solidFill>
                  </a:rPr>
                  <a:t>按摩运行稳定性</a:t>
                </a:r>
                <a:endParaRPr kumimoji="1" lang="en-US" altLang="zh-CN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400" dirty="0">
                    <a:solidFill>
                      <a:schemeClr val="tx1"/>
                    </a:solidFill>
                  </a:rPr>
                  <a:t>安全保障及时准确</a:t>
                </a:r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18" name="图形 1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1116" y="928679"/>
            <a:ext cx="1547059" cy="1553056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5109029"/>
            <a:ext cx="12192000" cy="1720970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182" y="792047"/>
            <a:ext cx="1099300" cy="27909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PART 4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设计方案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  </a:t>
            </a:r>
            <a:r>
              <a:rPr lang="zh-CN" altLang="en-US" dirty="0"/>
              <a:t>设计方案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8408-57BA-4D00-B009-11999411FD7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                                            </a:t>
            </a:r>
            <a:endParaRPr lang="zh-CN" altLang="en-US" dirty="0"/>
          </a:p>
        </p:txBody>
      </p:sp>
      <p:sp>
        <p:nvSpPr>
          <p:cNvPr id="6" name="矩形: 圆角 5"/>
          <p:cNvSpPr/>
          <p:nvPr/>
        </p:nvSpPr>
        <p:spPr>
          <a:xfrm>
            <a:off x="416054" y="957020"/>
            <a:ext cx="3622546" cy="877592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四大功能预览</a:t>
            </a:r>
            <a:endParaRPr lang="zh-CN" altLang="en-US"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Group 2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2076307"/>
            <a:ext cx="10858500" cy="3849526"/>
            <a:chOff x="660400" y="2284574"/>
            <a:chExt cx="10858500" cy="3849526"/>
          </a:xfrm>
        </p:grpSpPr>
        <p:sp>
          <p:nvSpPr>
            <p:cNvPr id="8" name="OfficePLUS"/>
            <p:cNvSpPr/>
            <p:nvPr>
              <p:custDataLst>
                <p:tags r:id="rId2"/>
              </p:custDataLst>
            </p:nvPr>
          </p:nvSpPr>
          <p:spPr>
            <a:xfrm>
              <a:off x="660400" y="5319874"/>
              <a:ext cx="3398644" cy="81422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171450" indent="-171450" defTabSz="913765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9" name="OfficePLUS"/>
            <p:cNvSpPr/>
            <p:nvPr>
              <p:custDataLst>
                <p:tags r:id="rId3"/>
              </p:custDataLst>
            </p:nvPr>
          </p:nvSpPr>
          <p:spPr>
            <a:xfrm>
              <a:off x="4262244" y="5319874"/>
              <a:ext cx="7256656" cy="81422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171450" indent="-171450" defTabSz="913765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0" name="Title-4"/>
            <p:cNvSpPr txBox="1"/>
            <p:nvPr>
              <p:custDataLst>
                <p:tags r:id="rId4"/>
              </p:custDataLst>
            </p:nvPr>
          </p:nvSpPr>
          <p:spPr>
            <a:xfrm>
              <a:off x="1630509" y="5557710"/>
              <a:ext cx="2249334" cy="3385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b="1" dirty="0"/>
                <a:t>安全与辅助功能</a:t>
              </a:r>
              <a:endParaRPr lang="zh-CN" altLang="en-US" sz="1800" b="1" dirty="0"/>
            </a:p>
          </p:txBody>
        </p:sp>
        <p:sp>
          <p:nvSpPr>
            <p:cNvPr id="11" name="Body-4"/>
            <p:cNvSpPr txBox="1"/>
            <p:nvPr>
              <p:custDataLst>
                <p:tags r:id="rId5"/>
              </p:custDataLst>
            </p:nvPr>
          </p:nvSpPr>
          <p:spPr>
            <a:xfrm>
              <a:off x="4661038" y="5464255"/>
              <a:ext cx="4762842" cy="5254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1400" dirty="0"/>
                <a:t>具备漏电保护、缺水提醒、断电记忆等多重安全保障功能，确保设备安全可靠运行。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3" name="Group 10"/>
            <p:cNvGrpSpPr/>
            <p:nvPr/>
          </p:nvGrpSpPr>
          <p:grpSpPr>
            <a:xfrm>
              <a:off x="660400" y="2284574"/>
              <a:ext cx="10858500" cy="814226"/>
              <a:chOff x="660400" y="2284574"/>
              <a:chExt cx="10858500" cy="814226"/>
            </a:xfrm>
          </p:grpSpPr>
          <p:sp>
            <p:nvSpPr>
              <p:cNvPr id="24" name="OfficePLUS"/>
              <p:cNvSpPr/>
              <p:nvPr>
                <p:custDataLst>
                  <p:tags r:id="rId6"/>
                </p:custDataLst>
              </p:nvPr>
            </p:nvSpPr>
            <p:spPr>
              <a:xfrm>
                <a:off x="660400" y="2284574"/>
                <a:ext cx="3398644" cy="81422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171450" indent="-171450" defTabSz="913765">
                  <a:lnSpc>
                    <a:spcPct val="150000"/>
                  </a:lnSpc>
                  <a:buSzPct val="25000"/>
                  <a:buFont typeface="Wingdings" panose="05000000000000000000" pitchFamily="2" charset="2"/>
                  <a:buChar char="l"/>
                </a:pPr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OfficePLUS"/>
              <p:cNvSpPr/>
              <p:nvPr>
                <p:custDataLst>
                  <p:tags r:id="rId7"/>
                </p:custDataLst>
              </p:nvPr>
            </p:nvSpPr>
            <p:spPr>
              <a:xfrm>
                <a:off x="4262244" y="2284574"/>
                <a:ext cx="7256656" cy="81422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171450" indent="-171450" defTabSz="913765">
                  <a:lnSpc>
                    <a:spcPct val="150000"/>
                  </a:lnSpc>
                  <a:buSzPct val="25000"/>
                  <a:buFont typeface="Wingdings" panose="05000000000000000000" pitchFamily="2" charset="2"/>
                  <a:buChar char="l"/>
                </a:pPr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Title-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630509" y="2522410"/>
                <a:ext cx="2249334" cy="33855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b="1" dirty="0"/>
                  <a:t>智能控温功能</a:t>
                </a:r>
                <a:endParaRPr lang="zh-CN" altLang="en-US" sz="1800" b="1" dirty="0"/>
              </a:p>
            </p:txBody>
          </p:sp>
          <p:sp>
            <p:nvSpPr>
              <p:cNvPr id="28" name="Body-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661038" y="2428955"/>
                <a:ext cx="4762842" cy="5254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lvl="0" defTabSz="913765">
                  <a:lnSpc>
                    <a:spcPct val="120000"/>
                  </a:lnSpc>
                  <a:buSzPct val="25000"/>
                  <a:defRPr/>
                </a:pPr>
                <a:r>
                  <a:rPr lang="zh-CN" altLang="en-US" sz="1400" dirty="0"/>
                  <a:t>采用</a:t>
                </a:r>
                <a:r>
                  <a:rPr lang="en-US" altLang="zh-CN" sz="1400" dirty="0"/>
                  <a:t>PID</a:t>
                </a:r>
                <a:r>
                  <a:rPr lang="zh-CN" altLang="en-US" sz="1400" dirty="0"/>
                  <a:t>算法实现精准水温控制，确保温度恒定。系统具备多重安全保护机制，确保用户使用安全。</a:t>
                </a:r>
                <a:endParaRPr lang="zh-CN" altLang="en-US" sz="1400" dirty="0"/>
              </a:p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14" name="OfficePLUS"/>
            <p:cNvSpPr/>
            <p:nvPr>
              <p:custDataLst>
                <p:tags r:id="rId10"/>
              </p:custDataLst>
            </p:nvPr>
          </p:nvSpPr>
          <p:spPr>
            <a:xfrm>
              <a:off x="660400" y="3296341"/>
              <a:ext cx="3398644" cy="8142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多模式按摩功能</a:t>
              </a:r>
              <a:endParaRPr lang="zh-CN" altLang="en-US" dirty="0"/>
            </a:p>
          </p:txBody>
        </p:sp>
        <p:sp>
          <p:nvSpPr>
            <p:cNvPr id="15" name="OfficePLUS"/>
            <p:cNvSpPr/>
            <p:nvPr>
              <p:custDataLst>
                <p:tags r:id="rId11"/>
              </p:custDataLst>
            </p:nvPr>
          </p:nvSpPr>
          <p:spPr>
            <a:xfrm>
              <a:off x="4262244" y="3296341"/>
              <a:ext cx="7256656" cy="8142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Body-2"/>
            <p:cNvSpPr txBox="1"/>
            <p:nvPr>
              <p:custDataLst>
                <p:tags r:id="rId12"/>
              </p:custDataLst>
            </p:nvPr>
          </p:nvSpPr>
          <p:spPr>
            <a:xfrm>
              <a:off x="4661038" y="3440722"/>
              <a:ext cx="4762842" cy="5254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lang="en-US" altLang="zh-CN" sz="1400" dirty="0" err="1">
                  <a:solidFill>
                    <a:srgbClr val="A0AEC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提供</a:t>
              </a:r>
              <a:r>
                <a:rPr lang="en-US" altLang="zh-CN" sz="1400" b="1" dirty="0" err="1">
                  <a:solidFill>
                    <a:srgbClr val="F7FAFC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三种按摩模式</a:t>
              </a:r>
              <a:r>
                <a:rPr lang="en-US" altLang="zh-CN" sz="1400" dirty="0" err="1">
                  <a:solidFill>
                    <a:srgbClr val="A0AEC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：轻柔、标准、强劲。用户可根据需求自由切换，享受个性化按摩体验</a:t>
              </a:r>
              <a:r>
                <a:rPr lang="en-US" altLang="zh-CN" sz="1400" dirty="0">
                  <a:solidFill>
                    <a:srgbClr val="A0AEC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。</a:t>
              </a:r>
              <a:endParaRPr lang="en-US" altLang="zh-CN" sz="1400" dirty="0"/>
            </a:p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OfficePLUS"/>
            <p:cNvSpPr/>
            <p:nvPr>
              <p:custDataLst>
                <p:tags r:id="rId13"/>
              </p:custDataLst>
            </p:nvPr>
          </p:nvSpPr>
          <p:spPr>
            <a:xfrm>
              <a:off x="660400" y="4308108"/>
              <a:ext cx="3398644" cy="81422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171450" indent="-171450" defTabSz="913765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9" name="OfficePLUS"/>
            <p:cNvSpPr/>
            <p:nvPr>
              <p:custDataLst>
                <p:tags r:id="rId14"/>
              </p:custDataLst>
            </p:nvPr>
          </p:nvSpPr>
          <p:spPr>
            <a:xfrm>
              <a:off x="4262244" y="4308108"/>
              <a:ext cx="7256656" cy="81422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171450" indent="-171450" defTabSz="913765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0" name="Title-3"/>
            <p:cNvSpPr txBox="1"/>
            <p:nvPr>
              <p:custDataLst>
                <p:tags r:id="rId15"/>
              </p:custDataLst>
            </p:nvPr>
          </p:nvSpPr>
          <p:spPr>
            <a:xfrm>
              <a:off x="1630509" y="4545944"/>
              <a:ext cx="2249334" cy="3385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b="1" dirty="0"/>
                <a:t>人机交互功能</a:t>
              </a:r>
              <a:endParaRPr lang="zh-CN" altLang="en-US" sz="1800" b="1" dirty="0"/>
            </a:p>
          </p:txBody>
        </p:sp>
        <p:sp>
          <p:nvSpPr>
            <p:cNvPr id="21" name="Body-3"/>
            <p:cNvSpPr txBox="1"/>
            <p:nvPr>
              <p:custDataLst>
                <p:tags r:id="rId16"/>
              </p:custDataLst>
            </p:nvPr>
          </p:nvSpPr>
          <p:spPr>
            <a:xfrm>
              <a:off x="4661038" y="4452489"/>
              <a:ext cx="4762842" cy="5254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1400" dirty="0"/>
                <a:t>触控开关实现本地操作，手机</a:t>
              </a:r>
              <a:r>
                <a:rPr lang="en-US" altLang="zh-CN" sz="1400" dirty="0"/>
                <a:t>APP</a:t>
              </a:r>
              <a:r>
                <a:rPr lang="zh-CN" altLang="en-US" sz="1400" dirty="0"/>
                <a:t>支持远程控制，</a:t>
              </a:r>
              <a:r>
                <a:rPr lang="en-US" altLang="zh-CN" sz="1400" dirty="0"/>
                <a:t>LCD</a:t>
              </a:r>
              <a:r>
                <a:rPr lang="zh-CN" altLang="en-US" sz="1400" dirty="0"/>
                <a:t>显示屏实时显示工作状态。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</p:grpSp>
      <p:sp>
        <p:nvSpPr>
          <p:cNvPr id="30" name="Shape 5"/>
          <p:cNvSpPr/>
          <p:nvPr>
            <p:custDataLst>
              <p:tags r:id="rId17"/>
            </p:custDataLst>
          </p:nvPr>
        </p:nvSpPr>
        <p:spPr>
          <a:xfrm>
            <a:off x="935223" y="2256859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42875" y="0"/>
                </a:moveTo>
                <a:cubicBezTo>
                  <a:pt x="95548" y="0"/>
                  <a:pt x="57150" y="38398"/>
                  <a:pt x="57150" y="85725"/>
                </a:cubicBezTo>
                <a:lnTo>
                  <a:pt x="57150" y="232797"/>
                </a:lnTo>
                <a:cubicBezTo>
                  <a:pt x="30807" y="256282"/>
                  <a:pt x="14288" y="290572"/>
                  <a:pt x="14288" y="328613"/>
                </a:cubicBezTo>
                <a:cubicBezTo>
                  <a:pt x="14288" y="399604"/>
                  <a:pt x="71884" y="457200"/>
                  <a:pt x="142875" y="457200"/>
                </a:cubicBezTo>
                <a:cubicBezTo>
                  <a:pt x="213866" y="457200"/>
                  <a:pt x="271463" y="399604"/>
                  <a:pt x="271463" y="328613"/>
                </a:cubicBezTo>
                <a:cubicBezTo>
                  <a:pt x="271463" y="290572"/>
                  <a:pt x="254943" y="256282"/>
                  <a:pt x="228600" y="232797"/>
                </a:cubicBezTo>
                <a:lnTo>
                  <a:pt x="228600" y="85725"/>
                </a:lnTo>
                <a:cubicBezTo>
                  <a:pt x="228600" y="38398"/>
                  <a:pt x="190202" y="0"/>
                  <a:pt x="142875" y="0"/>
                </a:cubicBezTo>
                <a:close/>
                <a:moveTo>
                  <a:pt x="200025" y="328613"/>
                </a:moveTo>
                <a:cubicBezTo>
                  <a:pt x="200025" y="360134"/>
                  <a:pt x="174397" y="385763"/>
                  <a:pt x="142875" y="385763"/>
                </a:cubicBezTo>
                <a:cubicBezTo>
                  <a:pt x="111353" y="385763"/>
                  <a:pt x="85725" y="360134"/>
                  <a:pt x="85725" y="328613"/>
                </a:cubicBezTo>
                <a:cubicBezTo>
                  <a:pt x="85725" y="304592"/>
                  <a:pt x="100459" y="284053"/>
                  <a:pt x="121444" y="275659"/>
                </a:cubicBezTo>
                <a:lnTo>
                  <a:pt x="121444" y="192881"/>
                </a:lnTo>
                <a:cubicBezTo>
                  <a:pt x="121444" y="181005"/>
                  <a:pt x="130999" y="171450"/>
                  <a:pt x="142875" y="171450"/>
                </a:cubicBezTo>
                <a:cubicBezTo>
                  <a:pt x="154751" y="171450"/>
                  <a:pt x="164306" y="181005"/>
                  <a:pt x="164306" y="192881"/>
                </a:cubicBezTo>
                <a:lnTo>
                  <a:pt x="164306" y="275659"/>
                </a:lnTo>
                <a:cubicBezTo>
                  <a:pt x="185291" y="284143"/>
                  <a:pt x="200025" y="304681"/>
                  <a:pt x="200025" y="328613"/>
                </a:cubicBezTo>
                <a:close/>
              </a:path>
            </a:pathLst>
          </a:custGeom>
          <a:solidFill>
            <a:srgbClr val="1A202C"/>
          </a:solid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1" name="Shape 10"/>
          <p:cNvSpPr/>
          <p:nvPr>
            <p:custDataLst>
              <p:tags r:id="rId18"/>
            </p:custDataLst>
          </p:nvPr>
        </p:nvSpPr>
        <p:spPr>
          <a:xfrm>
            <a:off x="770560" y="3232455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0"/>
                </a:moveTo>
                <a:cubicBezTo>
                  <a:pt x="301556" y="0"/>
                  <a:pt x="314325" y="12769"/>
                  <a:pt x="314325" y="28575"/>
                </a:cubicBezTo>
                <a:lnTo>
                  <a:pt x="314325" y="214313"/>
                </a:lnTo>
                <a:cubicBezTo>
                  <a:pt x="314325" y="222171"/>
                  <a:pt x="320754" y="228600"/>
                  <a:pt x="328613" y="228600"/>
                </a:cubicBezTo>
                <a:cubicBezTo>
                  <a:pt x="336471" y="228600"/>
                  <a:pt x="342900" y="222171"/>
                  <a:pt x="342900" y="214313"/>
                </a:cubicBezTo>
                <a:lnTo>
                  <a:pt x="342900" y="57150"/>
                </a:lnTo>
                <a:cubicBezTo>
                  <a:pt x="342900" y="41344"/>
                  <a:pt x="355669" y="28575"/>
                  <a:pt x="371475" y="28575"/>
                </a:cubicBezTo>
                <a:cubicBezTo>
                  <a:pt x="387281" y="28575"/>
                  <a:pt x="400050" y="41344"/>
                  <a:pt x="400050" y="57150"/>
                </a:cubicBezTo>
                <a:lnTo>
                  <a:pt x="400050" y="214313"/>
                </a:lnTo>
                <a:cubicBezTo>
                  <a:pt x="400050" y="222171"/>
                  <a:pt x="406479" y="228600"/>
                  <a:pt x="414338" y="228600"/>
                </a:cubicBezTo>
                <a:cubicBezTo>
                  <a:pt x="422196" y="228600"/>
                  <a:pt x="428625" y="222171"/>
                  <a:pt x="428625" y="214313"/>
                </a:cubicBezTo>
                <a:lnTo>
                  <a:pt x="428625" y="114300"/>
                </a:lnTo>
                <a:cubicBezTo>
                  <a:pt x="428625" y="98494"/>
                  <a:pt x="441394" y="85725"/>
                  <a:pt x="457200" y="85725"/>
                </a:cubicBezTo>
                <a:cubicBezTo>
                  <a:pt x="473006" y="85725"/>
                  <a:pt x="485775" y="98494"/>
                  <a:pt x="485775" y="114300"/>
                </a:cubicBezTo>
                <a:lnTo>
                  <a:pt x="485775" y="273427"/>
                </a:lnTo>
                <a:cubicBezTo>
                  <a:pt x="468630" y="278249"/>
                  <a:pt x="454789" y="291644"/>
                  <a:pt x="449699" y="309414"/>
                </a:cubicBezTo>
                <a:lnTo>
                  <a:pt x="443895" y="329684"/>
                </a:lnTo>
                <a:lnTo>
                  <a:pt x="423624" y="335488"/>
                </a:lnTo>
                <a:cubicBezTo>
                  <a:pt x="401122" y="341918"/>
                  <a:pt x="385673" y="362456"/>
                  <a:pt x="385673" y="385852"/>
                </a:cubicBezTo>
                <a:cubicBezTo>
                  <a:pt x="385673" y="405586"/>
                  <a:pt x="396746" y="423356"/>
                  <a:pt x="413712" y="432197"/>
                </a:cubicBezTo>
                <a:cubicBezTo>
                  <a:pt x="389156" y="448092"/>
                  <a:pt x="359956" y="457289"/>
                  <a:pt x="328523" y="457289"/>
                </a:cubicBezTo>
                <a:lnTo>
                  <a:pt x="311378" y="457289"/>
                </a:lnTo>
                <a:cubicBezTo>
                  <a:pt x="258157" y="457289"/>
                  <a:pt x="206990" y="436840"/>
                  <a:pt x="168503" y="400139"/>
                </a:cubicBezTo>
                <a:lnTo>
                  <a:pt x="68223" y="304502"/>
                </a:lnTo>
                <a:cubicBezTo>
                  <a:pt x="53935" y="290929"/>
                  <a:pt x="53400" y="268248"/>
                  <a:pt x="66973" y="253960"/>
                </a:cubicBezTo>
                <a:cubicBezTo>
                  <a:pt x="80546" y="239673"/>
                  <a:pt x="103227" y="239137"/>
                  <a:pt x="117515" y="252710"/>
                </a:cubicBezTo>
                <a:lnTo>
                  <a:pt x="171539" y="304145"/>
                </a:lnTo>
                <a:cubicBezTo>
                  <a:pt x="171539" y="302806"/>
                  <a:pt x="171450" y="301377"/>
                  <a:pt x="171450" y="300038"/>
                </a:cubicBezTo>
                <a:lnTo>
                  <a:pt x="171450" y="57150"/>
                </a:lnTo>
                <a:cubicBezTo>
                  <a:pt x="171450" y="41344"/>
                  <a:pt x="184219" y="28575"/>
                  <a:pt x="200025" y="28575"/>
                </a:cubicBezTo>
                <a:cubicBezTo>
                  <a:pt x="215831" y="28575"/>
                  <a:pt x="228600" y="41344"/>
                  <a:pt x="228600" y="57150"/>
                </a:cubicBezTo>
                <a:lnTo>
                  <a:pt x="228600" y="214313"/>
                </a:lnTo>
                <a:cubicBezTo>
                  <a:pt x="228600" y="222171"/>
                  <a:pt x="235029" y="228600"/>
                  <a:pt x="242888" y="228600"/>
                </a:cubicBezTo>
                <a:cubicBezTo>
                  <a:pt x="250746" y="228600"/>
                  <a:pt x="257175" y="222171"/>
                  <a:pt x="257175" y="214313"/>
                </a:cubicBezTo>
                <a:lnTo>
                  <a:pt x="257175" y="28575"/>
                </a:lnTo>
                <a:cubicBezTo>
                  <a:pt x="257175" y="12769"/>
                  <a:pt x="269944" y="0"/>
                  <a:pt x="285750" y="0"/>
                </a:cubicBezTo>
                <a:close/>
                <a:moveTo>
                  <a:pt x="279231" y="291644"/>
                </a:moveTo>
                <a:cubicBezTo>
                  <a:pt x="278249" y="288161"/>
                  <a:pt x="275034" y="285750"/>
                  <a:pt x="271463" y="285750"/>
                </a:cubicBezTo>
                <a:cubicBezTo>
                  <a:pt x="267891" y="285750"/>
                  <a:pt x="264676" y="288161"/>
                  <a:pt x="263694" y="291644"/>
                </a:cubicBezTo>
                <a:lnTo>
                  <a:pt x="257175" y="314325"/>
                </a:lnTo>
                <a:lnTo>
                  <a:pt x="234494" y="320844"/>
                </a:lnTo>
                <a:cubicBezTo>
                  <a:pt x="231011" y="321826"/>
                  <a:pt x="228600" y="325041"/>
                  <a:pt x="228600" y="328613"/>
                </a:cubicBezTo>
                <a:cubicBezTo>
                  <a:pt x="228600" y="332184"/>
                  <a:pt x="231011" y="335399"/>
                  <a:pt x="234494" y="336381"/>
                </a:cubicBezTo>
                <a:lnTo>
                  <a:pt x="257175" y="342900"/>
                </a:lnTo>
                <a:lnTo>
                  <a:pt x="263694" y="365581"/>
                </a:lnTo>
                <a:cubicBezTo>
                  <a:pt x="264676" y="369064"/>
                  <a:pt x="267891" y="371475"/>
                  <a:pt x="271463" y="371475"/>
                </a:cubicBezTo>
                <a:cubicBezTo>
                  <a:pt x="275034" y="371475"/>
                  <a:pt x="278249" y="369064"/>
                  <a:pt x="279231" y="365581"/>
                </a:cubicBezTo>
                <a:lnTo>
                  <a:pt x="285750" y="342900"/>
                </a:lnTo>
                <a:lnTo>
                  <a:pt x="308431" y="336381"/>
                </a:lnTo>
                <a:cubicBezTo>
                  <a:pt x="311914" y="335399"/>
                  <a:pt x="314325" y="332184"/>
                  <a:pt x="314325" y="328613"/>
                </a:cubicBezTo>
                <a:cubicBezTo>
                  <a:pt x="314325" y="325041"/>
                  <a:pt x="311914" y="321826"/>
                  <a:pt x="308431" y="320844"/>
                </a:cubicBezTo>
                <a:lnTo>
                  <a:pt x="285750" y="314325"/>
                </a:lnTo>
                <a:lnTo>
                  <a:pt x="279231" y="291644"/>
                </a:lnTo>
                <a:close/>
                <a:moveTo>
                  <a:pt x="92869" y="107156"/>
                </a:moveTo>
                <a:lnTo>
                  <a:pt x="135999" y="119479"/>
                </a:lnTo>
                <a:cubicBezTo>
                  <a:pt x="140107" y="120640"/>
                  <a:pt x="142875" y="124391"/>
                  <a:pt x="142875" y="128588"/>
                </a:cubicBezTo>
                <a:cubicBezTo>
                  <a:pt x="142875" y="132784"/>
                  <a:pt x="140107" y="136535"/>
                  <a:pt x="135999" y="137696"/>
                </a:cubicBezTo>
                <a:lnTo>
                  <a:pt x="92869" y="150019"/>
                </a:lnTo>
                <a:lnTo>
                  <a:pt x="80546" y="193149"/>
                </a:lnTo>
                <a:cubicBezTo>
                  <a:pt x="79385" y="197257"/>
                  <a:pt x="75634" y="200025"/>
                  <a:pt x="71438" y="200025"/>
                </a:cubicBezTo>
                <a:cubicBezTo>
                  <a:pt x="67241" y="200025"/>
                  <a:pt x="63490" y="197257"/>
                  <a:pt x="62329" y="193149"/>
                </a:cubicBezTo>
                <a:lnTo>
                  <a:pt x="50006" y="150019"/>
                </a:lnTo>
                <a:lnTo>
                  <a:pt x="6876" y="137696"/>
                </a:lnTo>
                <a:cubicBezTo>
                  <a:pt x="2768" y="136535"/>
                  <a:pt x="0" y="132784"/>
                  <a:pt x="0" y="128588"/>
                </a:cubicBezTo>
                <a:cubicBezTo>
                  <a:pt x="0" y="124391"/>
                  <a:pt x="2768" y="120640"/>
                  <a:pt x="6876" y="119479"/>
                </a:cubicBezTo>
                <a:lnTo>
                  <a:pt x="50006" y="107156"/>
                </a:lnTo>
                <a:lnTo>
                  <a:pt x="62329" y="64026"/>
                </a:lnTo>
                <a:cubicBezTo>
                  <a:pt x="63490" y="59918"/>
                  <a:pt x="67241" y="57150"/>
                  <a:pt x="71438" y="57150"/>
                </a:cubicBezTo>
                <a:cubicBezTo>
                  <a:pt x="75634" y="57150"/>
                  <a:pt x="79385" y="59918"/>
                  <a:pt x="80546" y="64026"/>
                </a:cubicBezTo>
                <a:lnTo>
                  <a:pt x="92869" y="107156"/>
                </a:lnTo>
                <a:close/>
                <a:moveTo>
                  <a:pt x="521494" y="364331"/>
                </a:moveTo>
                <a:lnTo>
                  <a:pt x="564624" y="376654"/>
                </a:lnTo>
                <a:cubicBezTo>
                  <a:pt x="568732" y="377815"/>
                  <a:pt x="571500" y="381566"/>
                  <a:pt x="571500" y="385763"/>
                </a:cubicBezTo>
                <a:cubicBezTo>
                  <a:pt x="571500" y="389959"/>
                  <a:pt x="568732" y="393710"/>
                  <a:pt x="564624" y="394871"/>
                </a:cubicBezTo>
                <a:lnTo>
                  <a:pt x="521494" y="407194"/>
                </a:lnTo>
                <a:lnTo>
                  <a:pt x="509171" y="450324"/>
                </a:lnTo>
                <a:cubicBezTo>
                  <a:pt x="508010" y="454432"/>
                  <a:pt x="504259" y="457200"/>
                  <a:pt x="500063" y="457200"/>
                </a:cubicBezTo>
                <a:cubicBezTo>
                  <a:pt x="495866" y="457200"/>
                  <a:pt x="492115" y="454432"/>
                  <a:pt x="490954" y="450324"/>
                </a:cubicBezTo>
                <a:lnTo>
                  <a:pt x="478631" y="407194"/>
                </a:lnTo>
                <a:lnTo>
                  <a:pt x="435501" y="394871"/>
                </a:lnTo>
                <a:cubicBezTo>
                  <a:pt x="431393" y="393710"/>
                  <a:pt x="428625" y="389959"/>
                  <a:pt x="428625" y="385763"/>
                </a:cubicBezTo>
                <a:cubicBezTo>
                  <a:pt x="428625" y="381566"/>
                  <a:pt x="431393" y="377815"/>
                  <a:pt x="435501" y="376654"/>
                </a:cubicBezTo>
                <a:lnTo>
                  <a:pt x="478631" y="364331"/>
                </a:lnTo>
                <a:lnTo>
                  <a:pt x="490954" y="321201"/>
                </a:lnTo>
                <a:cubicBezTo>
                  <a:pt x="492115" y="317093"/>
                  <a:pt x="495866" y="314325"/>
                  <a:pt x="500063" y="314325"/>
                </a:cubicBezTo>
                <a:cubicBezTo>
                  <a:pt x="504259" y="314325"/>
                  <a:pt x="508010" y="317093"/>
                  <a:pt x="509171" y="321201"/>
                </a:cubicBezTo>
                <a:lnTo>
                  <a:pt x="521494" y="364331"/>
                </a:lnTo>
                <a:close/>
              </a:path>
            </a:pathLst>
          </a:custGeom>
          <a:solidFill>
            <a:srgbClr val="1A202C"/>
          </a:solid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Shape 15"/>
          <p:cNvSpPr/>
          <p:nvPr>
            <p:custDataLst>
              <p:tags r:id="rId19"/>
            </p:custDataLst>
          </p:nvPr>
        </p:nvSpPr>
        <p:spPr>
          <a:xfrm>
            <a:off x="887648" y="4244222"/>
            <a:ext cx="454412" cy="432009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1A202C"/>
          </a:solid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Shape 20"/>
          <p:cNvSpPr/>
          <p:nvPr>
            <p:custDataLst>
              <p:tags r:id="rId20"/>
            </p:custDataLst>
          </p:nvPr>
        </p:nvSpPr>
        <p:spPr>
          <a:xfrm>
            <a:off x="921617" y="529095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1A202C"/>
          </a:solid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32485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妈妈数黑体" pitchFamily="34" charset="-120"/>
              </a:rPr>
              <a:t>主控芯片选型与系统架构</a:t>
            </a:r>
            <a:endParaRPr 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妈妈数黑体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0525" y="1381125"/>
            <a:ext cx="4552950" cy="1390650"/>
          </a:xfrm>
          <a:custGeom>
            <a:avLst/>
            <a:gdLst/>
            <a:ahLst/>
            <a:cxnLst/>
            <a:rect l="l" t="t" r="r" b="b"/>
            <a:pathLst>
              <a:path w="6070600" h="1854200">
                <a:moveTo>
                  <a:pt x="203202" y="0"/>
                </a:moveTo>
                <a:lnTo>
                  <a:pt x="5867398" y="0"/>
                </a:lnTo>
                <a:cubicBezTo>
                  <a:pt x="5979623" y="0"/>
                  <a:pt x="6070600" y="90977"/>
                  <a:pt x="6070600" y="203202"/>
                </a:cubicBezTo>
                <a:lnTo>
                  <a:pt x="6070600" y="1650998"/>
                </a:lnTo>
                <a:cubicBezTo>
                  <a:pt x="6070600" y="1763223"/>
                  <a:pt x="5979623" y="1854200"/>
                  <a:pt x="5867398" y="1854200"/>
                </a:cubicBezTo>
                <a:lnTo>
                  <a:pt x="203202" y="1854200"/>
                </a:lnTo>
                <a:cubicBezTo>
                  <a:pt x="90977" y="1854200"/>
                  <a:pt x="0" y="1763223"/>
                  <a:pt x="0" y="1650998"/>
                </a:cubicBezTo>
                <a:lnTo>
                  <a:pt x="0" y="203202"/>
                </a:lnTo>
                <a:cubicBezTo>
                  <a:pt x="0" y="91052"/>
                  <a:pt x="91052" y="0"/>
                  <a:pt x="203202" y="0"/>
                </a:cubicBezTo>
                <a:close/>
              </a:path>
            </a:pathLst>
          </a:cu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" name="Shape 4"/>
          <p:cNvSpPr/>
          <p:nvPr/>
        </p:nvSpPr>
        <p:spPr>
          <a:xfrm>
            <a:off x="628650" y="16192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52400" y="0"/>
                </a:moveTo>
                <a:lnTo>
                  <a:pt x="863600" y="0"/>
                </a:lnTo>
                <a:cubicBezTo>
                  <a:pt x="947712" y="0"/>
                  <a:pt x="1016000" y="68288"/>
                  <a:pt x="1016000" y="152400"/>
                </a:cubicBezTo>
                <a:lnTo>
                  <a:pt x="1016000" y="863600"/>
                </a:lnTo>
                <a:cubicBezTo>
                  <a:pt x="1016000" y="947712"/>
                  <a:pt x="947712" y="1016000"/>
                  <a:pt x="863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7" name="Shape 5"/>
          <p:cNvSpPr/>
          <p:nvPr/>
        </p:nvSpPr>
        <p:spPr>
          <a:xfrm>
            <a:off x="838200" y="1828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1A202C"/>
          </a:solidFill>
        </p:spPr>
      </p:sp>
      <p:sp>
        <p:nvSpPr>
          <p:cNvPr id="8" name="Text 6"/>
          <p:cNvSpPr/>
          <p:nvPr/>
        </p:nvSpPr>
        <p:spPr>
          <a:xfrm>
            <a:off x="1581150" y="1619250"/>
            <a:ext cx="3238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STM32F103单片机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81150" y="2038350"/>
            <a:ext cx="3200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ARM Cortex-M3内核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，主频可达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72 MHz ，具备丰富且稳定的外设资源。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1000" y="2933700"/>
            <a:ext cx="4572000" cy="2971800"/>
          </a:xfrm>
          <a:custGeom>
            <a:avLst/>
            <a:gdLst/>
            <a:ahLst/>
            <a:cxnLst/>
            <a:rect l="l" t="t" r="r" b="b"/>
            <a:pathLst>
              <a:path w="6096000" h="3962400">
                <a:moveTo>
                  <a:pt x="152394" y="0"/>
                </a:moveTo>
                <a:lnTo>
                  <a:pt x="5943606" y="0"/>
                </a:lnTo>
                <a:cubicBezTo>
                  <a:pt x="6027771" y="0"/>
                  <a:pt x="6096000" y="68229"/>
                  <a:pt x="6096000" y="152394"/>
                </a:cubicBezTo>
                <a:lnTo>
                  <a:pt x="6096000" y="3810006"/>
                </a:lnTo>
                <a:cubicBezTo>
                  <a:pt x="6096000" y="3894171"/>
                  <a:pt x="6027771" y="3962400"/>
                  <a:pt x="5943606" y="3962400"/>
                </a:cubicBezTo>
                <a:lnTo>
                  <a:pt x="152394" y="3962400"/>
                </a:lnTo>
                <a:cubicBezTo>
                  <a:pt x="68229" y="3962400"/>
                  <a:pt x="0" y="3894171"/>
                  <a:pt x="0" y="38100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Shape 9"/>
          <p:cNvSpPr/>
          <p:nvPr/>
        </p:nvSpPr>
        <p:spPr>
          <a:xfrm>
            <a:off x="595313" y="3162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6377" y="18008"/>
                </a:moveTo>
                <a:cubicBezTo>
                  <a:pt x="71785" y="21779"/>
                  <a:pt x="73075" y="29220"/>
                  <a:pt x="69304" y="34578"/>
                </a:cubicBezTo>
                <a:lnTo>
                  <a:pt x="41523" y="74265"/>
                </a:lnTo>
                <a:cubicBezTo>
                  <a:pt x="39489" y="77143"/>
                  <a:pt x="36314" y="78978"/>
                  <a:pt x="32792" y="79276"/>
                </a:cubicBezTo>
                <a:cubicBezTo>
                  <a:pt x="29270" y="79573"/>
                  <a:pt x="25797" y="78383"/>
                  <a:pt x="23316" y="75902"/>
                </a:cubicBezTo>
                <a:lnTo>
                  <a:pt x="3473" y="56059"/>
                </a:lnTo>
                <a:cubicBezTo>
                  <a:pt x="-1141" y="51395"/>
                  <a:pt x="-1141" y="43855"/>
                  <a:pt x="3473" y="39191"/>
                </a:cubicBezTo>
                <a:cubicBezTo>
                  <a:pt x="8086" y="34528"/>
                  <a:pt x="15677" y="34578"/>
                  <a:pt x="20340" y="39191"/>
                </a:cubicBezTo>
                <a:lnTo>
                  <a:pt x="30163" y="49014"/>
                </a:lnTo>
                <a:lnTo>
                  <a:pt x="49808" y="20935"/>
                </a:lnTo>
                <a:cubicBezTo>
                  <a:pt x="53578" y="15528"/>
                  <a:pt x="61020" y="14238"/>
                  <a:pt x="66377" y="18008"/>
                </a:cubicBezTo>
                <a:close/>
                <a:moveTo>
                  <a:pt x="66377" y="97383"/>
                </a:moveTo>
                <a:cubicBezTo>
                  <a:pt x="71785" y="101154"/>
                  <a:pt x="73075" y="108595"/>
                  <a:pt x="69304" y="113953"/>
                </a:cubicBezTo>
                <a:lnTo>
                  <a:pt x="41523" y="153640"/>
                </a:lnTo>
                <a:cubicBezTo>
                  <a:pt x="39489" y="156518"/>
                  <a:pt x="36314" y="158353"/>
                  <a:pt x="32792" y="158651"/>
                </a:cubicBezTo>
                <a:cubicBezTo>
                  <a:pt x="29270" y="158948"/>
                  <a:pt x="25797" y="157758"/>
                  <a:pt x="23316" y="155277"/>
                </a:cubicBezTo>
                <a:lnTo>
                  <a:pt x="3473" y="135434"/>
                </a:lnTo>
                <a:cubicBezTo>
                  <a:pt x="-1191" y="130770"/>
                  <a:pt x="-1191" y="123230"/>
                  <a:pt x="3473" y="118616"/>
                </a:cubicBezTo>
                <a:cubicBezTo>
                  <a:pt x="8136" y="114002"/>
                  <a:pt x="15677" y="113953"/>
                  <a:pt x="20290" y="118616"/>
                </a:cubicBezTo>
                <a:lnTo>
                  <a:pt x="30113" y="128439"/>
                </a:lnTo>
                <a:lnTo>
                  <a:pt x="49758" y="100360"/>
                </a:lnTo>
                <a:cubicBezTo>
                  <a:pt x="53529" y="94952"/>
                  <a:pt x="60970" y="93662"/>
                  <a:pt x="66328" y="97433"/>
                </a:cubicBezTo>
                <a:close/>
                <a:moveTo>
                  <a:pt x="111125" y="47625"/>
                </a:moveTo>
                <a:cubicBezTo>
                  <a:pt x="111125" y="38844"/>
                  <a:pt x="118219" y="31750"/>
                  <a:pt x="127000" y="31750"/>
                </a:cubicBez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27000" y="63500"/>
                </a:lnTo>
                <a:cubicBezTo>
                  <a:pt x="118219" y="63500"/>
                  <a:pt x="111125" y="56406"/>
                  <a:pt x="111125" y="47625"/>
                </a:cubicBezTo>
                <a:close/>
                <a:moveTo>
                  <a:pt x="111125" y="127000"/>
                </a:moveTo>
                <a:cubicBezTo>
                  <a:pt x="111125" y="118219"/>
                  <a:pt x="118219" y="111125"/>
                  <a:pt x="127000" y="111125"/>
                </a:cubicBez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27000" y="142875"/>
                </a:lnTo>
                <a:cubicBezTo>
                  <a:pt x="118219" y="142875"/>
                  <a:pt x="111125" y="135781"/>
                  <a:pt x="111125" y="127000"/>
                </a:cubicBezTo>
                <a:close/>
                <a:moveTo>
                  <a:pt x="79375" y="206375"/>
                </a:moveTo>
                <a:cubicBezTo>
                  <a:pt x="79375" y="197594"/>
                  <a:pt x="86469" y="190500"/>
                  <a:pt x="95250" y="190500"/>
                </a:cubicBez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95250" y="222250"/>
                </a:lnTo>
                <a:cubicBezTo>
                  <a:pt x="86469" y="222250"/>
                  <a:pt x="79375" y="215156"/>
                  <a:pt x="79375" y="206375"/>
                </a:cubicBezTo>
                <a:close/>
                <a:moveTo>
                  <a:pt x="31750" y="186531"/>
                </a:moveTo>
                <a:cubicBezTo>
                  <a:pt x="42702" y="186531"/>
                  <a:pt x="51594" y="195423"/>
                  <a:pt x="51594" y="206375"/>
                </a:cubicBezTo>
                <a:cubicBezTo>
                  <a:pt x="51594" y="217327"/>
                  <a:pt x="42702" y="226219"/>
                  <a:pt x="31750" y="226219"/>
                </a:cubicBezTo>
                <a:cubicBezTo>
                  <a:pt x="20798" y="226219"/>
                  <a:pt x="11906" y="217327"/>
                  <a:pt x="11906" y="206375"/>
                </a:cubicBezTo>
                <a:cubicBezTo>
                  <a:pt x="11906" y="195423"/>
                  <a:pt x="20798" y="186531"/>
                  <a:pt x="31750" y="186531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12" name="Text 10"/>
          <p:cNvSpPr/>
          <p:nvPr/>
        </p:nvSpPr>
        <p:spPr>
          <a:xfrm>
            <a:off x="809625" y="3124200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妈妈数黑体" pitchFamily="34" charset="-120"/>
              </a:rPr>
              <a:t>核心优势</a:t>
            </a:r>
            <a:endParaRPr lang="en-US" sz="1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妈妈数黑体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1500" y="3543300"/>
            <a:ext cx="4191000" cy="457200"/>
          </a:xfrm>
          <a:custGeom>
            <a:avLst/>
            <a:gdLst/>
            <a:ahLst/>
            <a:cxnLst/>
            <a:rect l="l" t="t" r="r" b="b"/>
            <a:pathLst>
              <a:path w="5588000" h="609600">
                <a:moveTo>
                  <a:pt x="101602" y="0"/>
                </a:moveTo>
                <a:lnTo>
                  <a:pt x="5486398" y="0"/>
                </a:lnTo>
                <a:cubicBezTo>
                  <a:pt x="5542511" y="0"/>
                  <a:pt x="5588000" y="45489"/>
                  <a:pt x="5588000" y="101602"/>
                </a:cubicBezTo>
                <a:lnTo>
                  <a:pt x="5588000" y="507998"/>
                </a:lnTo>
                <a:cubicBezTo>
                  <a:pt x="5588000" y="564111"/>
                  <a:pt x="5542511" y="609600"/>
                  <a:pt x="5486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04850" y="3695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69850" y="9525"/>
                </a:moveTo>
                <a:cubicBezTo>
                  <a:pt x="69850" y="4247"/>
                  <a:pt x="65603" y="0"/>
                  <a:pt x="60325" y="0"/>
                </a:cubicBezTo>
                <a:cubicBezTo>
                  <a:pt x="55047" y="0"/>
                  <a:pt x="50800" y="4247"/>
                  <a:pt x="50800" y="9525"/>
                </a:cubicBezTo>
                <a:lnTo>
                  <a:pt x="50800" y="25400"/>
                </a:lnTo>
                <a:cubicBezTo>
                  <a:pt x="36790" y="25400"/>
                  <a:pt x="25400" y="36790"/>
                  <a:pt x="25400" y="50800"/>
                </a:cubicBezTo>
                <a:lnTo>
                  <a:pt x="9525" y="50800"/>
                </a:lnTo>
                <a:cubicBezTo>
                  <a:pt x="4247" y="50800"/>
                  <a:pt x="0" y="55047"/>
                  <a:pt x="0" y="60325"/>
                </a:cubicBezTo>
                <a:cubicBezTo>
                  <a:pt x="0" y="65603"/>
                  <a:pt x="4247" y="69850"/>
                  <a:pt x="9525" y="69850"/>
                </a:cubicBezTo>
                <a:lnTo>
                  <a:pt x="25400" y="69850"/>
                </a:lnTo>
                <a:lnTo>
                  <a:pt x="25400" y="92075"/>
                </a:lnTo>
                <a:lnTo>
                  <a:pt x="9525" y="92075"/>
                </a:lnTo>
                <a:cubicBezTo>
                  <a:pt x="4247" y="92075"/>
                  <a:pt x="0" y="96322"/>
                  <a:pt x="0" y="101600"/>
                </a:cubicBezTo>
                <a:cubicBezTo>
                  <a:pt x="0" y="106878"/>
                  <a:pt x="4247" y="111125"/>
                  <a:pt x="9525" y="111125"/>
                </a:cubicBezTo>
                <a:lnTo>
                  <a:pt x="25400" y="111125"/>
                </a:lnTo>
                <a:lnTo>
                  <a:pt x="25400" y="133350"/>
                </a:lnTo>
                <a:lnTo>
                  <a:pt x="9525" y="133350"/>
                </a:lnTo>
                <a:cubicBezTo>
                  <a:pt x="4247" y="133350"/>
                  <a:pt x="0" y="137597"/>
                  <a:pt x="0" y="142875"/>
                </a:cubicBezTo>
                <a:cubicBezTo>
                  <a:pt x="0" y="148153"/>
                  <a:pt x="4247" y="152400"/>
                  <a:pt x="9525" y="152400"/>
                </a:cubicBezTo>
                <a:lnTo>
                  <a:pt x="25400" y="152400"/>
                </a:lnTo>
                <a:cubicBezTo>
                  <a:pt x="25400" y="166410"/>
                  <a:pt x="36790" y="177800"/>
                  <a:pt x="50800" y="177800"/>
                </a:cubicBezTo>
                <a:lnTo>
                  <a:pt x="50800" y="193675"/>
                </a:lnTo>
                <a:cubicBezTo>
                  <a:pt x="50800" y="198953"/>
                  <a:pt x="55047" y="203200"/>
                  <a:pt x="60325" y="203200"/>
                </a:cubicBezTo>
                <a:cubicBezTo>
                  <a:pt x="65603" y="203200"/>
                  <a:pt x="69850" y="198953"/>
                  <a:pt x="69850" y="193675"/>
                </a:cubicBezTo>
                <a:lnTo>
                  <a:pt x="69850" y="177800"/>
                </a:lnTo>
                <a:lnTo>
                  <a:pt x="92075" y="177800"/>
                </a:lnTo>
                <a:lnTo>
                  <a:pt x="92075" y="193675"/>
                </a:lnTo>
                <a:cubicBezTo>
                  <a:pt x="92075" y="198953"/>
                  <a:pt x="96322" y="203200"/>
                  <a:pt x="101600" y="203200"/>
                </a:cubicBezTo>
                <a:cubicBezTo>
                  <a:pt x="106878" y="203200"/>
                  <a:pt x="111125" y="198953"/>
                  <a:pt x="111125" y="193675"/>
                </a:cubicBezTo>
                <a:lnTo>
                  <a:pt x="111125" y="177800"/>
                </a:lnTo>
                <a:lnTo>
                  <a:pt x="133350" y="177800"/>
                </a:lnTo>
                <a:lnTo>
                  <a:pt x="133350" y="193675"/>
                </a:lnTo>
                <a:cubicBezTo>
                  <a:pt x="133350" y="198953"/>
                  <a:pt x="137597" y="203200"/>
                  <a:pt x="142875" y="203200"/>
                </a:cubicBezTo>
                <a:cubicBezTo>
                  <a:pt x="148153" y="203200"/>
                  <a:pt x="152400" y="198953"/>
                  <a:pt x="152400" y="193675"/>
                </a:cubicBezTo>
                <a:lnTo>
                  <a:pt x="152400" y="177800"/>
                </a:lnTo>
                <a:cubicBezTo>
                  <a:pt x="166410" y="177800"/>
                  <a:pt x="177800" y="166410"/>
                  <a:pt x="177800" y="152400"/>
                </a:cubicBezTo>
                <a:lnTo>
                  <a:pt x="193675" y="152400"/>
                </a:lnTo>
                <a:cubicBezTo>
                  <a:pt x="198953" y="152400"/>
                  <a:pt x="203200" y="148153"/>
                  <a:pt x="203200" y="142875"/>
                </a:cubicBezTo>
                <a:cubicBezTo>
                  <a:pt x="203200" y="137597"/>
                  <a:pt x="198953" y="133350"/>
                  <a:pt x="193675" y="133350"/>
                </a:cubicBezTo>
                <a:lnTo>
                  <a:pt x="177800" y="133350"/>
                </a:lnTo>
                <a:lnTo>
                  <a:pt x="177800" y="111125"/>
                </a:lnTo>
                <a:lnTo>
                  <a:pt x="193675" y="111125"/>
                </a:lnTo>
                <a:cubicBezTo>
                  <a:pt x="198953" y="111125"/>
                  <a:pt x="203200" y="106878"/>
                  <a:pt x="203200" y="101600"/>
                </a:cubicBezTo>
                <a:cubicBezTo>
                  <a:pt x="203200" y="96322"/>
                  <a:pt x="198953" y="92075"/>
                  <a:pt x="193675" y="92075"/>
                </a:cubicBezTo>
                <a:lnTo>
                  <a:pt x="177800" y="92075"/>
                </a:lnTo>
                <a:lnTo>
                  <a:pt x="177800" y="69850"/>
                </a:lnTo>
                <a:lnTo>
                  <a:pt x="193675" y="69850"/>
                </a:lnTo>
                <a:cubicBezTo>
                  <a:pt x="198953" y="69850"/>
                  <a:pt x="203200" y="65603"/>
                  <a:pt x="203200" y="60325"/>
                </a:cubicBezTo>
                <a:cubicBezTo>
                  <a:pt x="203200" y="55047"/>
                  <a:pt x="198953" y="50800"/>
                  <a:pt x="193675" y="50800"/>
                </a:cubicBez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52400" y="9525"/>
                </a:lnTo>
                <a:cubicBezTo>
                  <a:pt x="152400" y="4247"/>
                  <a:pt x="148153" y="0"/>
                  <a:pt x="142875" y="0"/>
                </a:cubicBezTo>
                <a:cubicBezTo>
                  <a:pt x="137597" y="0"/>
                  <a:pt x="133350" y="4247"/>
                  <a:pt x="133350" y="9525"/>
                </a:cubicBezTo>
                <a:lnTo>
                  <a:pt x="133350" y="25400"/>
                </a:lnTo>
                <a:lnTo>
                  <a:pt x="111125" y="25400"/>
                </a:lnTo>
                <a:lnTo>
                  <a:pt x="111125" y="9525"/>
                </a:lnTo>
                <a:cubicBezTo>
                  <a:pt x="111125" y="4247"/>
                  <a:pt x="106878" y="0"/>
                  <a:pt x="101600" y="0"/>
                </a:cubicBezTo>
                <a:cubicBezTo>
                  <a:pt x="96322" y="0"/>
                  <a:pt x="92075" y="4247"/>
                  <a:pt x="92075" y="9525"/>
                </a:cubicBezTo>
                <a:lnTo>
                  <a:pt x="92075" y="25400"/>
                </a:lnTo>
                <a:lnTo>
                  <a:pt x="69850" y="25400"/>
                </a:lnTo>
                <a:lnTo>
                  <a:pt x="69850" y="9525"/>
                </a:lnTo>
                <a:close/>
                <a:moveTo>
                  <a:pt x="63500" y="50800"/>
                </a:moveTo>
                <a:lnTo>
                  <a:pt x="139700" y="50800"/>
                </a:lnTo>
                <a:cubicBezTo>
                  <a:pt x="146725" y="50800"/>
                  <a:pt x="152400" y="56475"/>
                  <a:pt x="152400" y="63500"/>
                </a:cubicBezTo>
                <a:lnTo>
                  <a:pt x="152400" y="139700"/>
                </a:lnTo>
                <a:cubicBezTo>
                  <a:pt x="152400" y="146725"/>
                  <a:pt x="146725" y="152400"/>
                  <a:pt x="139700" y="152400"/>
                </a:cubicBezTo>
                <a:lnTo>
                  <a:pt x="63500" y="152400"/>
                </a:lnTo>
                <a:cubicBezTo>
                  <a:pt x="56475" y="152400"/>
                  <a:pt x="50800" y="146725"/>
                  <a:pt x="50800" y="139700"/>
                </a:cubicBezTo>
                <a:lnTo>
                  <a:pt x="50800" y="63500"/>
                </a:lnTo>
                <a:cubicBezTo>
                  <a:pt x="50800" y="56475"/>
                  <a:pt x="56475" y="50800"/>
                  <a:pt x="63500" y="50800"/>
                </a:cubicBezTo>
                <a:close/>
                <a:moveTo>
                  <a:pt x="69850" y="69850"/>
                </a:moveTo>
                <a:lnTo>
                  <a:pt x="69850" y="133350"/>
                </a:lnTo>
                <a:lnTo>
                  <a:pt x="133350" y="133350"/>
                </a:lnTo>
                <a:lnTo>
                  <a:pt x="133350" y="69850"/>
                </a:lnTo>
                <a:lnTo>
                  <a:pt x="69850" y="69850"/>
                </a:ln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15" name="Text 13"/>
          <p:cNvSpPr/>
          <p:nvPr/>
        </p:nvSpPr>
        <p:spPr>
          <a:xfrm>
            <a:off x="990600" y="3657600"/>
            <a:ext cx="285305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高性能</a:t>
            </a:r>
            <a:r>
              <a: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— 72MHz主频，Cortex-M3内核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1500" y="4114800"/>
            <a:ext cx="4191000" cy="457200"/>
          </a:xfrm>
          <a:custGeom>
            <a:avLst/>
            <a:gdLst/>
            <a:ahLst/>
            <a:cxnLst/>
            <a:rect l="l" t="t" r="r" b="b"/>
            <a:pathLst>
              <a:path w="5588000" h="609600">
                <a:moveTo>
                  <a:pt x="101602" y="0"/>
                </a:moveTo>
                <a:lnTo>
                  <a:pt x="5486398" y="0"/>
                </a:lnTo>
                <a:cubicBezTo>
                  <a:pt x="5542511" y="0"/>
                  <a:pt x="5588000" y="45489"/>
                  <a:pt x="5588000" y="101602"/>
                </a:cubicBezTo>
                <a:lnTo>
                  <a:pt x="5588000" y="507998"/>
                </a:lnTo>
                <a:cubicBezTo>
                  <a:pt x="5588000" y="564111"/>
                  <a:pt x="5542511" y="609600"/>
                  <a:pt x="5486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04850" y="4267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88900"/>
                </a:moveTo>
                <a:lnTo>
                  <a:pt x="0" y="165100"/>
                </a:lnTo>
                <a:cubicBezTo>
                  <a:pt x="0" y="172125"/>
                  <a:pt x="5675" y="177800"/>
                  <a:pt x="12700" y="177800"/>
                </a:cubicBezTo>
                <a:lnTo>
                  <a:pt x="25400" y="177800"/>
                </a:lnTo>
                <a:lnTo>
                  <a:pt x="25400" y="136525"/>
                </a:lnTo>
                <a:cubicBezTo>
                  <a:pt x="25400" y="131247"/>
                  <a:pt x="29647" y="127000"/>
                  <a:pt x="34925" y="127000"/>
                </a:cubicBezTo>
                <a:cubicBezTo>
                  <a:pt x="40203" y="127000"/>
                  <a:pt x="44450" y="131247"/>
                  <a:pt x="44450" y="136525"/>
                </a:cubicBezTo>
                <a:lnTo>
                  <a:pt x="44450" y="177800"/>
                </a:lnTo>
                <a:lnTo>
                  <a:pt x="69850" y="177800"/>
                </a:lnTo>
                <a:lnTo>
                  <a:pt x="69850" y="136525"/>
                </a:lnTo>
                <a:cubicBezTo>
                  <a:pt x="69850" y="131247"/>
                  <a:pt x="74097" y="127000"/>
                  <a:pt x="79375" y="127000"/>
                </a:cubicBezTo>
                <a:cubicBezTo>
                  <a:pt x="84653" y="127000"/>
                  <a:pt x="88900" y="131247"/>
                  <a:pt x="88900" y="136525"/>
                </a:cubicBezTo>
                <a:lnTo>
                  <a:pt x="88900" y="177800"/>
                </a:lnTo>
                <a:lnTo>
                  <a:pt x="114300" y="177800"/>
                </a:lnTo>
                <a:lnTo>
                  <a:pt x="114300" y="136525"/>
                </a:lnTo>
                <a:cubicBezTo>
                  <a:pt x="114300" y="131247"/>
                  <a:pt x="118547" y="127000"/>
                  <a:pt x="123825" y="127000"/>
                </a:cubicBezTo>
                <a:cubicBezTo>
                  <a:pt x="129103" y="127000"/>
                  <a:pt x="133350" y="131247"/>
                  <a:pt x="133350" y="136525"/>
                </a:cubicBezTo>
                <a:lnTo>
                  <a:pt x="133350" y="177800"/>
                </a:lnTo>
                <a:lnTo>
                  <a:pt x="158750" y="177800"/>
                </a:lnTo>
                <a:lnTo>
                  <a:pt x="158750" y="136525"/>
                </a:lnTo>
                <a:cubicBezTo>
                  <a:pt x="158750" y="131247"/>
                  <a:pt x="162997" y="127000"/>
                  <a:pt x="168275" y="127000"/>
                </a:cubicBezTo>
                <a:cubicBezTo>
                  <a:pt x="173553" y="127000"/>
                  <a:pt x="177800" y="131247"/>
                  <a:pt x="177800" y="136525"/>
                </a:cubicBezTo>
                <a:lnTo>
                  <a:pt x="177800" y="177800"/>
                </a:lnTo>
                <a:lnTo>
                  <a:pt x="190500" y="177800"/>
                </a:lnTo>
                <a:cubicBezTo>
                  <a:pt x="197525" y="177800"/>
                  <a:pt x="203200" y="172125"/>
                  <a:pt x="203200" y="165100"/>
                </a:cubicBezTo>
                <a:lnTo>
                  <a:pt x="203200" y="88900"/>
                </a:lnTo>
                <a:cubicBezTo>
                  <a:pt x="203200" y="81875"/>
                  <a:pt x="197525" y="76200"/>
                  <a:pt x="190500" y="76200"/>
                </a:cubicBezTo>
                <a:lnTo>
                  <a:pt x="177800" y="76200"/>
                </a:lnTo>
                <a:lnTo>
                  <a:pt x="177800" y="63500"/>
                </a:lnTo>
                <a:cubicBezTo>
                  <a:pt x="177800" y="56475"/>
                  <a:pt x="172125" y="50800"/>
                  <a:pt x="165100" y="50800"/>
                </a:cubicBezTo>
                <a:lnTo>
                  <a:pt x="152400" y="50800"/>
                </a:lnTo>
                <a:lnTo>
                  <a:pt x="152400" y="38100"/>
                </a:lnTo>
                <a:cubicBezTo>
                  <a:pt x="152400" y="31075"/>
                  <a:pt x="146725" y="25400"/>
                  <a:pt x="139700" y="25400"/>
                </a:cubicBezTo>
                <a:lnTo>
                  <a:pt x="63500" y="25400"/>
                </a:lnTo>
                <a:cubicBezTo>
                  <a:pt x="56475" y="25400"/>
                  <a:pt x="50800" y="31075"/>
                  <a:pt x="50800" y="38100"/>
                </a:cubicBezTo>
                <a:lnTo>
                  <a:pt x="50800" y="50800"/>
                </a:lnTo>
                <a:lnTo>
                  <a:pt x="38100" y="50800"/>
                </a:lnTo>
                <a:cubicBezTo>
                  <a:pt x="31075" y="50800"/>
                  <a:pt x="25400" y="56475"/>
                  <a:pt x="25400" y="63500"/>
                </a:cubicBezTo>
                <a:lnTo>
                  <a:pt x="25400" y="76200"/>
                </a:lnTo>
                <a:lnTo>
                  <a:pt x="12700" y="76200"/>
                </a:lnTo>
                <a:cubicBezTo>
                  <a:pt x="5675" y="76200"/>
                  <a:pt x="0" y="81875"/>
                  <a:pt x="0" y="8890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18" name="Text 16"/>
          <p:cNvSpPr/>
          <p:nvPr/>
        </p:nvSpPr>
        <p:spPr>
          <a:xfrm>
            <a:off x="990600" y="4229100"/>
            <a:ext cx="317944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丰富</a:t>
            </a:r>
            <a:r>
              <a: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外设</a:t>
            </a:r>
            <a:r>
              <a: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— 多路PWM、ADC、SPI、GPIO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1500" y="4686300"/>
            <a:ext cx="4191000" cy="457200"/>
          </a:xfrm>
          <a:custGeom>
            <a:avLst/>
            <a:gdLst/>
            <a:ahLst/>
            <a:cxnLst/>
            <a:rect l="l" t="t" r="r" b="b"/>
            <a:pathLst>
              <a:path w="5588000" h="609600">
                <a:moveTo>
                  <a:pt x="101602" y="0"/>
                </a:moveTo>
                <a:lnTo>
                  <a:pt x="5486398" y="0"/>
                </a:lnTo>
                <a:cubicBezTo>
                  <a:pt x="5542511" y="0"/>
                  <a:pt x="5588000" y="45489"/>
                  <a:pt x="5588000" y="101602"/>
                </a:cubicBezTo>
                <a:lnTo>
                  <a:pt x="5588000" y="507998"/>
                </a:lnTo>
                <a:cubicBezTo>
                  <a:pt x="5588000" y="564111"/>
                  <a:pt x="5542511" y="609600"/>
                  <a:pt x="5486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04850" y="4838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6154" y="90686"/>
                </a:moveTo>
                <a:cubicBezTo>
                  <a:pt x="31433" y="53777"/>
                  <a:pt x="63222" y="25400"/>
                  <a:pt x="101600" y="25400"/>
                </a:cubicBezTo>
                <a:cubicBezTo>
                  <a:pt x="122634" y="25400"/>
                  <a:pt x="141684" y="33933"/>
                  <a:pt x="155496" y="47704"/>
                </a:cubicBezTo>
                <a:cubicBezTo>
                  <a:pt x="155575" y="47784"/>
                  <a:pt x="155654" y="47863"/>
                  <a:pt x="155734" y="47943"/>
                </a:cubicBezTo>
                <a:lnTo>
                  <a:pt x="158750" y="50800"/>
                </a:lnTo>
                <a:lnTo>
                  <a:pt x="139740" y="50800"/>
                </a:lnTo>
                <a:cubicBezTo>
                  <a:pt x="132715" y="50800"/>
                  <a:pt x="127040" y="56475"/>
                  <a:pt x="127040" y="63500"/>
                </a:cubicBezTo>
                <a:cubicBezTo>
                  <a:pt x="127040" y="70525"/>
                  <a:pt x="132715" y="76200"/>
                  <a:pt x="139740" y="76200"/>
                </a:cubicBezTo>
                <a:lnTo>
                  <a:pt x="190540" y="76200"/>
                </a:lnTo>
                <a:cubicBezTo>
                  <a:pt x="197564" y="76200"/>
                  <a:pt x="203240" y="70525"/>
                  <a:pt x="203240" y="63500"/>
                </a:cubicBezTo>
                <a:lnTo>
                  <a:pt x="203240" y="12700"/>
                </a:lnTo>
                <a:cubicBezTo>
                  <a:pt x="203240" y="5675"/>
                  <a:pt x="197564" y="0"/>
                  <a:pt x="190540" y="0"/>
                </a:cubicBezTo>
                <a:cubicBezTo>
                  <a:pt x="183515" y="0"/>
                  <a:pt x="177840" y="5675"/>
                  <a:pt x="177840" y="12700"/>
                </a:cubicBezTo>
                <a:lnTo>
                  <a:pt x="177840" y="33893"/>
                </a:lnTo>
                <a:lnTo>
                  <a:pt x="173355" y="29647"/>
                </a:lnTo>
                <a:cubicBezTo>
                  <a:pt x="154980" y="11351"/>
                  <a:pt x="129580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lose/>
                <a:moveTo>
                  <a:pt x="202168" y="116086"/>
                </a:moveTo>
                <a:cubicBezTo>
                  <a:pt x="203160" y="109141"/>
                  <a:pt x="198318" y="102711"/>
                  <a:pt x="191413" y="101719"/>
                </a:cubicBezTo>
                <a:cubicBezTo>
                  <a:pt x="184507" y="100727"/>
                  <a:pt x="178038" y="105569"/>
                  <a:pt x="177046" y="112474"/>
                </a:cubicBezTo>
                <a:cubicBezTo>
                  <a:pt x="171767" y="149384"/>
                  <a:pt x="139978" y="177760"/>
                  <a:pt x="101600" y="177760"/>
                </a:cubicBezTo>
                <a:cubicBezTo>
                  <a:pt x="80566" y="177760"/>
                  <a:pt x="61516" y="169228"/>
                  <a:pt x="47704" y="155456"/>
                </a:cubicBezTo>
                <a:cubicBezTo>
                  <a:pt x="47625" y="155377"/>
                  <a:pt x="47546" y="155297"/>
                  <a:pt x="47466" y="155218"/>
                </a:cubicBezTo>
                <a:lnTo>
                  <a:pt x="44450" y="152360"/>
                </a:lnTo>
                <a:lnTo>
                  <a:pt x="63460" y="152360"/>
                </a:lnTo>
                <a:cubicBezTo>
                  <a:pt x="70485" y="152360"/>
                  <a:pt x="76160" y="146685"/>
                  <a:pt x="76160" y="139660"/>
                </a:cubicBezTo>
                <a:cubicBezTo>
                  <a:pt x="76160" y="132636"/>
                  <a:pt x="70485" y="126960"/>
                  <a:pt x="63460" y="126960"/>
                </a:cubicBezTo>
                <a:lnTo>
                  <a:pt x="12700" y="127000"/>
                </a:lnTo>
                <a:cubicBezTo>
                  <a:pt x="9327" y="127000"/>
                  <a:pt x="6072" y="128349"/>
                  <a:pt x="3691" y="130770"/>
                </a:cubicBezTo>
                <a:cubicBezTo>
                  <a:pt x="1310" y="133191"/>
                  <a:pt x="-40" y="136406"/>
                  <a:pt x="0" y="139819"/>
                </a:cubicBezTo>
                <a:lnTo>
                  <a:pt x="397" y="190222"/>
                </a:lnTo>
                <a:cubicBezTo>
                  <a:pt x="437" y="197247"/>
                  <a:pt x="6191" y="202883"/>
                  <a:pt x="13216" y="202803"/>
                </a:cubicBezTo>
                <a:cubicBezTo>
                  <a:pt x="20241" y="202724"/>
                  <a:pt x="25876" y="197009"/>
                  <a:pt x="25797" y="189984"/>
                </a:cubicBezTo>
                <a:lnTo>
                  <a:pt x="25638" y="169545"/>
                </a:lnTo>
                <a:lnTo>
                  <a:pt x="29885" y="173553"/>
                </a:lnTo>
                <a:cubicBezTo>
                  <a:pt x="48260" y="191849"/>
                  <a:pt x="73620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21" name="Text 19"/>
          <p:cNvSpPr/>
          <p:nvPr/>
        </p:nvSpPr>
        <p:spPr>
          <a:xfrm>
            <a:off x="990600" y="4800600"/>
            <a:ext cx="2447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稳定可靠</a:t>
            </a:r>
            <a:r>
              <a: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— 工业级品质，抗干扰强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1500" y="5257800"/>
            <a:ext cx="4191000" cy="457200"/>
          </a:xfrm>
          <a:custGeom>
            <a:avLst/>
            <a:gdLst/>
            <a:ahLst/>
            <a:cxnLst/>
            <a:rect l="l" t="t" r="r" b="b"/>
            <a:pathLst>
              <a:path w="5588000" h="609600">
                <a:moveTo>
                  <a:pt x="101602" y="0"/>
                </a:moveTo>
                <a:lnTo>
                  <a:pt x="5486398" y="0"/>
                </a:lnTo>
                <a:cubicBezTo>
                  <a:pt x="5542511" y="0"/>
                  <a:pt x="5588000" y="45489"/>
                  <a:pt x="5588000" y="101602"/>
                </a:cubicBezTo>
                <a:lnTo>
                  <a:pt x="5588000" y="507998"/>
                </a:lnTo>
                <a:cubicBezTo>
                  <a:pt x="5588000" y="564111"/>
                  <a:pt x="5542511" y="609600"/>
                  <a:pt x="5486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733425" y="54102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53975" y="9525"/>
                </a:moveTo>
                <a:cubicBezTo>
                  <a:pt x="53975" y="4247"/>
                  <a:pt x="58222" y="0"/>
                  <a:pt x="63500" y="0"/>
                </a:cubicBezTo>
                <a:cubicBezTo>
                  <a:pt x="68778" y="0"/>
                  <a:pt x="73025" y="4247"/>
                  <a:pt x="73025" y="9525"/>
                </a:cubicBezTo>
                <a:lnTo>
                  <a:pt x="73025" y="25400"/>
                </a:lnTo>
                <a:lnTo>
                  <a:pt x="95250" y="25400"/>
                </a:lnTo>
                <a:cubicBezTo>
                  <a:pt x="102275" y="25400"/>
                  <a:pt x="107950" y="31075"/>
                  <a:pt x="107950" y="38100"/>
                </a:cubicBezTo>
                <a:cubicBezTo>
                  <a:pt x="107950" y="45125"/>
                  <a:pt x="102275" y="50800"/>
                  <a:pt x="95250" y="50800"/>
                </a:cubicBezTo>
                <a:lnTo>
                  <a:pt x="49649" y="50800"/>
                </a:lnTo>
                <a:cubicBezTo>
                  <a:pt x="39767" y="50800"/>
                  <a:pt x="31750" y="58817"/>
                  <a:pt x="31750" y="68699"/>
                </a:cubicBezTo>
                <a:cubicBezTo>
                  <a:pt x="31750" y="77629"/>
                  <a:pt x="38298" y="85169"/>
                  <a:pt x="47109" y="86439"/>
                </a:cubicBezTo>
                <a:lnTo>
                  <a:pt x="83463" y="91638"/>
                </a:lnTo>
                <a:cubicBezTo>
                  <a:pt x="104815" y="94694"/>
                  <a:pt x="120650" y="112951"/>
                  <a:pt x="120650" y="134501"/>
                </a:cubicBezTo>
                <a:cubicBezTo>
                  <a:pt x="120650" y="158433"/>
                  <a:pt x="101243" y="177800"/>
                  <a:pt x="77351" y="177800"/>
                </a:cubicBezTo>
                <a:lnTo>
                  <a:pt x="73025" y="177800"/>
                </a:lnTo>
                <a:lnTo>
                  <a:pt x="73025" y="193675"/>
                </a:lnTo>
                <a:cubicBezTo>
                  <a:pt x="73025" y="198953"/>
                  <a:pt x="68778" y="203200"/>
                  <a:pt x="63500" y="203200"/>
                </a:cubicBezTo>
                <a:cubicBezTo>
                  <a:pt x="58222" y="203200"/>
                  <a:pt x="53975" y="198953"/>
                  <a:pt x="53975" y="193675"/>
                </a:cubicBezTo>
                <a:lnTo>
                  <a:pt x="53975" y="177800"/>
                </a:lnTo>
                <a:lnTo>
                  <a:pt x="25400" y="177800"/>
                </a:lnTo>
                <a:cubicBezTo>
                  <a:pt x="18375" y="177800"/>
                  <a:pt x="12700" y="172125"/>
                  <a:pt x="12700" y="165100"/>
                </a:cubicBezTo>
                <a:cubicBezTo>
                  <a:pt x="12700" y="158075"/>
                  <a:pt x="18375" y="152400"/>
                  <a:pt x="25400" y="152400"/>
                </a:cubicBezTo>
                <a:lnTo>
                  <a:pt x="77351" y="152400"/>
                </a:lnTo>
                <a:cubicBezTo>
                  <a:pt x="87233" y="152400"/>
                  <a:pt x="95250" y="144383"/>
                  <a:pt x="95250" y="134501"/>
                </a:cubicBezTo>
                <a:cubicBezTo>
                  <a:pt x="95250" y="125571"/>
                  <a:pt x="88702" y="118031"/>
                  <a:pt x="79891" y="116761"/>
                </a:cubicBezTo>
                <a:lnTo>
                  <a:pt x="43537" y="111562"/>
                </a:lnTo>
                <a:cubicBezTo>
                  <a:pt x="22185" y="108545"/>
                  <a:pt x="6350" y="90249"/>
                  <a:pt x="6350" y="68699"/>
                </a:cubicBezTo>
                <a:cubicBezTo>
                  <a:pt x="6350" y="44807"/>
                  <a:pt x="25757" y="25400"/>
                  <a:pt x="49649" y="25400"/>
                </a:cubicBezTo>
                <a:lnTo>
                  <a:pt x="53975" y="25400"/>
                </a:lnTo>
                <a:lnTo>
                  <a:pt x="53975" y="9525"/>
                </a:ln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24" name="Text 22"/>
          <p:cNvSpPr/>
          <p:nvPr/>
        </p:nvSpPr>
        <p:spPr>
          <a:xfrm>
            <a:off x="990600" y="5372100"/>
            <a:ext cx="2295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成本优势</a:t>
            </a:r>
            <a:r>
              <a: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— 性价比高，易于采购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4" name="ECB019B1-382A-4266-B25C-5B523AA43C14-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015" y="1619250"/>
            <a:ext cx="6735445" cy="3994785"/>
          </a:xfrm>
          <a:prstGeom prst="rect">
            <a:avLst/>
          </a:prstGeom>
        </p:spPr>
      </p:pic>
      <p:sp>
        <p:nvSpPr>
          <p:cNvPr id="56" name="矩形: 圆角 54"/>
          <p:cNvSpPr/>
          <p:nvPr/>
        </p:nvSpPr>
        <p:spPr>
          <a:xfrm>
            <a:off x="800717" y="165805"/>
            <a:ext cx="2152795" cy="534639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4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设计方案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77832" y="930758"/>
            <a:ext cx="11353973" cy="3041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800" b="1" dirty="0">
                <a:solidFill>
                  <a:schemeClr val="tx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加热控温模块设计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77832" y="1336236"/>
            <a:ext cx="4561633" cy="2239347"/>
          </a:xfrm>
          <a:custGeom>
            <a:avLst/>
            <a:gdLst/>
            <a:ahLst/>
            <a:cxnLst/>
            <a:rect l="l" t="t" r="r" b="b"/>
            <a:pathLst>
              <a:path w="6082177" h="2985796">
                <a:moveTo>
                  <a:pt x="147439" y="0"/>
                </a:moveTo>
                <a:lnTo>
                  <a:pt x="5934738" y="0"/>
                </a:lnTo>
                <a:cubicBezTo>
                  <a:pt x="6016166" y="0"/>
                  <a:pt x="6082177" y="66011"/>
                  <a:pt x="6082177" y="147439"/>
                </a:cubicBezTo>
                <a:lnTo>
                  <a:pt x="6082177" y="2838357"/>
                </a:lnTo>
                <a:cubicBezTo>
                  <a:pt x="6082177" y="2919785"/>
                  <a:pt x="6016166" y="2985796"/>
                  <a:pt x="5934738" y="2985796"/>
                </a:cubicBezTo>
                <a:lnTo>
                  <a:pt x="147439" y="2985796"/>
                </a:lnTo>
                <a:cubicBezTo>
                  <a:pt x="66011" y="2985796"/>
                  <a:pt x="0" y="2919785"/>
                  <a:pt x="0" y="2838357"/>
                </a:cubicBezTo>
                <a:lnTo>
                  <a:pt x="0" y="147439"/>
                </a:lnTo>
                <a:cubicBezTo>
                  <a:pt x="0" y="66065"/>
                  <a:pt x="66065" y="0"/>
                  <a:pt x="147439" y="0"/>
                </a:cubicBezTo>
                <a:close/>
              </a:path>
            </a:pathLst>
          </a:cu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571356" y="1529760"/>
            <a:ext cx="516064" cy="516064"/>
          </a:xfrm>
          <a:custGeom>
            <a:avLst/>
            <a:gdLst/>
            <a:ahLst/>
            <a:cxnLst/>
            <a:rect l="l" t="t" r="r" b="b"/>
            <a:pathLst>
              <a:path w="688085" h="688085">
                <a:moveTo>
                  <a:pt x="147450" y="0"/>
                </a:moveTo>
                <a:lnTo>
                  <a:pt x="540635" y="0"/>
                </a:lnTo>
                <a:cubicBezTo>
                  <a:pt x="622015" y="0"/>
                  <a:pt x="688085" y="66070"/>
                  <a:pt x="688085" y="147450"/>
                </a:cubicBezTo>
                <a:lnTo>
                  <a:pt x="688085" y="540635"/>
                </a:lnTo>
                <a:cubicBezTo>
                  <a:pt x="688085" y="622015"/>
                  <a:pt x="622015" y="688085"/>
                  <a:pt x="540635" y="688085"/>
                </a:cubicBezTo>
                <a:lnTo>
                  <a:pt x="147450" y="688085"/>
                </a:lnTo>
                <a:cubicBezTo>
                  <a:pt x="66070" y="688085"/>
                  <a:pt x="0" y="622015"/>
                  <a:pt x="0" y="540635"/>
                </a:cubicBezTo>
                <a:lnTo>
                  <a:pt x="0" y="147450"/>
                </a:lnTo>
                <a:cubicBezTo>
                  <a:pt x="0" y="66070"/>
                  <a:pt x="66070" y="0"/>
                  <a:pt x="147450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7" name="Shape 5"/>
          <p:cNvSpPr/>
          <p:nvPr/>
        </p:nvSpPr>
        <p:spPr>
          <a:xfrm>
            <a:off x="732626" y="1677207"/>
            <a:ext cx="193524" cy="221170"/>
          </a:xfrm>
          <a:custGeom>
            <a:avLst/>
            <a:gdLst/>
            <a:ahLst/>
            <a:cxnLst/>
            <a:rect l="l" t="t" r="r" b="b"/>
            <a:pathLst>
              <a:path w="258032" h="294893">
                <a:moveTo>
                  <a:pt x="92442" y="-15205"/>
                </a:moveTo>
                <a:cubicBezTo>
                  <a:pt x="97799" y="-19698"/>
                  <a:pt x="105689" y="-19525"/>
                  <a:pt x="110815" y="-14687"/>
                </a:cubicBezTo>
                <a:cubicBezTo>
                  <a:pt x="117900" y="-8006"/>
                  <a:pt x="124235" y="-634"/>
                  <a:pt x="130341" y="6854"/>
                </a:cubicBezTo>
                <a:cubicBezTo>
                  <a:pt x="138116" y="16357"/>
                  <a:pt x="147447" y="28913"/>
                  <a:pt x="156432" y="43831"/>
                </a:cubicBezTo>
                <a:cubicBezTo>
                  <a:pt x="159427" y="39914"/>
                  <a:pt x="162191" y="36459"/>
                  <a:pt x="164610" y="33521"/>
                </a:cubicBezTo>
                <a:cubicBezTo>
                  <a:pt x="165244" y="32772"/>
                  <a:pt x="165878" y="31966"/>
                  <a:pt x="166511" y="31160"/>
                </a:cubicBezTo>
                <a:cubicBezTo>
                  <a:pt x="171061" y="25515"/>
                  <a:pt x="176706" y="18431"/>
                  <a:pt x="184251" y="18431"/>
                </a:cubicBezTo>
                <a:cubicBezTo>
                  <a:pt x="191969" y="18431"/>
                  <a:pt x="197383" y="25285"/>
                  <a:pt x="201990" y="31160"/>
                </a:cubicBezTo>
                <a:cubicBezTo>
                  <a:pt x="202739" y="32139"/>
                  <a:pt x="203488" y="33060"/>
                  <a:pt x="204237" y="33924"/>
                </a:cubicBezTo>
                <a:cubicBezTo>
                  <a:pt x="210169" y="41066"/>
                  <a:pt x="218060" y="51376"/>
                  <a:pt x="225951" y="64105"/>
                </a:cubicBezTo>
                <a:cubicBezTo>
                  <a:pt x="241617" y="89390"/>
                  <a:pt x="257974" y="125387"/>
                  <a:pt x="257974" y="165820"/>
                </a:cubicBezTo>
                <a:cubicBezTo>
                  <a:pt x="257974" y="237067"/>
                  <a:pt x="200205" y="294836"/>
                  <a:pt x="128958" y="294836"/>
                </a:cubicBezTo>
                <a:cubicBezTo>
                  <a:pt x="57712" y="294836"/>
                  <a:pt x="0" y="237124"/>
                  <a:pt x="0" y="165878"/>
                </a:cubicBezTo>
                <a:cubicBezTo>
                  <a:pt x="0" y="113407"/>
                  <a:pt x="23672" y="67964"/>
                  <a:pt x="46365" y="36286"/>
                </a:cubicBezTo>
                <a:cubicBezTo>
                  <a:pt x="57827" y="20332"/>
                  <a:pt x="69231" y="7545"/>
                  <a:pt x="77813" y="-1210"/>
                </a:cubicBezTo>
                <a:cubicBezTo>
                  <a:pt x="82536" y="-6048"/>
                  <a:pt x="87316" y="-10828"/>
                  <a:pt x="92500" y="-15148"/>
                </a:cubicBezTo>
                <a:close/>
                <a:moveTo>
                  <a:pt x="129995" y="239601"/>
                </a:moveTo>
                <a:cubicBezTo>
                  <a:pt x="144567" y="239601"/>
                  <a:pt x="157468" y="235569"/>
                  <a:pt x="169621" y="227506"/>
                </a:cubicBezTo>
                <a:cubicBezTo>
                  <a:pt x="193869" y="210572"/>
                  <a:pt x="200378" y="176706"/>
                  <a:pt x="185806" y="150096"/>
                </a:cubicBezTo>
                <a:cubicBezTo>
                  <a:pt x="183214" y="144912"/>
                  <a:pt x="176590" y="144567"/>
                  <a:pt x="172847" y="148944"/>
                </a:cubicBezTo>
                <a:lnTo>
                  <a:pt x="158332" y="165820"/>
                </a:lnTo>
                <a:cubicBezTo>
                  <a:pt x="154531" y="170197"/>
                  <a:pt x="147677" y="170082"/>
                  <a:pt x="144106" y="165532"/>
                </a:cubicBezTo>
                <a:cubicBezTo>
                  <a:pt x="134142" y="152803"/>
                  <a:pt x="115826" y="129592"/>
                  <a:pt x="106496" y="117727"/>
                </a:cubicBezTo>
                <a:cubicBezTo>
                  <a:pt x="103385" y="113753"/>
                  <a:pt x="97741" y="113119"/>
                  <a:pt x="94112" y="116633"/>
                </a:cubicBezTo>
                <a:cubicBezTo>
                  <a:pt x="83572" y="126885"/>
                  <a:pt x="64450" y="149347"/>
                  <a:pt x="64450" y="176706"/>
                </a:cubicBezTo>
                <a:cubicBezTo>
                  <a:pt x="64450" y="216217"/>
                  <a:pt x="93594" y="239601"/>
                  <a:pt x="129937" y="239601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8" name="Text 6"/>
          <p:cNvSpPr/>
          <p:nvPr/>
        </p:nvSpPr>
        <p:spPr>
          <a:xfrm>
            <a:off x="1198004" y="1658776"/>
            <a:ext cx="1382313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石墨烯加热贴片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357" y="2193270"/>
            <a:ext cx="4248308" cy="479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采用石墨烯加热贴片作为主要加热元件，具有升温快、受热均匀、功耗低的特点。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1357" y="2819919"/>
            <a:ext cx="1345451" cy="562141"/>
          </a:xfrm>
          <a:custGeom>
            <a:avLst/>
            <a:gdLst/>
            <a:ahLst/>
            <a:cxnLst/>
            <a:rect l="l" t="t" r="r" b="b"/>
            <a:pathLst>
              <a:path w="1793935" h="749521">
                <a:moveTo>
                  <a:pt x="98300" y="0"/>
                </a:moveTo>
                <a:lnTo>
                  <a:pt x="1695635" y="0"/>
                </a:lnTo>
                <a:cubicBezTo>
                  <a:pt x="1749925" y="0"/>
                  <a:pt x="1793935" y="44010"/>
                  <a:pt x="1793935" y="98300"/>
                </a:cubicBezTo>
                <a:lnTo>
                  <a:pt x="1793935" y="651221"/>
                </a:lnTo>
                <a:cubicBezTo>
                  <a:pt x="1793935" y="705511"/>
                  <a:pt x="1749925" y="749521"/>
                  <a:pt x="1695635" y="749521"/>
                </a:cubicBezTo>
                <a:lnTo>
                  <a:pt x="98300" y="749521"/>
                </a:lnTo>
                <a:cubicBezTo>
                  <a:pt x="44010" y="749521"/>
                  <a:pt x="0" y="705511"/>
                  <a:pt x="0" y="651221"/>
                </a:cubicBezTo>
                <a:lnTo>
                  <a:pt x="0" y="98300"/>
                </a:lnTo>
                <a:cubicBezTo>
                  <a:pt x="0" y="44047"/>
                  <a:pt x="44047" y="0"/>
                  <a:pt x="983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1150488" y="2893642"/>
            <a:ext cx="184309" cy="184309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111593" y="2496"/>
                </a:moveTo>
                <a:cubicBezTo>
                  <a:pt x="118745" y="-816"/>
                  <a:pt x="127000" y="-816"/>
                  <a:pt x="134152" y="2496"/>
                </a:cubicBezTo>
                <a:lnTo>
                  <a:pt x="239073" y="50973"/>
                </a:lnTo>
                <a:cubicBezTo>
                  <a:pt x="243153" y="52845"/>
                  <a:pt x="245745" y="56924"/>
                  <a:pt x="245745" y="61436"/>
                </a:cubicBezTo>
                <a:cubicBezTo>
                  <a:pt x="245745" y="65948"/>
                  <a:pt x="243153" y="70028"/>
                  <a:pt x="239073" y="71899"/>
                </a:cubicBezTo>
                <a:lnTo>
                  <a:pt x="134152" y="120376"/>
                </a:lnTo>
                <a:cubicBezTo>
                  <a:pt x="127000" y="123688"/>
                  <a:pt x="118745" y="123688"/>
                  <a:pt x="111593" y="120376"/>
                </a:cubicBezTo>
                <a:lnTo>
                  <a:pt x="6672" y="71899"/>
                </a:lnTo>
                <a:cubicBezTo>
                  <a:pt x="2592" y="69980"/>
                  <a:pt x="0" y="65900"/>
                  <a:pt x="0" y="61436"/>
                </a:cubicBezTo>
                <a:cubicBezTo>
                  <a:pt x="0" y="56972"/>
                  <a:pt x="2592" y="52845"/>
                  <a:pt x="6672" y="50973"/>
                </a:cubicBezTo>
                <a:lnTo>
                  <a:pt x="111593" y="2496"/>
                </a:lnTo>
                <a:close/>
                <a:moveTo>
                  <a:pt x="23087" y="104825"/>
                </a:moveTo>
                <a:lnTo>
                  <a:pt x="101946" y="141255"/>
                </a:lnTo>
                <a:cubicBezTo>
                  <a:pt x="115241" y="147399"/>
                  <a:pt x="130552" y="147399"/>
                  <a:pt x="143847" y="141255"/>
                </a:cubicBezTo>
                <a:lnTo>
                  <a:pt x="222706" y="104825"/>
                </a:lnTo>
                <a:lnTo>
                  <a:pt x="239073" y="112409"/>
                </a:lnTo>
                <a:cubicBezTo>
                  <a:pt x="243153" y="114281"/>
                  <a:pt x="245745" y="118361"/>
                  <a:pt x="245745" y="122872"/>
                </a:cubicBezTo>
                <a:cubicBezTo>
                  <a:pt x="245745" y="127384"/>
                  <a:pt x="243153" y="131464"/>
                  <a:pt x="239073" y="133336"/>
                </a:cubicBezTo>
                <a:lnTo>
                  <a:pt x="134152" y="181813"/>
                </a:lnTo>
                <a:cubicBezTo>
                  <a:pt x="127000" y="185124"/>
                  <a:pt x="118745" y="185124"/>
                  <a:pt x="111593" y="181813"/>
                </a:cubicBezTo>
                <a:lnTo>
                  <a:pt x="6672" y="133336"/>
                </a:lnTo>
                <a:cubicBezTo>
                  <a:pt x="2592" y="131416"/>
                  <a:pt x="0" y="127336"/>
                  <a:pt x="0" y="122872"/>
                </a:cubicBezTo>
                <a:cubicBezTo>
                  <a:pt x="0" y="118409"/>
                  <a:pt x="2592" y="114281"/>
                  <a:pt x="6672" y="112409"/>
                </a:cubicBezTo>
                <a:lnTo>
                  <a:pt x="23039" y="104825"/>
                </a:lnTo>
                <a:close/>
                <a:moveTo>
                  <a:pt x="6672" y="173845"/>
                </a:moveTo>
                <a:lnTo>
                  <a:pt x="23039" y="166262"/>
                </a:lnTo>
                <a:lnTo>
                  <a:pt x="101898" y="202691"/>
                </a:lnTo>
                <a:cubicBezTo>
                  <a:pt x="115193" y="208835"/>
                  <a:pt x="130504" y="208835"/>
                  <a:pt x="143799" y="202691"/>
                </a:cubicBezTo>
                <a:lnTo>
                  <a:pt x="222658" y="166262"/>
                </a:lnTo>
                <a:lnTo>
                  <a:pt x="239025" y="173845"/>
                </a:lnTo>
                <a:cubicBezTo>
                  <a:pt x="243105" y="175717"/>
                  <a:pt x="245697" y="179797"/>
                  <a:pt x="245697" y="184308"/>
                </a:cubicBezTo>
                <a:cubicBezTo>
                  <a:pt x="245697" y="188820"/>
                  <a:pt x="243105" y="192900"/>
                  <a:pt x="239025" y="194772"/>
                </a:cubicBezTo>
                <a:lnTo>
                  <a:pt x="134104" y="243249"/>
                </a:lnTo>
                <a:cubicBezTo>
                  <a:pt x="126952" y="246560"/>
                  <a:pt x="118697" y="246560"/>
                  <a:pt x="111545" y="243249"/>
                </a:cubicBezTo>
                <a:lnTo>
                  <a:pt x="6672" y="194772"/>
                </a:lnTo>
                <a:cubicBezTo>
                  <a:pt x="2592" y="192852"/>
                  <a:pt x="0" y="188772"/>
                  <a:pt x="0" y="184308"/>
                </a:cubicBezTo>
                <a:cubicBezTo>
                  <a:pt x="0" y="179845"/>
                  <a:pt x="2592" y="175717"/>
                  <a:pt x="6672" y="173845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10"/>
          <p:cNvSpPr/>
          <p:nvPr/>
        </p:nvSpPr>
        <p:spPr>
          <a:xfrm>
            <a:off x="612826" y="3120950"/>
            <a:ext cx="1262513" cy="1843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受热均匀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87651" y="2819919"/>
            <a:ext cx="1345451" cy="562141"/>
          </a:xfrm>
          <a:custGeom>
            <a:avLst/>
            <a:gdLst/>
            <a:ahLst/>
            <a:cxnLst/>
            <a:rect l="l" t="t" r="r" b="b"/>
            <a:pathLst>
              <a:path w="1793935" h="749521">
                <a:moveTo>
                  <a:pt x="98300" y="0"/>
                </a:moveTo>
                <a:lnTo>
                  <a:pt x="1695635" y="0"/>
                </a:lnTo>
                <a:cubicBezTo>
                  <a:pt x="1749925" y="0"/>
                  <a:pt x="1793935" y="44010"/>
                  <a:pt x="1793935" y="98300"/>
                </a:cubicBezTo>
                <a:lnTo>
                  <a:pt x="1793935" y="651221"/>
                </a:lnTo>
                <a:cubicBezTo>
                  <a:pt x="1793935" y="705511"/>
                  <a:pt x="1749925" y="749521"/>
                  <a:pt x="1695635" y="749521"/>
                </a:cubicBezTo>
                <a:lnTo>
                  <a:pt x="98300" y="749521"/>
                </a:lnTo>
                <a:cubicBezTo>
                  <a:pt x="44010" y="749521"/>
                  <a:pt x="0" y="705511"/>
                  <a:pt x="0" y="651221"/>
                </a:cubicBezTo>
                <a:lnTo>
                  <a:pt x="0" y="98300"/>
                </a:lnTo>
                <a:cubicBezTo>
                  <a:pt x="0" y="44047"/>
                  <a:pt x="44047" y="0"/>
                  <a:pt x="983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2578301" y="2893642"/>
            <a:ext cx="161270" cy="184309"/>
          </a:xfrm>
          <a:custGeom>
            <a:avLst/>
            <a:gdLst/>
            <a:ahLst/>
            <a:cxnLst/>
            <a:rect l="l" t="t" r="r" b="b"/>
            <a:pathLst>
              <a:path w="215026" h="245745">
                <a:moveTo>
                  <a:pt x="162614" y="-4752"/>
                </a:moveTo>
                <a:cubicBezTo>
                  <a:pt x="168325" y="-624"/>
                  <a:pt x="170437" y="6864"/>
                  <a:pt x="167845" y="13391"/>
                </a:cubicBezTo>
                <a:lnTo>
                  <a:pt x="130216" y="107513"/>
                </a:lnTo>
                <a:lnTo>
                  <a:pt x="199667" y="107513"/>
                </a:lnTo>
                <a:cubicBezTo>
                  <a:pt x="206147" y="107513"/>
                  <a:pt x="211907" y="111545"/>
                  <a:pt x="214115" y="117641"/>
                </a:cubicBezTo>
                <a:cubicBezTo>
                  <a:pt x="216322" y="123736"/>
                  <a:pt x="214450" y="130552"/>
                  <a:pt x="209507" y="134680"/>
                </a:cubicBezTo>
                <a:lnTo>
                  <a:pt x="71276" y="249872"/>
                </a:lnTo>
                <a:cubicBezTo>
                  <a:pt x="65852" y="254384"/>
                  <a:pt x="58124" y="254624"/>
                  <a:pt x="52413" y="250496"/>
                </a:cubicBezTo>
                <a:cubicBezTo>
                  <a:pt x="46701" y="246368"/>
                  <a:pt x="44589" y="238881"/>
                  <a:pt x="47181" y="232353"/>
                </a:cubicBezTo>
                <a:lnTo>
                  <a:pt x="84811" y="138231"/>
                </a:lnTo>
                <a:lnTo>
                  <a:pt x="15359" y="138231"/>
                </a:lnTo>
                <a:cubicBezTo>
                  <a:pt x="8879" y="138231"/>
                  <a:pt x="3120" y="134200"/>
                  <a:pt x="912" y="128104"/>
                </a:cubicBezTo>
                <a:cubicBezTo>
                  <a:pt x="-1296" y="122008"/>
                  <a:pt x="576" y="115193"/>
                  <a:pt x="5520" y="111065"/>
                </a:cubicBezTo>
                <a:lnTo>
                  <a:pt x="143751" y="-4128"/>
                </a:lnTo>
                <a:cubicBezTo>
                  <a:pt x="149175" y="-8639"/>
                  <a:pt x="156902" y="-8879"/>
                  <a:pt x="162614" y="-4752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15" name="Text 13"/>
          <p:cNvSpPr/>
          <p:nvPr/>
        </p:nvSpPr>
        <p:spPr>
          <a:xfrm>
            <a:off x="2029120" y="3120950"/>
            <a:ext cx="1262513" cy="1843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升温快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03946" y="2819919"/>
            <a:ext cx="1345451" cy="562141"/>
          </a:xfrm>
          <a:custGeom>
            <a:avLst/>
            <a:gdLst/>
            <a:ahLst/>
            <a:cxnLst/>
            <a:rect l="l" t="t" r="r" b="b"/>
            <a:pathLst>
              <a:path w="1793935" h="749521">
                <a:moveTo>
                  <a:pt x="98300" y="0"/>
                </a:moveTo>
                <a:lnTo>
                  <a:pt x="1695635" y="0"/>
                </a:lnTo>
                <a:cubicBezTo>
                  <a:pt x="1749925" y="0"/>
                  <a:pt x="1793935" y="44010"/>
                  <a:pt x="1793935" y="98300"/>
                </a:cubicBezTo>
                <a:lnTo>
                  <a:pt x="1793935" y="651221"/>
                </a:lnTo>
                <a:cubicBezTo>
                  <a:pt x="1793935" y="705511"/>
                  <a:pt x="1749925" y="749521"/>
                  <a:pt x="1695635" y="749521"/>
                </a:cubicBezTo>
                <a:lnTo>
                  <a:pt x="98300" y="749521"/>
                </a:lnTo>
                <a:cubicBezTo>
                  <a:pt x="44010" y="749521"/>
                  <a:pt x="0" y="705511"/>
                  <a:pt x="0" y="651221"/>
                </a:cubicBezTo>
                <a:lnTo>
                  <a:pt x="0" y="98300"/>
                </a:lnTo>
                <a:cubicBezTo>
                  <a:pt x="0" y="44047"/>
                  <a:pt x="44047" y="0"/>
                  <a:pt x="983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983077" y="2893642"/>
            <a:ext cx="184309" cy="184309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226210" y="3216"/>
                </a:moveTo>
                <a:cubicBezTo>
                  <a:pt x="229282" y="288"/>
                  <a:pt x="233745" y="-768"/>
                  <a:pt x="237873" y="576"/>
                </a:cubicBezTo>
                <a:cubicBezTo>
                  <a:pt x="242577" y="2160"/>
                  <a:pt x="245745" y="6576"/>
                  <a:pt x="245745" y="11519"/>
                </a:cubicBezTo>
                <a:lnTo>
                  <a:pt x="245745" y="101226"/>
                </a:lnTo>
                <a:cubicBezTo>
                  <a:pt x="245745" y="164198"/>
                  <a:pt x="193860" y="215026"/>
                  <a:pt x="131128" y="215026"/>
                </a:cubicBezTo>
                <a:cubicBezTo>
                  <a:pt x="94170" y="215026"/>
                  <a:pt x="62300" y="191268"/>
                  <a:pt x="50733" y="158054"/>
                </a:cubicBezTo>
                <a:cubicBezTo>
                  <a:pt x="33742" y="172837"/>
                  <a:pt x="23039" y="194580"/>
                  <a:pt x="23039" y="218866"/>
                </a:cubicBezTo>
                <a:cubicBezTo>
                  <a:pt x="23039" y="225250"/>
                  <a:pt x="17903" y="230385"/>
                  <a:pt x="11519" y="230385"/>
                </a:cubicBezTo>
                <a:cubicBezTo>
                  <a:pt x="5136" y="230385"/>
                  <a:pt x="0" y="225250"/>
                  <a:pt x="0" y="218866"/>
                </a:cubicBezTo>
                <a:cubicBezTo>
                  <a:pt x="0" y="182916"/>
                  <a:pt x="18335" y="151238"/>
                  <a:pt x="46125" y="132616"/>
                </a:cubicBezTo>
                <a:cubicBezTo>
                  <a:pt x="63068" y="121288"/>
                  <a:pt x="83275" y="115193"/>
                  <a:pt x="103673" y="115193"/>
                </a:cubicBezTo>
                <a:lnTo>
                  <a:pt x="142071" y="115193"/>
                </a:lnTo>
                <a:cubicBezTo>
                  <a:pt x="148455" y="115193"/>
                  <a:pt x="153590" y="110057"/>
                  <a:pt x="153590" y="103673"/>
                </a:cubicBezTo>
                <a:cubicBezTo>
                  <a:pt x="153590" y="97290"/>
                  <a:pt x="148455" y="92154"/>
                  <a:pt x="142071" y="92154"/>
                </a:cubicBezTo>
                <a:lnTo>
                  <a:pt x="103673" y="92154"/>
                </a:lnTo>
                <a:cubicBezTo>
                  <a:pt x="84619" y="92154"/>
                  <a:pt x="66572" y="96378"/>
                  <a:pt x="50397" y="103913"/>
                </a:cubicBezTo>
                <a:cubicBezTo>
                  <a:pt x="61580" y="70316"/>
                  <a:pt x="93210" y="46077"/>
                  <a:pt x="130552" y="46077"/>
                </a:cubicBezTo>
                <a:cubicBezTo>
                  <a:pt x="162422" y="46077"/>
                  <a:pt x="186132" y="35470"/>
                  <a:pt x="201923" y="24958"/>
                </a:cubicBezTo>
                <a:cubicBezTo>
                  <a:pt x="211139" y="18815"/>
                  <a:pt x="218962" y="11471"/>
                  <a:pt x="226258" y="3216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18" name="Text 16"/>
          <p:cNvSpPr/>
          <p:nvPr/>
        </p:nvSpPr>
        <p:spPr>
          <a:xfrm>
            <a:off x="3445415" y="3120950"/>
            <a:ext cx="1262513" cy="1843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功耗低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8617" y="3729167"/>
            <a:ext cx="4580063" cy="2137977"/>
          </a:xfrm>
          <a:custGeom>
            <a:avLst/>
            <a:gdLst/>
            <a:ahLst/>
            <a:cxnLst/>
            <a:rect l="l" t="t" r="r" b="b"/>
            <a:pathLst>
              <a:path w="6106751" h="2850636">
                <a:moveTo>
                  <a:pt x="147435" y="0"/>
                </a:moveTo>
                <a:lnTo>
                  <a:pt x="5959316" y="0"/>
                </a:lnTo>
                <a:cubicBezTo>
                  <a:pt x="6040742" y="0"/>
                  <a:pt x="6106751" y="66009"/>
                  <a:pt x="6106751" y="147435"/>
                </a:cubicBezTo>
                <a:lnTo>
                  <a:pt x="6106751" y="2703202"/>
                </a:lnTo>
                <a:cubicBezTo>
                  <a:pt x="6106751" y="2784628"/>
                  <a:pt x="6040742" y="2850636"/>
                  <a:pt x="5959316" y="2850636"/>
                </a:cubicBezTo>
                <a:lnTo>
                  <a:pt x="147435" y="2850636"/>
                </a:lnTo>
                <a:cubicBezTo>
                  <a:pt x="66009" y="2850636"/>
                  <a:pt x="0" y="2784628"/>
                  <a:pt x="0" y="2703202"/>
                </a:cubicBezTo>
                <a:lnTo>
                  <a:pt x="0" y="147435"/>
                </a:lnTo>
                <a:cubicBezTo>
                  <a:pt x="0" y="66009"/>
                  <a:pt x="66009" y="0"/>
                  <a:pt x="147435" y="0"/>
                </a:cubicBezTo>
                <a:close/>
              </a:path>
            </a:pathLst>
          </a:cu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0" name="Shape 18"/>
          <p:cNvSpPr/>
          <p:nvPr/>
        </p:nvSpPr>
        <p:spPr>
          <a:xfrm>
            <a:off x="555229" y="3959552"/>
            <a:ext cx="207347" cy="165878"/>
          </a:xfrm>
          <a:custGeom>
            <a:avLst/>
            <a:gdLst/>
            <a:ahLst/>
            <a:cxnLst/>
            <a:rect l="l" t="t" r="r" b="b"/>
            <a:pathLst>
              <a:path w="276463" h="221170">
                <a:moveTo>
                  <a:pt x="179657" y="90930"/>
                </a:moveTo>
                <a:cubicBezTo>
                  <a:pt x="184928" y="89505"/>
                  <a:pt x="190457" y="92010"/>
                  <a:pt x="192833" y="96891"/>
                </a:cubicBezTo>
                <a:lnTo>
                  <a:pt x="200867" y="113134"/>
                </a:lnTo>
                <a:cubicBezTo>
                  <a:pt x="205317" y="113738"/>
                  <a:pt x="209680" y="114948"/>
                  <a:pt x="213783" y="116633"/>
                </a:cubicBezTo>
                <a:lnTo>
                  <a:pt x="228902" y="106568"/>
                </a:lnTo>
                <a:cubicBezTo>
                  <a:pt x="233438" y="103544"/>
                  <a:pt x="239443" y="104149"/>
                  <a:pt x="243287" y="107993"/>
                </a:cubicBezTo>
                <a:lnTo>
                  <a:pt x="251581" y="116287"/>
                </a:lnTo>
                <a:cubicBezTo>
                  <a:pt x="255426" y="120132"/>
                  <a:pt x="256030" y="126179"/>
                  <a:pt x="253006" y="130672"/>
                </a:cubicBezTo>
                <a:lnTo>
                  <a:pt x="242941" y="145748"/>
                </a:lnTo>
                <a:cubicBezTo>
                  <a:pt x="243762" y="147778"/>
                  <a:pt x="244497" y="149895"/>
                  <a:pt x="245101" y="152098"/>
                </a:cubicBezTo>
                <a:cubicBezTo>
                  <a:pt x="245706" y="154301"/>
                  <a:pt x="246095" y="156461"/>
                  <a:pt x="246397" y="158664"/>
                </a:cubicBezTo>
                <a:lnTo>
                  <a:pt x="262683" y="166698"/>
                </a:lnTo>
                <a:cubicBezTo>
                  <a:pt x="267564" y="169117"/>
                  <a:pt x="270069" y="174647"/>
                  <a:pt x="268644" y="179873"/>
                </a:cubicBezTo>
                <a:lnTo>
                  <a:pt x="265620" y="191191"/>
                </a:lnTo>
                <a:cubicBezTo>
                  <a:pt x="264195" y="196418"/>
                  <a:pt x="259313" y="199960"/>
                  <a:pt x="253870" y="199615"/>
                </a:cubicBezTo>
                <a:lnTo>
                  <a:pt x="235728" y="198448"/>
                </a:lnTo>
                <a:cubicBezTo>
                  <a:pt x="233006" y="201947"/>
                  <a:pt x="229853" y="205187"/>
                  <a:pt x="226267" y="207952"/>
                </a:cubicBezTo>
                <a:lnTo>
                  <a:pt x="227434" y="226051"/>
                </a:lnTo>
                <a:cubicBezTo>
                  <a:pt x="227779" y="231494"/>
                  <a:pt x="224237" y="236419"/>
                  <a:pt x="219010" y="237801"/>
                </a:cubicBezTo>
                <a:lnTo>
                  <a:pt x="207693" y="240825"/>
                </a:lnTo>
                <a:cubicBezTo>
                  <a:pt x="202422" y="242250"/>
                  <a:pt x="196936" y="239745"/>
                  <a:pt x="194517" y="234864"/>
                </a:cubicBezTo>
                <a:lnTo>
                  <a:pt x="186483" y="218621"/>
                </a:lnTo>
                <a:cubicBezTo>
                  <a:pt x="182033" y="218017"/>
                  <a:pt x="177670" y="216807"/>
                  <a:pt x="173567" y="215122"/>
                </a:cubicBezTo>
                <a:lnTo>
                  <a:pt x="158448" y="225187"/>
                </a:lnTo>
                <a:cubicBezTo>
                  <a:pt x="153912" y="228211"/>
                  <a:pt x="147907" y="227606"/>
                  <a:pt x="144063" y="223762"/>
                </a:cubicBezTo>
                <a:lnTo>
                  <a:pt x="135769" y="215468"/>
                </a:lnTo>
                <a:cubicBezTo>
                  <a:pt x="131924" y="211623"/>
                  <a:pt x="131320" y="205619"/>
                  <a:pt x="134344" y="201083"/>
                </a:cubicBezTo>
                <a:lnTo>
                  <a:pt x="144409" y="185964"/>
                </a:lnTo>
                <a:cubicBezTo>
                  <a:pt x="143588" y="183934"/>
                  <a:pt x="142853" y="181817"/>
                  <a:pt x="142249" y="179614"/>
                </a:cubicBezTo>
                <a:cubicBezTo>
                  <a:pt x="141644" y="177411"/>
                  <a:pt x="141255" y="175208"/>
                  <a:pt x="140953" y="173048"/>
                </a:cubicBezTo>
                <a:lnTo>
                  <a:pt x="124667" y="165014"/>
                </a:lnTo>
                <a:cubicBezTo>
                  <a:pt x="119786" y="162595"/>
                  <a:pt x="117324" y="157065"/>
                  <a:pt x="118706" y="151838"/>
                </a:cubicBezTo>
                <a:lnTo>
                  <a:pt x="121730" y="140521"/>
                </a:lnTo>
                <a:cubicBezTo>
                  <a:pt x="123155" y="135294"/>
                  <a:pt x="128037" y="131752"/>
                  <a:pt x="133480" y="132097"/>
                </a:cubicBezTo>
                <a:lnTo>
                  <a:pt x="151579" y="133264"/>
                </a:lnTo>
                <a:cubicBezTo>
                  <a:pt x="154301" y="129765"/>
                  <a:pt x="157454" y="126525"/>
                  <a:pt x="161039" y="123760"/>
                </a:cubicBezTo>
                <a:lnTo>
                  <a:pt x="159873" y="105704"/>
                </a:lnTo>
                <a:cubicBezTo>
                  <a:pt x="159528" y="100261"/>
                  <a:pt x="163070" y="95336"/>
                  <a:pt x="168297" y="93954"/>
                </a:cubicBezTo>
                <a:lnTo>
                  <a:pt x="179614" y="90930"/>
                </a:lnTo>
                <a:close/>
                <a:moveTo>
                  <a:pt x="193697" y="146871"/>
                </a:moveTo>
                <a:cubicBezTo>
                  <a:pt x="183206" y="146883"/>
                  <a:pt x="174699" y="155409"/>
                  <a:pt x="174711" y="165899"/>
                </a:cubicBezTo>
                <a:cubicBezTo>
                  <a:pt x="174723" y="176389"/>
                  <a:pt x="183250" y="184896"/>
                  <a:pt x="193740" y="184884"/>
                </a:cubicBezTo>
                <a:cubicBezTo>
                  <a:pt x="204230" y="184872"/>
                  <a:pt x="212737" y="176346"/>
                  <a:pt x="212725" y="165856"/>
                </a:cubicBezTo>
                <a:cubicBezTo>
                  <a:pt x="212713" y="155366"/>
                  <a:pt x="204187" y="146859"/>
                  <a:pt x="193697" y="146871"/>
                </a:cubicBezTo>
                <a:close/>
                <a:moveTo>
                  <a:pt x="97151" y="-19655"/>
                </a:moveTo>
                <a:lnTo>
                  <a:pt x="108468" y="-16631"/>
                </a:lnTo>
                <a:cubicBezTo>
                  <a:pt x="113695" y="-15205"/>
                  <a:pt x="117237" y="-10281"/>
                  <a:pt x="116892" y="-4881"/>
                </a:cubicBezTo>
                <a:lnTo>
                  <a:pt x="115726" y="13175"/>
                </a:lnTo>
                <a:cubicBezTo>
                  <a:pt x="119311" y="15940"/>
                  <a:pt x="122464" y="19136"/>
                  <a:pt x="125186" y="22679"/>
                </a:cubicBezTo>
                <a:lnTo>
                  <a:pt x="143329" y="21512"/>
                </a:lnTo>
                <a:cubicBezTo>
                  <a:pt x="148728" y="21167"/>
                  <a:pt x="153653" y="24709"/>
                  <a:pt x="155078" y="29936"/>
                </a:cubicBezTo>
                <a:lnTo>
                  <a:pt x="158102" y="41253"/>
                </a:lnTo>
                <a:cubicBezTo>
                  <a:pt x="159484" y="46480"/>
                  <a:pt x="157022" y="52010"/>
                  <a:pt x="152141" y="54429"/>
                </a:cubicBezTo>
                <a:lnTo>
                  <a:pt x="135855" y="62463"/>
                </a:lnTo>
                <a:cubicBezTo>
                  <a:pt x="135553" y="64666"/>
                  <a:pt x="135121" y="66869"/>
                  <a:pt x="134560" y="69029"/>
                </a:cubicBezTo>
                <a:cubicBezTo>
                  <a:pt x="133998" y="71189"/>
                  <a:pt x="133220" y="73349"/>
                  <a:pt x="132400" y="75379"/>
                </a:cubicBezTo>
                <a:lnTo>
                  <a:pt x="142465" y="90498"/>
                </a:lnTo>
                <a:cubicBezTo>
                  <a:pt x="145488" y="95034"/>
                  <a:pt x="144884" y="101038"/>
                  <a:pt x="141039" y="104883"/>
                </a:cubicBezTo>
                <a:lnTo>
                  <a:pt x="132745" y="113177"/>
                </a:lnTo>
                <a:cubicBezTo>
                  <a:pt x="128901" y="117021"/>
                  <a:pt x="122896" y="117626"/>
                  <a:pt x="118361" y="114602"/>
                </a:cubicBezTo>
                <a:lnTo>
                  <a:pt x="103241" y="104537"/>
                </a:lnTo>
                <a:cubicBezTo>
                  <a:pt x="99138" y="106222"/>
                  <a:pt x="94775" y="107432"/>
                  <a:pt x="90326" y="108036"/>
                </a:cubicBezTo>
                <a:lnTo>
                  <a:pt x="82291" y="124279"/>
                </a:lnTo>
                <a:cubicBezTo>
                  <a:pt x="79872" y="129160"/>
                  <a:pt x="74343" y="131622"/>
                  <a:pt x="69116" y="130240"/>
                </a:cubicBezTo>
                <a:lnTo>
                  <a:pt x="57798" y="127216"/>
                </a:lnTo>
                <a:cubicBezTo>
                  <a:pt x="52528" y="125790"/>
                  <a:pt x="49029" y="120866"/>
                  <a:pt x="49374" y="115466"/>
                </a:cubicBezTo>
                <a:lnTo>
                  <a:pt x="50541" y="97367"/>
                </a:lnTo>
                <a:cubicBezTo>
                  <a:pt x="46955" y="94602"/>
                  <a:pt x="43802" y="91405"/>
                  <a:pt x="41081" y="87863"/>
                </a:cubicBezTo>
                <a:lnTo>
                  <a:pt x="22938" y="89030"/>
                </a:lnTo>
                <a:cubicBezTo>
                  <a:pt x="17538" y="89375"/>
                  <a:pt x="12614" y="85833"/>
                  <a:pt x="11188" y="80606"/>
                </a:cubicBezTo>
                <a:lnTo>
                  <a:pt x="8164" y="69288"/>
                </a:lnTo>
                <a:cubicBezTo>
                  <a:pt x="6782" y="64062"/>
                  <a:pt x="9244" y="58532"/>
                  <a:pt x="14126" y="56113"/>
                </a:cubicBezTo>
                <a:lnTo>
                  <a:pt x="30411" y="48079"/>
                </a:lnTo>
                <a:cubicBezTo>
                  <a:pt x="30713" y="45876"/>
                  <a:pt x="31145" y="43716"/>
                  <a:pt x="31707" y="41513"/>
                </a:cubicBezTo>
                <a:cubicBezTo>
                  <a:pt x="32312" y="39310"/>
                  <a:pt x="33003" y="37193"/>
                  <a:pt x="33867" y="35163"/>
                </a:cubicBezTo>
                <a:lnTo>
                  <a:pt x="23802" y="20087"/>
                </a:lnTo>
                <a:cubicBezTo>
                  <a:pt x="20778" y="15551"/>
                  <a:pt x="21383" y="9547"/>
                  <a:pt x="25227" y="5702"/>
                </a:cubicBezTo>
                <a:lnTo>
                  <a:pt x="33521" y="-2592"/>
                </a:lnTo>
                <a:cubicBezTo>
                  <a:pt x="37366" y="-6436"/>
                  <a:pt x="43370" y="-7041"/>
                  <a:pt x="47906" y="-4017"/>
                </a:cubicBezTo>
                <a:lnTo>
                  <a:pt x="63025" y="6048"/>
                </a:lnTo>
                <a:cubicBezTo>
                  <a:pt x="67129" y="4363"/>
                  <a:pt x="71491" y="3153"/>
                  <a:pt x="75941" y="2549"/>
                </a:cubicBezTo>
                <a:lnTo>
                  <a:pt x="83976" y="-13694"/>
                </a:lnTo>
                <a:cubicBezTo>
                  <a:pt x="86395" y="-18575"/>
                  <a:pt x="91881" y="-21037"/>
                  <a:pt x="97151" y="-19655"/>
                </a:cubicBezTo>
                <a:close/>
                <a:moveTo>
                  <a:pt x="83112" y="36286"/>
                </a:moveTo>
                <a:cubicBezTo>
                  <a:pt x="72621" y="36286"/>
                  <a:pt x="64105" y="44802"/>
                  <a:pt x="64105" y="55293"/>
                </a:cubicBezTo>
                <a:cubicBezTo>
                  <a:pt x="64105" y="65783"/>
                  <a:pt x="72621" y="74299"/>
                  <a:pt x="83112" y="74299"/>
                </a:cubicBezTo>
                <a:cubicBezTo>
                  <a:pt x="93602" y="74299"/>
                  <a:pt x="102118" y="65783"/>
                  <a:pt x="102118" y="55293"/>
                </a:cubicBezTo>
                <a:cubicBezTo>
                  <a:pt x="102118" y="44802"/>
                  <a:pt x="93602" y="36286"/>
                  <a:pt x="83112" y="36286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21" name="Text 19"/>
          <p:cNvSpPr/>
          <p:nvPr/>
        </p:nvSpPr>
        <p:spPr>
          <a:xfrm>
            <a:off x="764880" y="3913475"/>
            <a:ext cx="4082431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控制方式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2925" y="4282092"/>
            <a:ext cx="4211447" cy="663510"/>
          </a:xfrm>
          <a:custGeom>
            <a:avLst/>
            <a:gdLst/>
            <a:ahLst/>
            <a:cxnLst/>
            <a:rect l="l" t="t" r="r" b="b"/>
            <a:pathLst>
              <a:path w="5615262" h="884680">
                <a:moveTo>
                  <a:pt x="98297" y="0"/>
                </a:moveTo>
                <a:lnTo>
                  <a:pt x="5516965" y="0"/>
                </a:lnTo>
                <a:cubicBezTo>
                  <a:pt x="5571253" y="0"/>
                  <a:pt x="5615262" y="44009"/>
                  <a:pt x="5615262" y="98297"/>
                </a:cubicBezTo>
                <a:lnTo>
                  <a:pt x="5615262" y="786383"/>
                </a:lnTo>
                <a:cubicBezTo>
                  <a:pt x="5615262" y="840671"/>
                  <a:pt x="5571253" y="884680"/>
                  <a:pt x="5516965" y="884680"/>
                </a:cubicBezTo>
                <a:lnTo>
                  <a:pt x="98297" y="884680"/>
                </a:lnTo>
                <a:cubicBezTo>
                  <a:pt x="44009" y="884680"/>
                  <a:pt x="0" y="840671"/>
                  <a:pt x="0" y="786383"/>
                </a:cubicBezTo>
                <a:lnTo>
                  <a:pt x="0" y="98297"/>
                </a:lnTo>
                <a:cubicBezTo>
                  <a:pt x="0" y="44045"/>
                  <a:pt x="44045" y="0"/>
                  <a:pt x="982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23" name="Text 21"/>
          <p:cNvSpPr/>
          <p:nvPr/>
        </p:nvSpPr>
        <p:spPr>
          <a:xfrm>
            <a:off x="663511" y="4392678"/>
            <a:ext cx="4064000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7FA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PWM信号驱动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3511" y="4650709"/>
            <a:ext cx="4054784" cy="1843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通</a:t>
            </a:r>
            <a:r>
              <a:rPr lang="en-US" sz="10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过PWM信号驱动MOS管调节加热功率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2925" y="5019326"/>
            <a:ext cx="4211447" cy="663510"/>
          </a:xfrm>
          <a:custGeom>
            <a:avLst/>
            <a:gdLst/>
            <a:ahLst/>
            <a:cxnLst/>
            <a:rect l="l" t="t" r="r" b="b"/>
            <a:pathLst>
              <a:path w="5615262" h="884680">
                <a:moveTo>
                  <a:pt x="98297" y="0"/>
                </a:moveTo>
                <a:lnTo>
                  <a:pt x="5516965" y="0"/>
                </a:lnTo>
                <a:cubicBezTo>
                  <a:pt x="5571253" y="0"/>
                  <a:pt x="5615262" y="44009"/>
                  <a:pt x="5615262" y="98297"/>
                </a:cubicBezTo>
                <a:lnTo>
                  <a:pt x="5615262" y="786383"/>
                </a:lnTo>
                <a:cubicBezTo>
                  <a:pt x="5615262" y="840671"/>
                  <a:pt x="5571253" y="884680"/>
                  <a:pt x="5516965" y="884680"/>
                </a:cubicBezTo>
                <a:lnTo>
                  <a:pt x="98297" y="884680"/>
                </a:lnTo>
                <a:cubicBezTo>
                  <a:pt x="44009" y="884680"/>
                  <a:pt x="0" y="840671"/>
                  <a:pt x="0" y="786383"/>
                </a:cubicBezTo>
                <a:lnTo>
                  <a:pt x="0" y="98297"/>
                </a:lnTo>
                <a:cubicBezTo>
                  <a:pt x="0" y="44045"/>
                  <a:pt x="44045" y="0"/>
                  <a:pt x="982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3511" y="5129911"/>
            <a:ext cx="4064000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PID闭环控制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3575" y="5351145"/>
            <a:ext cx="40544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自动调整PWM占空比，抑制超调与波动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980934" y="1336236"/>
            <a:ext cx="6653533" cy="4939465"/>
          </a:xfrm>
          <a:custGeom>
            <a:avLst/>
            <a:gdLst/>
            <a:ahLst/>
            <a:cxnLst/>
            <a:rect l="l" t="t" r="r" b="b"/>
            <a:pathLst>
              <a:path w="8871377" h="6585953">
                <a:moveTo>
                  <a:pt x="147459" y="0"/>
                </a:moveTo>
                <a:lnTo>
                  <a:pt x="8723918" y="0"/>
                </a:lnTo>
                <a:cubicBezTo>
                  <a:pt x="8805357" y="0"/>
                  <a:pt x="8871377" y="66020"/>
                  <a:pt x="8871377" y="147459"/>
                </a:cubicBezTo>
                <a:lnTo>
                  <a:pt x="8871377" y="6438494"/>
                </a:lnTo>
                <a:cubicBezTo>
                  <a:pt x="8871377" y="6519933"/>
                  <a:pt x="8805357" y="6585953"/>
                  <a:pt x="8723918" y="6585953"/>
                </a:cubicBezTo>
                <a:lnTo>
                  <a:pt x="147459" y="6585953"/>
                </a:lnTo>
                <a:cubicBezTo>
                  <a:pt x="66020" y="6585953"/>
                  <a:pt x="0" y="6519933"/>
                  <a:pt x="0" y="6438494"/>
                </a:cubicBezTo>
                <a:lnTo>
                  <a:pt x="0" y="147459"/>
                </a:lnTo>
                <a:cubicBezTo>
                  <a:pt x="0" y="66074"/>
                  <a:pt x="66074" y="0"/>
                  <a:pt x="147459" y="0"/>
                </a:cubicBezTo>
                <a:close/>
              </a:path>
            </a:pathLst>
          </a:cu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9" name="Shape 27"/>
          <p:cNvSpPr/>
          <p:nvPr/>
        </p:nvSpPr>
        <p:spPr>
          <a:xfrm>
            <a:off x="5377773" y="1548191"/>
            <a:ext cx="184309" cy="184309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0" y="38398"/>
                </a:moveTo>
                <a:cubicBezTo>
                  <a:pt x="0" y="25678"/>
                  <a:pt x="10319" y="15359"/>
                  <a:pt x="23039" y="15359"/>
                </a:cubicBezTo>
                <a:lnTo>
                  <a:pt x="69116" y="15359"/>
                </a:lnTo>
                <a:cubicBezTo>
                  <a:pt x="81835" y="15359"/>
                  <a:pt x="92154" y="25678"/>
                  <a:pt x="92154" y="38398"/>
                </a:cubicBezTo>
                <a:lnTo>
                  <a:pt x="92154" y="46077"/>
                </a:lnTo>
                <a:lnTo>
                  <a:pt x="153590" y="46077"/>
                </a:lnTo>
                <a:lnTo>
                  <a:pt x="153590" y="38398"/>
                </a:lnTo>
                <a:cubicBezTo>
                  <a:pt x="153590" y="25678"/>
                  <a:pt x="163910" y="15359"/>
                  <a:pt x="176629" y="15359"/>
                </a:cubicBezTo>
                <a:lnTo>
                  <a:pt x="222706" y="15359"/>
                </a:lnTo>
                <a:cubicBezTo>
                  <a:pt x="235425" y="15359"/>
                  <a:pt x="245745" y="25678"/>
                  <a:pt x="245745" y="38398"/>
                </a:cubicBezTo>
                <a:lnTo>
                  <a:pt x="245745" y="84475"/>
                </a:lnTo>
                <a:cubicBezTo>
                  <a:pt x="245745" y="97194"/>
                  <a:pt x="235425" y="107513"/>
                  <a:pt x="222706" y="107513"/>
                </a:cubicBezTo>
                <a:lnTo>
                  <a:pt x="176629" y="107513"/>
                </a:lnTo>
                <a:cubicBezTo>
                  <a:pt x="163910" y="107513"/>
                  <a:pt x="153590" y="97194"/>
                  <a:pt x="153590" y="84475"/>
                </a:cubicBezTo>
                <a:lnTo>
                  <a:pt x="153590" y="76795"/>
                </a:lnTo>
                <a:lnTo>
                  <a:pt x="92154" y="76795"/>
                </a:lnTo>
                <a:lnTo>
                  <a:pt x="92154" y="84475"/>
                </a:lnTo>
                <a:cubicBezTo>
                  <a:pt x="92154" y="87978"/>
                  <a:pt x="91338" y="91338"/>
                  <a:pt x="89946" y="94314"/>
                </a:cubicBezTo>
                <a:lnTo>
                  <a:pt x="122872" y="138231"/>
                </a:lnTo>
                <a:lnTo>
                  <a:pt x="161270" y="138231"/>
                </a:lnTo>
                <a:cubicBezTo>
                  <a:pt x="173989" y="138231"/>
                  <a:pt x="184308" y="148551"/>
                  <a:pt x="184308" y="161270"/>
                </a:cubicBezTo>
                <a:lnTo>
                  <a:pt x="184308" y="207347"/>
                </a:lnTo>
                <a:cubicBezTo>
                  <a:pt x="184308" y="220066"/>
                  <a:pt x="173989" y="230385"/>
                  <a:pt x="161270" y="230385"/>
                </a:cubicBezTo>
                <a:lnTo>
                  <a:pt x="115193" y="230385"/>
                </a:lnTo>
                <a:cubicBezTo>
                  <a:pt x="102474" y="230385"/>
                  <a:pt x="92154" y="220066"/>
                  <a:pt x="92154" y="207347"/>
                </a:cubicBezTo>
                <a:lnTo>
                  <a:pt x="92154" y="161270"/>
                </a:lnTo>
                <a:cubicBezTo>
                  <a:pt x="92154" y="157766"/>
                  <a:pt x="92970" y="154406"/>
                  <a:pt x="94362" y="151430"/>
                </a:cubicBezTo>
                <a:lnTo>
                  <a:pt x="61436" y="107513"/>
                </a:lnTo>
                <a:lnTo>
                  <a:pt x="23039" y="107513"/>
                </a:lnTo>
                <a:cubicBezTo>
                  <a:pt x="10319" y="107513"/>
                  <a:pt x="0" y="97194"/>
                  <a:pt x="0" y="84475"/>
                </a:cubicBezTo>
                <a:lnTo>
                  <a:pt x="0" y="38398"/>
                </a:ln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30" name="Text 28"/>
          <p:cNvSpPr/>
          <p:nvPr/>
        </p:nvSpPr>
        <p:spPr>
          <a:xfrm>
            <a:off x="5585120" y="1511329"/>
            <a:ext cx="6146685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加热控温模块工作流程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73166" y="1916807"/>
            <a:ext cx="36862" cy="958404"/>
          </a:xfrm>
          <a:custGeom>
            <a:avLst/>
            <a:gdLst/>
            <a:ahLst/>
            <a:cxnLst/>
            <a:rect l="l" t="t" r="r" b="b"/>
            <a:pathLst>
              <a:path w="49149" h="1277872">
                <a:moveTo>
                  <a:pt x="49149" y="0"/>
                </a:moveTo>
                <a:lnTo>
                  <a:pt x="49149" y="0"/>
                </a:lnTo>
                <a:lnTo>
                  <a:pt x="49149" y="1277872"/>
                </a:lnTo>
                <a:lnTo>
                  <a:pt x="49149" y="1277872"/>
                </a:lnTo>
                <a:cubicBezTo>
                  <a:pt x="22005" y="1277872"/>
                  <a:pt x="0" y="1255867"/>
                  <a:pt x="0" y="1228723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33" name="Shape 31"/>
          <p:cNvSpPr/>
          <p:nvPr/>
        </p:nvSpPr>
        <p:spPr>
          <a:xfrm>
            <a:off x="5539044" y="2064255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491489" h="491489">
                <a:moveTo>
                  <a:pt x="98298" y="0"/>
                </a:moveTo>
                <a:lnTo>
                  <a:pt x="393191" y="0"/>
                </a:lnTo>
                <a:cubicBezTo>
                  <a:pt x="447443" y="0"/>
                  <a:pt x="491489" y="44046"/>
                  <a:pt x="491489" y="98298"/>
                </a:cubicBezTo>
                <a:lnTo>
                  <a:pt x="491489" y="393191"/>
                </a:lnTo>
                <a:cubicBezTo>
                  <a:pt x="491489" y="447443"/>
                  <a:pt x="447443" y="491489"/>
                  <a:pt x="393191" y="491489"/>
                </a:cubicBezTo>
                <a:lnTo>
                  <a:pt x="98298" y="491489"/>
                </a:lnTo>
                <a:cubicBezTo>
                  <a:pt x="44046" y="491489"/>
                  <a:pt x="0" y="447443"/>
                  <a:pt x="0" y="393191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34" name="Text 32"/>
          <p:cNvSpPr/>
          <p:nvPr/>
        </p:nvSpPr>
        <p:spPr>
          <a:xfrm>
            <a:off x="5690714" y="2119546"/>
            <a:ext cx="147447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/>
              <a:t>1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18246" y="2119546"/>
            <a:ext cx="746449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温度采集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39043" y="2506594"/>
            <a:ext cx="6026885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温度传感器、水位传感器实时采集并反馈至单片</a:t>
            </a:r>
            <a:endParaRPr lang="en-US" sz="1160" dirty="0"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机，构成</a:t>
            </a:r>
            <a:r>
              <a:rPr lang="en-US" sz="1160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闭环控制回路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373166" y="2985796"/>
            <a:ext cx="36862" cy="958404"/>
          </a:xfrm>
          <a:custGeom>
            <a:avLst/>
            <a:gdLst/>
            <a:ahLst/>
            <a:cxnLst/>
            <a:rect l="l" t="t" r="r" b="b"/>
            <a:pathLst>
              <a:path w="49149" h="1277872">
                <a:moveTo>
                  <a:pt x="49149" y="0"/>
                </a:moveTo>
                <a:lnTo>
                  <a:pt x="49149" y="0"/>
                </a:lnTo>
                <a:lnTo>
                  <a:pt x="49149" y="1277872"/>
                </a:lnTo>
                <a:lnTo>
                  <a:pt x="49149" y="1277872"/>
                </a:lnTo>
                <a:cubicBezTo>
                  <a:pt x="22005" y="1277872"/>
                  <a:pt x="0" y="1255867"/>
                  <a:pt x="0" y="1228723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39" name="Shape 37"/>
          <p:cNvSpPr/>
          <p:nvPr/>
        </p:nvSpPr>
        <p:spPr>
          <a:xfrm>
            <a:off x="5539044" y="3133243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491489" h="491489">
                <a:moveTo>
                  <a:pt x="98298" y="0"/>
                </a:moveTo>
                <a:lnTo>
                  <a:pt x="393191" y="0"/>
                </a:lnTo>
                <a:cubicBezTo>
                  <a:pt x="447443" y="0"/>
                  <a:pt x="491489" y="44046"/>
                  <a:pt x="491489" y="98298"/>
                </a:cubicBezTo>
                <a:lnTo>
                  <a:pt x="491489" y="393191"/>
                </a:lnTo>
                <a:cubicBezTo>
                  <a:pt x="491489" y="447443"/>
                  <a:pt x="447443" y="491489"/>
                  <a:pt x="393191" y="491489"/>
                </a:cubicBezTo>
                <a:lnTo>
                  <a:pt x="98298" y="491489"/>
                </a:lnTo>
                <a:cubicBezTo>
                  <a:pt x="44046" y="491489"/>
                  <a:pt x="0" y="447443"/>
                  <a:pt x="0" y="393191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/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1" name="Text 39"/>
          <p:cNvSpPr/>
          <p:nvPr/>
        </p:nvSpPr>
        <p:spPr>
          <a:xfrm>
            <a:off x="6018246" y="3188535"/>
            <a:ext cx="1013696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PID算法</a:t>
            </a:r>
            <a:r>
              <a:rPr lang="zh-CN" altLang="en-US" sz="1305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539043" y="3575583"/>
            <a:ext cx="6026885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内部控制器运行</a:t>
            </a:r>
            <a:r>
              <a:rPr lang="en-US" sz="116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PID温度控制算法</a:t>
            </a:r>
            <a:r>
              <a:rPr 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，根据设定温度</a:t>
            </a:r>
            <a:endParaRPr lang="en-US" sz="116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与当前水温的偏差自动调整PWM占空比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373166" y="4054784"/>
            <a:ext cx="36862" cy="958404"/>
          </a:xfrm>
          <a:custGeom>
            <a:avLst/>
            <a:gdLst/>
            <a:ahLst/>
            <a:cxnLst/>
            <a:rect l="l" t="t" r="r" b="b"/>
            <a:pathLst>
              <a:path w="49149" h="1277872">
                <a:moveTo>
                  <a:pt x="49149" y="0"/>
                </a:moveTo>
                <a:lnTo>
                  <a:pt x="49149" y="0"/>
                </a:lnTo>
                <a:lnTo>
                  <a:pt x="49149" y="1277872"/>
                </a:lnTo>
                <a:lnTo>
                  <a:pt x="49149" y="1277872"/>
                </a:lnTo>
                <a:cubicBezTo>
                  <a:pt x="22005" y="1277872"/>
                  <a:pt x="0" y="1255867"/>
                  <a:pt x="0" y="1228723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45" name="Shape 43"/>
          <p:cNvSpPr/>
          <p:nvPr/>
        </p:nvSpPr>
        <p:spPr>
          <a:xfrm>
            <a:off x="5539044" y="4202232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491489" h="491489">
                <a:moveTo>
                  <a:pt x="98298" y="0"/>
                </a:moveTo>
                <a:lnTo>
                  <a:pt x="393191" y="0"/>
                </a:lnTo>
                <a:cubicBezTo>
                  <a:pt x="447443" y="0"/>
                  <a:pt x="491489" y="44046"/>
                  <a:pt x="491489" y="98298"/>
                </a:cubicBezTo>
                <a:lnTo>
                  <a:pt x="491489" y="393191"/>
                </a:lnTo>
                <a:cubicBezTo>
                  <a:pt x="491489" y="447443"/>
                  <a:pt x="447443" y="491489"/>
                  <a:pt x="393191" y="491489"/>
                </a:cubicBezTo>
                <a:lnTo>
                  <a:pt x="98298" y="491489"/>
                </a:lnTo>
                <a:cubicBezTo>
                  <a:pt x="44046" y="491489"/>
                  <a:pt x="0" y="447443"/>
                  <a:pt x="0" y="393191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/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7" name="Text 45"/>
          <p:cNvSpPr/>
          <p:nvPr/>
        </p:nvSpPr>
        <p:spPr>
          <a:xfrm>
            <a:off x="6018246" y="4257523"/>
            <a:ext cx="1151927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功</a:t>
            </a:r>
            <a:r>
              <a:rPr lang="zh-CN" altLang="en-US" sz="1305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率调节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539043" y="4644572"/>
            <a:ext cx="6026885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占空比越高，加热强度越大，实现快速升温与</a:t>
            </a:r>
            <a:endParaRPr lang="zh-CN" altLang="en-US" sz="116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维持平衡的温定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373166" y="5123774"/>
            <a:ext cx="36862" cy="958404"/>
          </a:xfrm>
          <a:custGeom>
            <a:avLst/>
            <a:gdLst/>
            <a:ahLst/>
            <a:cxnLst/>
            <a:rect l="l" t="t" r="r" b="b"/>
            <a:pathLst>
              <a:path w="49149" h="1277872">
                <a:moveTo>
                  <a:pt x="49149" y="0"/>
                </a:moveTo>
                <a:lnTo>
                  <a:pt x="49149" y="0"/>
                </a:lnTo>
                <a:lnTo>
                  <a:pt x="49149" y="1277872"/>
                </a:lnTo>
                <a:lnTo>
                  <a:pt x="49149" y="1277872"/>
                </a:lnTo>
                <a:cubicBezTo>
                  <a:pt x="22005" y="1277872"/>
                  <a:pt x="0" y="1255867"/>
                  <a:pt x="0" y="1228723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51" name="Shape 49"/>
          <p:cNvSpPr/>
          <p:nvPr/>
        </p:nvSpPr>
        <p:spPr>
          <a:xfrm>
            <a:off x="5539044" y="5271220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491489" h="491489">
                <a:moveTo>
                  <a:pt x="98298" y="0"/>
                </a:moveTo>
                <a:lnTo>
                  <a:pt x="393191" y="0"/>
                </a:lnTo>
                <a:cubicBezTo>
                  <a:pt x="447443" y="0"/>
                  <a:pt x="491489" y="44046"/>
                  <a:pt x="491489" y="98298"/>
                </a:cubicBezTo>
                <a:lnTo>
                  <a:pt x="491489" y="393191"/>
                </a:lnTo>
                <a:cubicBezTo>
                  <a:pt x="491489" y="447443"/>
                  <a:pt x="447443" y="491489"/>
                  <a:pt x="393191" y="491489"/>
                </a:cubicBezTo>
                <a:lnTo>
                  <a:pt x="98298" y="491489"/>
                </a:lnTo>
                <a:cubicBezTo>
                  <a:pt x="44046" y="491489"/>
                  <a:pt x="0" y="447443"/>
                  <a:pt x="0" y="393191"/>
                </a:cubicBezTo>
                <a:lnTo>
                  <a:pt x="0" y="98298"/>
                </a:lnTo>
                <a:cubicBezTo>
                  <a:pt x="0" y="44046"/>
                  <a:pt x="44046" y="0"/>
                  <a:pt x="98298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/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53" name="Text 51"/>
          <p:cNvSpPr/>
          <p:nvPr/>
        </p:nvSpPr>
        <p:spPr>
          <a:xfrm>
            <a:off x="6018246" y="5326513"/>
            <a:ext cx="1078204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安全保护机制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539043" y="5713560"/>
            <a:ext cx="6026885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检测到温度过高、水量不足、异常升温、漏电时，</a:t>
            </a:r>
            <a:endParaRPr lang="zh-CN" altLang="en-US" sz="116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立即关断</a:t>
            </a:r>
            <a:r>
              <a:rPr lang="en-US" altLang="zh-CN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MOS</a:t>
            </a:r>
            <a:r>
              <a:rPr lang="zh-CN" altLang="en-US" sz="11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800717" y="165805"/>
            <a:ext cx="2152795" cy="534639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4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设计方案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ECB019B1-382A-4266-B25C-5B523AA43C14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6560" y="1235075"/>
            <a:ext cx="2112645" cy="5040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04455" y="346364"/>
            <a:ext cx="1428750" cy="207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55023" y="930735"/>
            <a:ext cx="11707091" cy="415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800" b="1" dirty="0"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多模式按摩模块设计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55024" y="1818178"/>
            <a:ext cx="5732318" cy="1454727"/>
          </a:xfrm>
          <a:custGeom>
            <a:avLst/>
            <a:gdLst/>
            <a:ahLst/>
            <a:cxnLst/>
            <a:rect l="l" t="t" r="r" b="b"/>
            <a:pathLst>
              <a:path w="7643091" h="1939636">
                <a:moveTo>
                  <a:pt x="184731" y="0"/>
                </a:moveTo>
                <a:lnTo>
                  <a:pt x="7458360" y="0"/>
                </a:lnTo>
                <a:cubicBezTo>
                  <a:pt x="7560316" y="0"/>
                  <a:pt x="7643091" y="82775"/>
                  <a:pt x="7643091" y="184731"/>
                </a:cubicBezTo>
                <a:lnTo>
                  <a:pt x="7643091" y="1754905"/>
                </a:lnTo>
                <a:cubicBezTo>
                  <a:pt x="7643091" y="1856861"/>
                  <a:pt x="7560316" y="1939636"/>
                  <a:pt x="7458360" y="1939636"/>
                </a:cubicBezTo>
                <a:lnTo>
                  <a:pt x="184731" y="1939636"/>
                </a:lnTo>
                <a:cubicBezTo>
                  <a:pt x="82775" y="1939636"/>
                  <a:pt x="0" y="1856861"/>
                  <a:pt x="0" y="1754905"/>
                </a:cubicBezTo>
                <a:lnTo>
                  <a:pt x="0" y="184731"/>
                </a:lnTo>
                <a:cubicBezTo>
                  <a:pt x="0" y="82775"/>
                  <a:pt x="82775" y="0"/>
                  <a:pt x="184731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3">
                <a:alpha val="50196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2034656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738909" h="738909">
                <a:moveTo>
                  <a:pt x="138545" y="0"/>
                </a:moveTo>
                <a:lnTo>
                  <a:pt x="600364" y="0"/>
                </a:lnTo>
                <a:cubicBezTo>
                  <a:pt x="676829" y="0"/>
                  <a:pt x="738909" y="62080"/>
                  <a:pt x="738909" y="138545"/>
                </a:cubicBezTo>
                <a:lnTo>
                  <a:pt x="738909" y="600364"/>
                </a:lnTo>
                <a:cubicBezTo>
                  <a:pt x="738909" y="676829"/>
                  <a:pt x="676829" y="738909"/>
                  <a:pt x="600364" y="738909"/>
                </a:cubicBezTo>
                <a:lnTo>
                  <a:pt x="138545" y="738909"/>
                </a:lnTo>
                <a:cubicBezTo>
                  <a:pt x="62080" y="738909"/>
                  <a:pt x="0" y="676829"/>
                  <a:pt x="0" y="600364"/>
                </a:cubicBezTo>
                <a:lnTo>
                  <a:pt x="0" y="138545"/>
                </a:lnTo>
                <a:cubicBezTo>
                  <a:pt x="0" y="62080"/>
                  <a:pt x="62080" y="0"/>
                  <a:pt x="138545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7" name="Shape 5"/>
          <p:cNvSpPr/>
          <p:nvPr/>
        </p:nvSpPr>
        <p:spPr>
          <a:xfrm>
            <a:off x="720869" y="2181860"/>
            <a:ext cx="259773" cy="259773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119063" y="16236"/>
                </a:moveTo>
                <a:cubicBezTo>
                  <a:pt x="119063" y="7238"/>
                  <a:pt x="111824" y="0"/>
                  <a:pt x="102827" y="0"/>
                </a:cubicBezTo>
                <a:cubicBezTo>
                  <a:pt x="93829" y="0"/>
                  <a:pt x="86591" y="7238"/>
                  <a:pt x="86591" y="16236"/>
                </a:cubicBezTo>
                <a:lnTo>
                  <a:pt x="86591" y="43295"/>
                </a:lnTo>
                <a:cubicBezTo>
                  <a:pt x="62711" y="43295"/>
                  <a:pt x="43295" y="62711"/>
                  <a:pt x="43295" y="86591"/>
                </a:cubicBezTo>
                <a:lnTo>
                  <a:pt x="16236" y="86591"/>
                </a:lnTo>
                <a:cubicBezTo>
                  <a:pt x="7238" y="86591"/>
                  <a:pt x="0" y="93829"/>
                  <a:pt x="0" y="102827"/>
                </a:cubicBezTo>
                <a:cubicBezTo>
                  <a:pt x="0" y="111824"/>
                  <a:pt x="7238" y="119063"/>
                  <a:pt x="16236" y="119063"/>
                </a:cubicBezTo>
                <a:lnTo>
                  <a:pt x="43295" y="119063"/>
                </a:lnTo>
                <a:lnTo>
                  <a:pt x="43295" y="156946"/>
                </a:lnTo>
                <a:lnTo>
                  <a:pt x="16236" y="156946"/>
                </a:lnTo>
                <a:cubicBezTo>
                  <a:pt x="7238" y="156946"/>
                  <a:pt x="0" y="164184"/>
                  <a:pt x="0" y="173182"/>
                </a:cubicBezTo>
                <a:cubicBezTo>
                  <a:pt x="0" y="182179"/>
                  <a:pt x="7238" y="189418"/>
                  <a:pt x="16236" y="189418"/>
                </a:cubicBezTo>
                <a:lnTo>
                  <a:pt x="43295" y="189418"/>
                </a:lnTo>
                <a:lnTo>
                  <a:pt x="43295" y="227301"/>
                </a:lnTo>
                <a:lnTo>
                  <a:pt x="16236" y="227301"/>
                </a:lnTo>
                <a:cubicBezTo>
                  <a:pt x="7238" y="227301"/>
                  <a:pt x="0" y="234540"/>
                  <a:pt x="0" y="243537"/>
                </a:cubicBezTo>
                <a:cubicBezTo>
                  <a:pt x="0" y="252534"/>
                  <a:pt x="7238" y="259773"/>
                  <a:pt x="16236" y="259773"/>
                </a:cubicBezTo>
                <a:lnTo>
                  <a:pt x="43295" y="259773"/>
                </a:lnTo>
                <a:cubicBezTo>
                  <a:pt x="43295" y="283653"/>
                  <a:pt x="62711" y="303068"/>
                  <a:pt x="86591" y="303068"/>
                </a:cubicBezTo>
                <a:lnTo>
                  <a:pt x="86591" y="330128"/>
                </a:lnTo>
                <a:cubicBezTo>
                  <a:pt x="86591" y="339125"/>
                  <a:pt x="93829" y="346364"/>
                  <a:pt x="102827" y="346364"/>
                </a:cubicBezTo>
                <a:cubicBezTo>
                  <a:pt x="111824" y="346364"/>
                  <a:pt x="119063" y="339125"/>
                  <a:pt x="119063" y="330128"/>
                </a:cubicBezTo>
                <a:lnTo>
                  <a:pt x="119063" y="303068"/>
                </a:lnTo>
                <a:lnTo>
                  <a:pt x="156946" y="303068"/>
                </a:lnTo>
                <a:lnTo>
                  <a:pt x="156946" y="330128"/>
                </a:lnTo>
                <a:cubicBezTo>
                  <a:pt x="156946" y="339125"/>
                  <a:pt x="164184" y="346364"/>
                  <a:pt x="173182" y="346364"/>
                </a:cubicBezTo>
                <a:cubicBezTo>
                  <a:pt x="182179" y="346364"/>
                  <a:pt x="189418" y="339125"/>
                  <a:pt x="189418" y="330128"/>
                </a:cubicBezTo>
                <a:lnTo>
                  <a:pt x="189418" y="303068"/>
                </a:lnTo>
                <a:lnTo>
                  <a:pt x="227301" y="303068"/>
                </a:lnTo>
                <a:lnTo>
                  <a:pt x="227301" y="330128"/>
                </a:lnTo>
                <a:cubicBezTo>
                  <a:pt x="227301" y="339125"/>
                  <a:pt x="234540" y="346364"/>
                  <a:pt x="243537" y="346364"/>
                </a:cubicBezTo>
                <a:cubicBezTo>
                  <a:pt x="252534" y="346364"/>
                  <a:pt x="259773" y="339125"/>
                  <a:pt x="259773" y="330128"/>
                </a:cubicBezTo>
                <a:lnTo>
                  <a:pt x="259773" y="303068"/>
                </a:lnTo>
                <a:cubicBezTo>
                  <a:pt x="283653" y="303068"/>
                  <a:pt x="303068" y="283653"/>
                  <a:pt x="303068" y="259773"/>
                </a:cubicBezTo>
                <a:lnTo>
                  <a:pt x="330128" y="259773"/>
                </a:lnTo>
                <a:cubicBezTo>
                  <a:pt x="339125" y="259773"/>
                  <a:pt x="346364" y="252534"/>
                  <a:pt x="346364" y="243537"/>
                </a:cubicBezTo>
                <a:cubicBezTo>
                  <a:pt x="346364" y="234540"/>
                  <a:pt x="339125" y="227301"/>
                  <a:pt x="330128" y="227301"/>
                </a:cubicBezTo>
                <a:lnTo>
                  <a:pt x="303068" y="227301"/>
                </a:lnTo>
                <a:lnTo>
                  <a:pt x="303068" y="189418"/>
                </a:lnTo>
                <a:lnTo>
                  <a:pt x="330128" y="189418"/>
                </a:lnTo>
                <a:cubicBezTo>
                  <a:pt x="339125" y="189418"/>
                  <a:pt x="346364" y="182179"/>
                  <a:pt x="346364" y="173182"/>
                </a:cubicBezTo>
                <a:cubicBezTo>
                  <a:pt x="346364" y="164184"/>
                  <a:pt x="339125" y="156946"/>
                  <a:pt x="330128" y="156946"/>
                </a:cubicBezTo>
                <a:lnTo>
                  <a:pt x="303068" y="156946"/>
                </a:lnTo>
                <a:lnTo>
                  <a:pt x="303068" y="119063"/>
                </a:lnTo>
                <a:lnTo>
                  <a:pt x="330128" y="119063"/>
                </a:lnTo>
                <a:cubicBezTo>
                  <a:pt x="339125" y="119063"/>
                  <a:pt x="346364" y="111824"/>
                  <a:pt x="346364" y="102827"/>
                </a:cubicBezTo>
                <a:cubicBezTo>
                  <a:pt x="346364" y="93829"/>
                  <a:pt x="339125" y="86591"/>
                  <a:pt x="330128" y="86591"/>
                </a:cubicBezTo>
                <a:lnTo>
                  <a:pt x="303068" y="86591"/>
                </a:lnTo>
                <a:cubicBezTo>
                  <a:pt x="303068" y="62711"/>
                  <a:pt x="283653" y="43295"/>
                  <a:pt x="259773" y="43295"/>
                </a:cubicBezTo>
                <a:lnTo>
                  <a:pt x="259773" y="16236"/>
                </a:lnTo>
                <a:cubicBezTo>
                  <a:pt x="259773" y="7238"/>
                  <a:pt x="252534" y="0"/>
                  <a:pt x="243537" y="0"/>
                </a:cubicBezTo>
                <a:cubicBezTo>
                  <a:pt x="234540" y="0"/>
                  <a:pt x="227301" y="7238"/>
                  <a:pt x="227301" y="16236"/>
                </a:cubicBezTo>
                <a:lnTo>
                  <a:pt x="227301" y="43295"/>
                </a:lnTo>
                <a:lnTo>
                  <a:pt x="189418" y="43295"/>
                </a:lnTo>
                <a:lnTo>
                  <a:pt x="189418" y="16236"/>
                </a:lnTo>
                <a:cubicBezTo>
                  <a:pt x="189418" y="7238"/>
                  <a:pt x="182179" y="0"/>
                  <a:pt x="173182" y="0"/>
                </a:cubicBezTo>
                <a:cubicBezTo>
                  <a:pt x="164184" y="0"/>
                  <a:pt x="156946" y="7238"/>
                  <a:pt x="156946" y="16236"/>
                </a:cubicBezTo>
                <a:lnTo>
                  <a:pt x="156946" y="43295"/>
                </a:lnTo>
                <a:lnTo>
                  <a:pt x="119063" y="43295"/>
                </a:lnTo>
                <a:lnTo>
                  <a:pt x="119063" y="16236"/>
                </a:lnTo>
                <a:close/>
                <a:moveTo>
                  <a:pt x="108239" y="86591"/>
                </a:moveTo>
                <a:lnTo>
                  <a:pt x="238125" y="86591"/>
                </a:lnTo>
                <a:cubicBezTo>
                  <a:pt x="250099" y="86591"/>
                  <a:pt x="259773" y="96265"/>
                  <a:pt x="259773" y="108239"/>
                </a:cubicBezTo>
                <a:lnTo>
                  <a:pt x="259773" y="238125"/>
                </a:lnTo>
                <a:cubicBezTo>
                  <a:pt x="259773" y="250099"/>
                  <a:pt x="250099" y="259773"/>
                  <a:pt x="238125" y="259773"/>
                </a:cubicBezTo>
                <a:lnTo>
                  <a:pt x="108239" y="259773"/>
                </a:lnTo>
                <a:cubicBezTo>
                  <a:pt x="96265" y="259773"/>
                  <a:pt x="86591" y="250099"/>
                  <a:pt x="86591" y="238125"/>
                </a:cubicBezTo>
                <a:lnTo>
                  <a:pt x="86591" y="108239"/>
                </a:lnTo>
                <a:cubicBezTo>
                  <a:pt x="86591" y="96265"/>
                  <a:pt x="96265" y="86591"/>
                  <a:pt x="108239" y="86591"/>
                </a:cubicBezTo>
                <a:close/>
                <a:moveTo>
                  <a:pt x="119063" y="119063"/>
                </a:moveTo>
                <a:lnTo>
                  <a:pt x="119063" y="227301"/>
                </a:lnTo>
                <a:lnTo>
                  <a:pt x="227301" y="227301"/>
                </a:lnTo>
                <a:lnTo>
                  <a:pt x="227301" y="119063"/>
                </a:lnTo>
                <a:lnTo>
                  <a:pt x="119063" y="119063"/>
                </a:lnTo>
                <a:close/>
              </a:path>
            </a:pathLst>
          </a:custGeom>
          <a:solidFill>
            <a:srgbClr val="1A202C"/>
          </a:solidFill>
        </p:spPr>
      </p:sp>
      <p:sp>
        <p:nvSpPr>
          <p:cNvPr id="8" name="Text 6"/>
          <p:cNvSpPr/>
          <p:nvPr/>
        </p:nvSpPr>
        <p:spPr>
          <a:xfrm>
            <a:off x="1298864" y="2034656"/>
            <a:ext cx="4658591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5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1365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信号驱动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98864" y="2381019"/>
            <a:ext cx="4641273" cy="6754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</a:t>
            </a:r>
            <a:r>
              <a:rPr lang="en-US" sz="109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PWM信号独立驱动四路直流电机</a:t>
            </a:r>
            <a:r>
              <a:rPr lang="en-US" sz="109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，实现对按摩滚轮转速的多挡位调节。PWM占空比越高，对应电机转速越快，从而带动按摩滚轮产生不同强度的滚动效果。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6363" y="3454747"/>
            <a:ext cx="5749637" cy="2286000"/>
          </a:xfrm>
          <a:custGeom>
            <a:avLst/>
            <a:gdLst/>
            <a:ahLst/>
            <a:cxnLst/>
            <a:rect l="l" t="t" r="r" b="b"/>
            <a:pathLst>
              <a:path w="7666182" h="3048000">
                <a:moveTo>
                  <a:pt x="138532" y="0"/>
                </a:moveTo>
                <a:lnTo>
                  <a:pt x="7527650" y="0"/>
                </a:lnTo>
                <a:cubicBezTo>
                  <a:pt x="7604159" y="0"/>
                  <a:pt x="7666182" y="62023"/>
                  <a:pt x="7666182" y="138532"/>
                </a:cubicBezTo>
                <a:lnTo>
                  <a:pt x="7666182" y="2909468"/>
                </a:lnTo>
                <a:cubicBezTo>
                  <a:pt x="7666182" y="2985977"/>
                  <a:pt x="7604159" y="3048000"/>
                  <a:pt x="7527650" y="3048000"/>
                </a:cubicBezTo>
                <a:lnTo>
                  <a:pt x="138532" y="3048000"/>
                </a:lnTo>
                <a:cubicBezTo>
                  <a:pt x="62023" y="3048000"/>
                  <a:pt x="0" y="2985977"/>
                  <a:pt x="0" y="2909468"/>
                </a:cubicBezTo>
                <a:lnTo>
                  <a:pt x="0" y="138532"/>
                </a:lnTo>
                <a:cubicBezTo>
                  <a:pt x="0" y="62023"/>
                  <a:pt x="62023" y="0"/>
                  <a:pt x="13853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3"/>
            </a:solidFill>
          </a:ln>
        </p:spPr>
      </p:sp>
      <p:sp>
        <p:nvSpPr>
          <p:cNvPr id="11" name="Shape 9"/>
          <p:cNvSpPr/>
          <p:nvPr/>
        </p:nvSpPr>
        <p:spPr>
          <a:xfrm>
            <a:off x="575830" y="3705860"/>
            <a:ext cx="155864" cy="155864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12989" y="25977"/>
                </a:moveTo>
                <a:cubicBezTo>
                  <a:pt x="5804" y="25977"/>
                  <a:pt x="0" y="31782"/>
                  <a:pt x="0" y="38966"/>
                </a:cubicBezTo>
                <a:cubicBezTo>
                  <a:pt x="0" y="46150"/>
                  <a:pt x="5804" y="51955"/>
                  <a:pt x="12989" y="51955"/>
                </a:cubicBezTo>
                <a:lnTo>
                  <a:pt x="48180" y="51955"/>
                </a:lnTo>
                <a:cubicBezTo>
                  <a:pt x="53172" y="63441"/>
                  <a:pt x="64618" y="71438"/>
                  <a:pt x="77932" y="71438"/>
                </a:cubicBezTo>
                <a:cubicBezTo>
                  <a:pt x="91245" y="71438"/>
                  <a:pt x="102691" y="63441"/>
                  <a:pt x="107684" y="51955"/>
                </a:cubicBezTo>
                <a:lnTo>
                  <a:pt x="194830" y="51955"/>
                </a:lnTo>
                <a:cubicBezTo>
                  <a:pt x="202014" y="51955"/>
                  <a:pt x="207818" y="46150"/>
                  <a:pt x="207818" y="38966"/>
                </a:cubicBezTo>
                <a:cubicBezTo>
                  <a:pt x="207818" y="31782"/>
                  <a:pt x="202014" y="25977"/>
                  <a:pt x="194830" y="25977"/>
                </a:cubicBezTo>
                <a:lnTo>
                  <a:pt x="107684" y="25977"/>
                </a:lnTo>
                <a:cubicBezTo>
                  <a:pt x="102691" y="14490"/>
                  <a:pt x="91245" y="6494"/>
                  <a:pt x="77932" y="6494"/>
                </a:cubicBezTo>
                <a:cubicBezTo>
                  <a:pt x="64618" y="6494"/>
                  <a:pt x="53172" y="14490"/>
                  <a:pt x="48180" y="25977"/>
                </a:cubicBezTo>
                <a:lnTo>
                  <a:pt x="12989" y="25977"/>
                </a:lnTo>
                <a:close/>
                <a:moveTo>
                  <a:pt x="12989" y="90920"/>
                </a:moveTo>
                <a:cubicBezTo>
                  <a:pt x="5804" y="90920"/>
                  <a:pt x="0" y="96725"/>
                  <a:pt x="0" y="103909"/>
                </a:cubicBezTo>
                <a:cubicBezTo>
                  <a:pt x="0" y="111093"/>
                  <a:pt x="5804" y="116898"/>
                  <a:pt x="12989" y="116898"/>
                </a:cubicBezTo>
                <a:lnTo>
                  <a:pt x="113123" y="116898"/>
                </a:lnTo>
                <a:cubicBezTo>
                  <a:pt x="118115" y="128385"/>
                  <a:pt x="129562" y="136381"/>
                  <a:pt x="142875" y="136381"/>
                </a:cubicBezTo>
                <a:cubicBezTo>
                  <a:pt x="156188" y="136381"/>
                  <a:pt x="167635" y="128385"/>
                  <a:pt x="172627" y="116898"/>
                </a:cubicBezTo>
                <a:lnTo>
                  <a:pt x="194830" y="116898"/>
                </a:lnTo>
                <a:cubicBezTo>
                  <a:pt x="202014" y="116898"/>
                  <a:pt x="207818" y="111093"/>
                  <a:pt x="207818" y="103909"/>
                </a:cubicBezTo>
                <a:cubicBezTo>
                  <a:pt x="207818" y="96725"/>
                  <a:pt x="202014" y="90920"/>
                  <a:pt x="194830" y="90920"/>
                </a:cubicBezTo>
                <a:lnTo>
                  <a:pt x="172627" y="90920"/>
                </a:lnTo>
                <a:cubicBezTo>
                  <a:pt x="167635" y="79434"/>
                  <a:pt x="156188" y="71438"/>
                  <a:pt x="142875" y="71438"/>
                </a:cubicBezTo>
                <a:cubicBezTo>
                  <a:pt x="129562" y="71438"/>
                  <a:pt x="118115" y="79434"/>
                  <a:pt x="113123" y="90920"/>
                </a:cubicBezTo>
                <a:lnTo>
                  <a:pt x="12989" y="90920"/>
                </a:lnTo>
                <a:close/>
                <a:moveTo>
                  <a:pt x="12989" y="155864"/>
                </a:moveTo>
                <a:cubicBezTo>
                  <a:pt x="5804" y="155864"/>
                  <a:pt x="0" y="161668"/>
                  <a:pt x="0" y="168852"/>
                </a:cubicBezTo>
                <a:cubicBezTo>
                  <a:pt x="0" y="176037"/>
                  <a:pt x="5804" y="181841"/>
                  <a:pt x="12989" y="181841"/>
                </a:cubicBezTo>
                <a:lnTo>
                  <a:pt x="35191" y="181841"/>
                </a:lnTo>
                <a:cubicBezTo>
                  <a:pt x="40184" y="193328"/>
                  <a:pt x="51630" y="201324"/>
                  <a:pt x="64943" y="201324"/>
                </a:cubicBezTo>
                <a:cubicBezTo>
                  <a:pt x="78257" y="201324"/>
                  <a:pt x="89703" y="193328"/>
                  <a:pt x="94695" y="181841"/>
                </a:cubicBezTo>
                <a:lnTo>
                  <a:pt x="194830" y="181841"/>
                </a:lnTo>
                <a:cubicBezTo>
                  <a:pt x="202014" y="181841"/>
                  <a:pt x="207818" y="176037"/>
                  <a:pt x="207818" y="168852"/>
                </a:cubicBezTo>
                <a:cubicBezTo>
                  <a:pt x="207818" y="161668"/>
                  <a:pt x="202014" y="155864"/>
                  <a:pt x="194830" y="155864"/>
                </a:cubicBezTo>
                <a:lnTo>
                  <a:pt x="94695" y="155864"/>
                </a:lnTo>
                <a:cubicBezTo>
                  <a:pt x="89703" y="144377"/>
                  <a:pt x="78257" y="136381"/>
                  <a:pt x="64943" y="136381"/>
                </a:cubicBezTo>
                <a:cubicBezTo>
                  <a:pt x="51630" y="136381"/>
                  <a:pt x="40184" y="144377"/>
                  <a:pt x="35191" y="155864"/>
                </a:cubicBezTo>
                <a:lnTo>
                  <a:pt x="12989" y="155864"/>
                </a:ln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12" name="Text 10"/>
          <p:cNvSpPr/>
          <p:nvPr/>
        </p:nvSpPr>
        <p:spPr>
          <a:xfrm>
            <a:off x="753341" y="3662565"/>
            <a:ext cx="5212773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控制方式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4182" y="4043565"/>
            <a:ext cx="5334000" cy="692727"/>
          </a:xfrm>
          <a:custGeom>
            <a:avLst/>
            <a:gdLst/>
            <a:ahLst/>
            <a:cxnLst/>
            <a:rect l="l" t="t" r="r" b="b"/>
            <a:pathLst>
              <a:path w="7112000" h="923636">
                <a:moveTo>
                  <a:pt x="92364" y="0"/>
                </a:moveTo>
                <a:lnTo>
                  <a:pt x="7019636" y="0"/>
                </a:lnTo>
                <a:cubicBezTo>
                  <a:pt x="7070647" y="0"/>
                  <a:pt x="7112000" y="41353"/>
                  <a:pt x="7112000" y="92364"/>
                </a:cubicBezTo>
                <a:lnTo>
                  <a:pt x="7112000" y="831273"/>
                </a:lnTo>
                <a:cubicBezTo>
                  <a:pt x="7112000" y="882284"/>
                  <a:pt x="7070647" y="923636"/>
                  <a:pt x="7019636" y="923636"/>
                </a:cubicBezTo>
                <a:lnTo>
                  <a:pt x="92364" y="923636"/>
                </a:lnTo>
                <a:cubicBezTo>
                  <a:pt x="41353" y="923636"/>
                  <a:pt x="0" y="882284"/>
                  <a:pt x="0" y="831273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692727" y="4182110"/>
            <a:ext cx="415637" cy="415637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92365" y="0"/>
                </a:moveTo>
                <a:lnTo>
                  <a:pt x="461816" y="0"/>
                </a:lnTo>
                <a:cubicBezTo>
                  <a:pt x="512794" y="0"/>
                  <a:pt x="554182" y="41388"/>
                  <a:pt x="554182" y="92365"/>
                </a:cubicBezTo>
                <a:lnTo>
                  <a:pt x="554182" y="461816"/>
                </a:lnTo>
                <a:cubicBezTo>
                  <a:pt x="554182" y="512794"/>
                  <a:pt x="512794" y="554182"/>
                  <a:pt x="461816" y="554182"/>
                </a:cubicBezTo>
                <a:lnTo>
                  <a:pt x="92365" y="554182"/>
                </a:lnTo>
                <a:cubicBezTo>
                  <a:pt x="41388" y="554182"/>
                  <a:pt x="0" y="512794"/>
                  <a:pt x="0" y="461816"/>
                </a:cubicBezTo>
                <a:lnTo>
                  <a:pt x="0" y="92365"/>
                </a:lnTo>
                <a:cubicBezTo>
                  <a:pt x="0" y="41388"/>
                  <a:pt x="41388" y="0"/>
                  <a:pt x="92365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</p:spPr>
      </p:sp>
      <p:sp>
        <p:nvSpPr>
          <p:cNvPr id="15" name="Shape 13"/>
          <p:cNvSpPr/>
          <p:nvPr/>
        </p:nvSpPr>
        <p:spPr>
          <a:xfrm>
            <a:off x="824779" y="4303337"/>
            <a:ext cx="151534" cy="173182"/>
          </a:xfrm>
          <a:custGeom>
            <a:avLst/>
            <a:gdLst/>
            <a:ahLst/>
            <a:cxnLst/>
            <a:rect l="l" t="t" r="r" b="b"/>
            <a:pathLst>
              <a:path w="202045" h="230909">
                <a:moveTo>
                  <a:pt x="57727" y="18040"/>
                </a:moveTo>
                <a:cubicBezTo>
                  <a:pt x="57727" y="8073"/>
                  <a:pt x="65800" y="0"/>
                  <a:pt x="75767" y="0"/>
                </a:cubicBezTo>
                <a:cubicBezTo>
                  <a:pt x="85734" y="0"/>
                  <a:pt x="93807" y="8073"/>
                  <a:pt x="93807" y="18040"/>
                </a:cubicBezTo>
                <a:lnTo>
                  <a:pt x="93807" y="84877"/>
                </a:lnTo>
                <a:cubicBezTo>
                  <a:pt x="97640" y="81450"/>
                  <a:pt x="102691" y="79375"/>
                  <a:pt x="108239" y="79375"/>
                </a:cubicBezTo>
                <a:cubicBezTo>
                  <a:pt x="117529" y="79375"/>
                  <a:pt x="125467" y="85238"/>
                  <a:pt x="128533" y="93446"/>
                </a:cubicBezTo>
                <a:cubicBezTo>
                  <a:pt x="132502" y="89252"/>
                  <a:pt x="138094" y="86591"/>
                  <a:pt x="144318" y="86591"/>
                </a:cubicBezTo>
                <a:cubicBezTo>
                  <a:pt x="155728" y="86591"/>
                  <a:pt x="165064" y="95385"/>
                  <a:pt x="165921" y="106570"/>
                </a:cubicBezTo>
                <a:cubicBezTo>
                  <a:pt x="169754" y="103097"/>
                  <a:pt x="174850" y="101023"/>
                  <a:pt x="180398" y="101023"/>
                </a:cubicBezTo>
                <a:cubicBezTo>
                  <a:pt x="192349" y="101023"/>
                  <a:pt x="202045" y="110719"/>
                  <a:pt x="202045" y="122670"/>
                </a:cubicBezTo>
                <a:lnTo>
                  <a:pt x="202045" y="173182"/>
                </a:lnTo>
                <a:cubicBezTo>
                  <a:pt x="202045" y="205067"/>
                  <a:pt x="176203" y="230909"/>
                  <a:pt x="144318" y="230909"/>
                </a:cubicBezTo>
                <a:lnTo>
                  <a:pt x="105848" y="230909"/>
                </a:lnTo>
                <a:cubicBezTo>
                  <a:pt x="103593" y="230909"/>
                  <a:pt x="101384" y="230774"/>
                  <a:pt x="99219" y="230458"/>
                </a:cubicBezTo>
                <a:cubicBezTo>
                  <a:pt x="74279" y="227933"/>
                  <a:pt x="51323" y="215124"/>
                  <a:pt x="36080" y="194830"/>
                </a:cubicBezTo>
                <a:lnTo>
                  <a:pt x="3608" y="151534"/>
                </a:lnTo>
                <a:cubicBezTo>
                  <a:pt x="-2390" y="143551"/>
                  <a:pt x="-767" y="132277"/>
                  <a:pt x="7216" y="126278"/>
                </a:cubicBezTo>
                <a:cubicBezTo>
                  <a:pt x="15199" y="120280"/>
                  <a:pt x="26473" y="121904"/>
                  <a:pt x="32472" y="129886"/>
                </a:cubicBezTo>
                <a:lnTo>
                  <a:pt x="57727" y="163576"/>
                </a:lnTo>
                <a:lnTo>
                  <a:pt x="57727" y="18040"/>
                </a:lnTo>
                <a:close/>
                <a:moveTo>
                  <a:pt x="108239" y="137102"/>
                </a:moveTo>
                <a:cubicBezTo>
                  <a:pt x="108239" y="133134"/>
                  <a:pt x="104991" y="129886"/>
                  <a:pt x="101023" y="129886"/>
                </a:cubicBezTo>
                <a:cubicBezTo>
                  <a:pt x="97054" y="129886"/>
                  <a:pt x="93807" y="133134"/>
                  <a:pt x="93807" y="137102"/>
                </a:cubicBezTo>
                <a:lnTo>
                  <a:pt x="93807" y="180398"/>
                </a:lnTo>
                <a:cubicBezTo>
                  <a:pt x="93807" y="184366"/>
                  <a:pt x="97054" y="187614"/>
                  <a:pt x="101023" y="187614"/>
                </a:cubicBezTo>
                <a:cubicBezTo>
                  <a:pt x="104991" y="187614"/>
                  <a:pt x="108239" y="184366"/>
                  <a:pt x="108239" y="180398"/>
                </a:cubicBezTo>
                <a:lnTo>
                  <a:pt x="108239" y="137102"/>
                </a:lnTo>
                <a:close/>
                <a:moveTo>
                  <a:pt x="129886" y="129886"/>
                </a:moveTo>
                <a:cubicBezTo>
                  <a:pt x="125918" y="129886"/>
                  <a:pt x="122670" y="133134"/>
                  <a:pt x="122670" y="137102"/>
                </a:cubicBezTo>
                <a:lnTo>
                  <a:pt x="122670" y="180398"/>
                </a:lnTo>
                <a:cubicBezTo>
                  <a:pt x="122670" y="184366"/>
                  <a:pt x="125918" y="187614"/>
                  <a:pt x="129886" y="187614"/>
                </a:cubicBezTo>
                <a:cubicBezTo>
                  <a:pt x="133855" y="187614"/>
                  <a:pt x="137102" y="184366"/>
                  <a:pt x="137102" y="180398"/>
                </a:cubicBezTo>
                <a:lnTo>
                  <a:pt x="137102" y="137102"/>
                </a:lnTo>
                <a:cubicBezTo>
                  <a:pt x="137102" y="133134"/>
                  <a:pt x="133855" y="129886"/>
                  <a:pt x="129886" y="129886"/>
                </a:cubicBezTo>
                <a:close/>
                <a:moveTo>
                  <a:pt x="165966" y="137102"/>
                </a:moveTo>
                <a:cubicBezTo>
                  <a:pt x="165966" y="133134"/>
                  <a:pt x="162719" y="129886"/>
                  <a:pt x="158750" y="129886"/>
                </a:cubicBezTo>
                <a:cubicBezTo>
                  <a:pt x="154781" y="129886"/>
                  <a:pt x="151534" y="133134"/>
                  <a:pt x="151534" y="137102"/>
                </a:cubicBezTo>
                <a:lnTo>
                  <a:pt x="151534" y="180398"/>
                </a:lnTo>
                <a:cubicBezTo>
                  <a:pt x="151534" y="184366"/>
                  <a:pt x="154781" y="187614"/>
                  <a:pt x="158750" y="187614"/>
                </a:cubicBezTo>
                <a:cubicBezTo>
                  <a:pt x="162719" y="187614"/>
                  <a:pt x="165966" y="184366"/>
                  <a:pt x="165966" y="180398"/>
                </a:cubicBezTo>
                <a:lnTo>
                  <a:pt x="165966" y="137102"/>
                </a:lnTo>
                <a:close/>
              </a:path>
            </a:pathLst>
          </a:custGeom>
          <a:solidFill>
            <a:schemeClr val="bg1"/>
          </a:solidFill>
        </p:spPr>
      </p:sp>
      <p:sp>
        <p:nvSpPr>
          <p:cNvPr id="16" name="Text 14"/>
          <p:cNvSpPr/>
          <p:nvPr/>
        </p:nvSpPr>
        <p:spPr>
          <a:xfrm>
            <a:off x="1212273" y="4182111"/>
            <a:ext cx="4606637" cy="207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9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电容触控开关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12273" y="4424565"/>
            <a:ext cx="4597977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通过</a:t>
            </a:r>
            <a:r>
              <a:rPr lang="zh-CN" altLang="en-US" sz="95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电容触控开关</a:t>
            </a:r>
            <a:r>
              <a:rPr lang="en-US" sz="955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进行本地操作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54182" y="4840201"/>
            <a:ext cx="5334000" cy="692727"/>
          </a:xfrm>
          <a:custGeom>
            <a:avLst/>
            <a:gdLst/>
            <a:ahLst/>
            <a:cxnLst/>
            <a:rect l="l" t="t" r="r" b="b"/>
            <a:pathLst>
              <a:path w="7112000" h="923636">
                <a:moveTo>
                  <a:pt x="92364" y="0"/>
                </a:moveTo>
                <a:lnTo>
                  <a:pt x="7019636" y="0"/>
                </a:lnTo>
                <a:cubicBezTo>
                  <a:pt x="7070647" y="0"/>
                  <a:pt x="7112000" y="41353"/>
                  <a:pt x="7112000" y="92364"/>
                </a:cubicBezTo>
                <a:lnTo>
                  <a:pt x="7112000" y="831273"/>
                </a:lnTo>
                <a:cubicBezTo>
                  <a:pt x="7112000" y="882284"/>
                  <a:pt x="7070647" y="923636"/>
                  <a:pt x="7019636" y="923636"/>
                </a:cubicBezTo>
                <a:lnTo>
                  <a:pt x="92364" y="923636"/>
                </a:lnTo>
                <a:cubicBezTo>
                  <a:pt x="41353" y="923636"/>
                  <a:pt x="0" y="882284"/>
                  <a:pt x="0" y="831273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92727" y="4978746"/>
            <a:ext cx="415637" cy="415637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92365" y="0"/>
                </a:moveTo>
                <a:lnTo>
                  <a:pt x="461816" y="0"/>
                </a:lnTo>
                <a:cubicBezTo>
                  <a:pt x="512794" y="0"/>
                  <a:pt x="554182" y="41388"/>
                  <a:pt x="554182" y="92365"/>
                </a:cubicBezTo>
                <a:lnTo>
                  <a:pt x="554182" y="461816"/>
                </a:lnTo>
                <a:cubicBezTo>
                  <a:pt x="554182" y="512794"/>
                  <a:pt x="512794" y="554182"/>
                  <a:pt x="461816" y="554182"/>
                </a:cubicBezTo>
                <a:lnTo>
                  <a:pt x="92365" y="554182"/>
                </a:lnTo>
                <a:cubicBezTo>
                  <a:pt x="41388" y="554182"/>
                  <a:pt x="0" y="512794"/>
                  <a:pt x="0" y="461816"/>
                </a:cubicBezTo>
                <a:lnTo>
                  <a:pt x="0" y="92365"/>
                </a:lnTo>
                <a:cubicBezTo>
                  <a:pt x="0" y="41388"/>
                  <a:pt x="41388" y="0"/>
                  <a:pt x="92365" y="0"/>
                </a:cubicBezTo>
                <a:close/>
              </a:path>
            </a:pathLst>
          </a:custGeom>
          <a:solidFill>
            <a:schemeClr val="bg1">
              <a:lumMod val="95000"/>
              <a:alpha val="20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Shape 18"/>
          <p:cNvSpPr/>
          <p:nvPr/>
        </p:nvSpPr>
        <p:spPr>
          <a:xfrm>
            <a:off x="835602" y="5099974"/>
            <a:ext cx="129887" cy="173182"/>
          </a:xfrm>
          <a:custGeom>
            <a:avLst/>
            <a:gdLst/>
            <a:ahLst/>
            <a:cxnLst/>
            <a:rect l="l" t="t" r="r" b="b"/>
            <a:pathLst>
              <a:path w="173182" h="230909">
                <a:moveTo>
                  <a:pt x="7216" y="28864"/>
                </a:moveTo>
                <a:cubicBezTo>
                  <a:pt x="7216" y="12944"/>
                  <a:pt x="20159" y="0"/>
                  <a:pt x="36080" y="0"/>
                </a:cubicBezTo>
                <a:lnTo>
                  <a:pt x="137102" y="0"/>
                </a:lnTo>
                <a:cubicBezTo>
                  <a:pt x="153022" y="0"/>
                  <a:pt x="165966" y="12944"/>
                  <a:pt x="165966" y="28864"/>
                </a:cubicBezTo>
                <a:lnTo>
                  <a:pt x="165966" y="202045"/>
                </a:lnTo>
                <a:cubicBezTo>
                  <a:pt x="165966" y="217966"/>
                  <a:pt x="153022" y="230909"/>
                  <a:pt x="137102" y="230909"/>
                </a:cubicBezTo>
                <a:lnTo>
                  <a:pt x="36080" y="230909"/>
                </a:lnTo>
                <a:cubicBezTo>
                  <a:pt x="20159" y="230909"/>
                  <a:pt x="7216" y="217966"/>
                  <a:pt x="7216" y="202045"/>
                </a:cubicBezTo>
                <a:lnTo>
                  <a:pt x="7216" y="28864"/>
                </a:lnTo>
                <a:close/>
                <a:moveTo>
                  <a:pt x="36080" y="28864"/>
                </a:moveTo>
                <a:lnTo>
                  <a:pt x="36080" y="165966"/>
                </a:lnTo>
                <a:lnTo>
                  <a:pt x="137102" y="165966"/>
                </a:lnTo>
                <a:lnTo>
                  <a:pt x="137102" y="28864"/>
                </a:lnTo>
                <a:lnTo>
                  <a:pt x="36080" y="28864"/>
                </a:lnTo>
                <a:close/>
                <a:moveTo>
                  <a:pt x="86591" y="212869"/>
                </a:moveTo>
                <a:cubicBezTo>
                  <a:pt x="94574" y="212869"/>
                  <a:pt x="101023" y="206420"/>
                  <a:pt x="101023" y="198438"/>
                </a:cubicBezTo>
                <a:cubicBezTo>
                  <a:pt x="101023" y="190455"/>
                  <a:pt x="94574" y="184006"/>
                  <a:pt x="86591" y="184006"/>
                </a:cubicBezTo>
                <a:cubicBezTo>
                  <a:pt x="78608" y="184006"/>
                  <a:pt x="72159" y="190455"/>
                  <a:pt x="72159" y="198438"/>
                </a:cubicBezTo>
                <a:cubicBezTo>
                  <a:pt x="72159" y="206420"/>
                  <a:pt x="78608" y="212869"/>
                  <a:pt x="86591" y="212869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Text 19"/>
          <p:cNvSpPr/>
          <p:nvPr/>
        </p:nvSpPr>
        <p:spPr>
          <a:xfrm>
            <a:off x="1212273" y="4978747"/>
            <a:ext cx="4606637" cy="207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9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上位机</a:t>
            </a:r>
            <a:r>
              <a:rPr lang="en-US" altLang="zh-CN" sz="109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12273" y="5221202"/>
            <a:ext cx="4597977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通过蓝牙连接进行远程控制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03645" y="1722120"/>
            <a:ext cx="5541645" cy="4124325"/>
          </a:xfrm>
          <a:custGeom>
            <a:avLst/>
            <a:gdLst/>
            <a:ahLst/>
            <a:cxnLst/>
            <a:rect l="l" t="t" r="r" b="b"/>
            <a:pathLst>
              <a:path w="7389091" h="7019636">
                <a:moveTo>
                  <a:pt x="138568" y="0"/>
                </a:moveTo>
                <a:lnTo>
                  <a:pt x="7250523" y="0"/>
                </a:lnTo>
                <a:cubicBezTo>
                  <a:pt x="7327052" y="0"/>
                  <a:pt x="7389091" y="62039"/>
                  <a:pt x="7389091" y="138568"/>
                </a:cubicBezTo>
                <a:lnTo>
                  <a:pt x="7389091" y="6881069"/>
                </a:lnTo>
                <a:cubicBezTo>
                  <a:pt x="7389091" y="6957598"/>
                  <a:pt x="7327052" y="7019636"/>
                  <a:pt x="7250523" y="7019636"/>
                </a:cubicBezTo>
                <a:lnTo>
                  <a:pt x="138568" y="7019636"/>
                </a:lnTo>
                <a:cubicBezTo>
                  <a:pt x="62039" y="7019636"/>
                  <a:pt x="0" y="6957598"/>
                  <a:pt x="0" y="6881069"/>
                </a:cubicBezTo>
                <a:lnTo>
                  <a:pt x="0" y="138568"/>
                </a:lnTo>
                <a:cubicBezTo>
                  <a:pt x="0" y="62090"/>
                  <a:pt x="62090" y="0"/>
                  <a:pt x="138568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3"/>
            </a:solidFill>
          </a:ln>
        </p:spPr>
      </p:sp>
      <p:sp>
        <p:nvSpPr>
          <p:cNvPr id="24" name="Shape 22"/>
          <p:cNvSpPr/>
          <p:nvPr/>
        </p:nvSpPr>
        <p:spPr>
          <a:xfrm>
            <a:off x="6533284" y="2051974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230909" h="230909">
                <a:moveTo>
                  <a:pt x="104856" y="2345"/>
                </a:moveTo>
                <a:cubicBezTo>
                  <a:pt x="111576" y="-767"/>
                  <a:pt x="119333" y="-767"/>
                  <a:pt x="126053" y="2345"/>
                </a:cubicBezTo>
                <a:lnTo>
                  <a:pt x="224640" y="47896"/>
                </a:lnTo>
                <a:cubicBezTo>
                  <a:pt x="228474" y="49654"/>
                  <a:pt x="230909" y="53488"/>
                  <a:pt x="230909" y="57727"/>
                </a:cubicBezTo>
                <a:cubicBezTo>
                  <a:pt x="230909" y="61967"/>
                  <a:pt x="228474" y="65800"/>
                  <a:pt x="224640" y="67559"/>
                </a:cubicBezTo>
                <a:lnTo>
                  <a:pt x="126053" y="113109"/>
                </a:lnTo>
                <a:cubicBezTo>
                  <a:pt x="119333" y="116221"/>
                  <a:pt x="111576" y="116221"/>
                  <a:pt x="104856" y="113109"/>
                </a:cubicBezTo>
                <a:lnTo>
                  <a:pt x="6269" y="67559"/>
                </a:lnTo>
                <a:cubicBezTo>
                  <a:pt x="2435" y="65755"/>
                  <a:pt x="0" y="61922"/>
                  <a:pt x="0" y="57727"/>
                </a:cubicBezTo>
                <a:cubicBezTo>
                  <a:pt x="0" y="53533"/>
                  <a:pt x="2435" y="49654"/>
                  <a:pt x="6269" y="47896"/>
                </a:cubicBezTo>
                <a:lnTo>
                  <a:pt x="104856" y="2345"/>
                </a:lnTo>
                <a:close/>
                <a:moveTo>
                  <a:pt x="21693" y="98497"/>
                </a:moveTo>
                <a:lnTo>
                  <a:pt x="95791" y="132728"/>
                </a:lnTo>
                <a:cubicBezTo>
                  <a:pt x="108284" y="138500"/>
                  <a:pt x="122670" y="138500"/>
                  <a:pt x="135163" y="132728"/>
                </a:cubicBezTo>
                <a:lnTo>
                  <a:pt x="209261" y="98497"/>
                </a:lnTo>
                <a:lnTo>
                  <a:pt x="224640" y="105623"/>
                </a:lnTo>
                <a:cubicBezTo>
                  <a:pt x="228474" y="107382"/>
                  <a:pt x="230909" y="111215"/>
                  <a:pt x="230909" y="115455"/>
                </a:cubicBezTo>
                <a:cubicBezTo>
                  <a:pt x="230909" y="119694"/>
                  <a:pt x="228474" y="123527"/>
                  <a:pt x="224640" y="125286"/>
                </a:cubicBezTo>
                <a:lnTo>
                  <a:pt x="126053" y="170837"/>
                </a:lnTo>
                <a:cubicBezTo>
                  <a:pt x="119333" y="173949"/>
                  <a:pt x="111576" y="173949"/>
                  <a:pt x="104856" y="170837"/>
                </a:cubicBezTo>
                <a:lnTo>
                  <a:pt x="6269" y="125286"/>
                </a:lnTo>
                <a:cubicBezTo>
                  <a:pt x="2435" y="123482"/>
                  <a:pt x="0" y="119649"/>
                  <a:pt x="0" y="115455"/>
                </a:cubicBezTo>
                <a:cubicBezTo>
                  <a:pt x="0" y="111260"/>
                  <a:pt x="2435" y="107382"/>
                  <a:pt x="6269" y="105623"/>
                </a:cubicBezTo>
                <a:lnTo>
                  <a:pt x="21648" y="98497"/>
                </a:lnTo>
                <a:close/>
                <a:moveTo>
                  <a:pt x="6269" y="163350"/>
                </a:moveTo>
                <a:lnTo>
                  <a:pt x="21648" y="156224"/>
                </a:lnTo>
                <a:lnTo>
                  <a:pt x="95746" y="190455"/>
                </a:lnTo>
                <a:cubicBezTo>
                  <a:pt x="108239" y="196228"/>
                  <a:pt x="122625" y="196228"/>
                  <a:pt x="135118" y="190455"/>
                </a:cubicBezTo>
                <a:lnTo>
                  <a:pt x="209216" y="156224"/>
                </a:lnTo>
                <a:lnTo>
                  <a:pt x="224595" y="163350"/>
                </a:lnTo>
                <a:cubicBezTo>
                  <a:pt x="228429" y="165109"/>
                  <a:pt x="230864" y="168942"/>
                  <a:pt x="230864" y="173182"/>
                </a:cubicBezTo>
                <a:cubicBezTo>
                  <a:pt x="230864" y="177421"/>
                  <a:pt x="228429" y="181255"/>
                  <a:pt x="224595" y="183013"/>
                </a:cubicBezTo>
                <a:lnTo>
                  <a:pt x="126008" y="228564"/>
                </a:lnTo>
                <a:cubicBezTo>
                  <a:pt x="119288" y="231676"/>
                  <a:pt x="111531" y="231676"/>
                  <a:pt x="104811" y="228564"/>
                </a:cubicBezTo>
                <a:lnTo>
                  <a:pt x="6269" y="183013"/>
                </a:lnTo>
                <a:cubicBezTo>
                  <a:pt x="2435" y="181210"/>
                  <a:pt x="0" y="177376"/>
                  <a:pt x="0" y="173182"/>
                </a:cubicBezTo>
                <a:cubicBezTo>
                  <a:pt x="0" y="168988"/>
                  <a:pt x="2435" y="165109"/>
                  <a:pt x="6269" y="16335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25" name="Text 23"/>
          <p:cNvSpPr/>
          <p:nvPr/>
        </p:nvSpPr>
        <p:spPr>
          <a:xfrm>
            <a:off x="6728114" y="2017337"/>
            <a:ext cx="4996295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5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妈妈数黑体" pitchFamily="34" charset="-120"/>
              </a:rPr>
              <a:t>按摩模块工作流程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28955" y="2432974"/>
            <a:ext cx="5108864" cy="1004455"/>
          </a:xfrm>
          <a:custGeom>
            <a:avLst/>
            <a:gdLst/>
            <a:ahLst/>
            <a:cxnLst/>
            <a:rect l="l" t="t" r="r" b="b"/>
            <a:pathLst>
              <a:path w="6811818" h="1339273">
                <a:moveTo>
                  <a:pt x="46182" y="0"/>
                </a:moveTo>
                <a:lnTo>
                  <a:pt x="6673270" y="0"/>
                </a:lnTo>
                <a:cubicBezTo>
                  <a:pt x="6749788" y="0"/>
                  <a:pt x="6811818" y="62030"/>
                  <a:pt x="6811818" y="138548"/>
                </a:cubicBezTo>
                <a:lnTo>
                  <a:pt x="6811818" y="1200725"/>
                </a:lnTo>
                <a:cubicBezTo>
                  <a:pt x="6811818" y="1277243"/>
                  <a:pt x="6749788" y="1339273"/>
                  <a:pt x="6673270" y="1339273"/>
                </a:cubicBezTo>
                <a:lnTo>
                  <a:pt x="46182" y="1339273"/>
                </a:lnTo>
                <a:cubicBezTo>
                  <a:pt x="20676" y="1339273"/>
                  <a:pt x="0" y="1318596"/>
                  <a:pt x="0" y="1293091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chemeClr val="bg1">
              <a:alpha val="10196"/>
            </a:schemeClr>
          </a:solidFill>
        </p:spPr>
      </p:sp>
      <p:sp>
        <p:nvSpPr>
          <p:cNvPr id="27" name="Shape 25"/>
          <p:cNvSpPr/>
          <p:nvPr>
            <p:custDataLst>
              <p:tags r:id="rId1"/>
            </p:custDataLst>
          </p:nvPr>
        </p:nvSpPr>
        <p:spPr>
          <a:xfrm>
            <a:off x="6528955" y="2432974"/>
            <a:ext cx="34637" cy="1004455"/>
          </a:xfrm>
          <a:custGeom>
            <a:avLst/>
            <a:gdLst/>
            <a:ahLst/>
            <a:cxnLst/>
            <a:rect l="l" t="t" r="r" b="b"/>
            <a:pathLst>
              <a:path w="46182" h="1339273">
                <a:moveTo>
                  <a:pt x="46182" y="0"/>
                </a:moveTo>
                <a:lnTo>
                  <a:pt x="46182" y="0"/>
                </a:lnTo>
                <a:lnTo>
                  <a:pt x="46182" y="1339273"/>
                </a:lnTo>
                <a:lnTo>
                  <a:pt x="46182" y="1339273"/>
                </a:lnTo>
                <a:cubicBezTo>
                  <a:pt x="20676" y="1339273"/>
                  <a:pt x="0" y="1318596"/>
                  <a:pt x="0" y="1293091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28" name="Shape 26"/>
          <p:cNvSpPr/>
          <p:nvPr>
            <p:custDataLst>
              <p:tags r:id="rId2"/>
            </p:custDataLst>
          </p:nvPr>
        </p:nvSpPr>
        <p:spPr>
          <a:xfrm>
            <a:off x="6719455" y="2606155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461818" h="461818">
                <a:moveTo>
                  <a:pt x="92364" y="0"/>
                </a:moveTo>
                <a:lnTo>
                  <a:pt x="369455" y="0"/>
                </a:lnTo>
                <a:cubicBezTo>
                  <a:pt x="420431" y="0"/>
                  <a:pt x="461818" y="41387"/>
                  <a:pt x="461818" y="92364"/>
                </a:cubicBezTo>
                <a:lnTo>
                  <a:pt x="461818" y="369455"/>
                </a:lnTo>
                <a:cubicBezTo>
                  <a:pt x="461818" y="420431"/>
                  <a:pt x="420431" y="461818"/>
                  <a:pt x="369455" y="461818"/>
                </a:cubicBezTo>
                <a:lnTo>
                  <a:pt x="92364" y="461818"/>
                </a:lnTo>
                <a:cubicBezTo>
                  <a:pt x="41387" y="461818"/>
                  <a:pt x="0" y="420431"/>
                  <a:pt x="0" y="369455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29" name="Text 27"/>
          <p:cNvSpPr/>
          <p:nvPr>
            <p:custDataLst>
              <p:tags r:id="rId3"/>
            </p:custDataLst>
          </p:nvPr>
        </p:nvSpPr>
        <p:spPr>
          <a:xfrm>
            <a:off x="6861970" y="2658110"/>
            <a:ext cx="138545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69727" y="2658110"/>
            <a:ext cx="1013114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用户指令输入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19455" y="3056429"/>
            <a:ext cx="4814455" cy="207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 err="1">
                <a:solidFill>
                  <a:schemeClr val="tx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</a:t>
            </a:r>
            <a:r>
              <a:rPr lang="en-US" sz="109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可通过</a:t>
            </a:r>
            <a:r>
              <a:rPr lang="en-US" sz="109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触控按键</a:t>
            </a:r>
            <a:r>
              <a:rPr lang="en-US" sz="109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sz="109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手机APP</a:t>
            </a:r>
            <a:r>
              <a:rPr lang="en-US" sz="109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选择三种按摩模式</a:t>
            </a:r>
            <a:endParaRPr lang="en-US" sz="109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28955" y="3575974"/>
            <a:ext cx="5108864" cy="1004455"/>
          </a:xfrm>
          <a:custGeom>
            <a:avLst/>
            <a:gdLst/>
            <a:ahLst/>
            <a:cxnLst/>
            <a:rect l="l" t="t" r="r" b="b"/>
            <a:pathLst>
              <a:path w="6811818" h="1339273">
                <a:moveTo>
                  <a:pt x="46182" y="0"/>
                </a:moveTo>
                <a:lnTo>
                  <a:pt x="6673270" y="0"/>
                </a:lnTo>
                <a:cubicBezTo>
                  <a:pt x="6749788" y="0"/>
                  <a:pt x="6811818" y="62030"/>
                  <a:pt x="6811818" y="138548"/>
                </a:cubicBezTo>
                <a:lnTo>
                  <a:pt x="6811818" y="1200725"/>
                </a:lnTo>
                <a:cubicBezTo>
                  <a:pt x="6811818" y="1277243"/>
                  <a:pt x="6749788" y="1339273"/>
                  <a:pt x="6673270" y="1339273"/>
                </a:cubicBezTo>
                <a:lnTo>
                  <a:pt x="46182" y="1339273"/>
                </a:lnTo>
                <a:cubicBezTo>
                  <a:pt x="20676" y="1339273"/>
                  <a:pt x="0" y="1318596"/>
                  <a:pt x="0" y="1293091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33" name="Shape 31"/>
          <p:cNvSpPr/>
          <p:nvPr/>
        </p:nvSpPr>
        <p:spPr>
          <a:xfrm>
            <a:off x="6528955" y="3575974"/>
            <a:ext cx="34637" cy="1004455"/>
          </a:xfrm>
          <a:custGeom>
            <a:avLst/>
            <a:gdLst/>
            <a:ahLst/>
            <a:cxnLst/>
            <a:rect l="l" t="t" r="r" b="b"/>
            <a:pathLst>
              <a:path w="46182" h="1339273">
                <a:moveTo>
                  <a:pt x="46182" y="0"/>
                </a:moveTo>
                <a:lnTo>
                  <a:pt x="46182" y="0"/>
                </a:lnTo>
                <a:lnTo>
                  <a:pt x="46182" y="1339273"/>
                </a:lnTo>
                <a:lnTo>
                  <a:pt x="46182" y="1339273"/>
                </a:lnTo>
                <a:cubicBezTo>
                  <a:pt x="20676" y="1339273"/>
                  <a:pt x="0" y="1318596"/>
                  <a:pt x="0" y="1293091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34" name="Shape 32"/>
          <p:cNvSpPr/>
          <p:nvPr/>
        </p:nvSpPr>
        <p:spPr>
          <a:xfrm>
            <a:off x="6719455" y="3749155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461818" h="461818">
                <a:moveTo>
                  <a:pt x="92364" y="0"/>
                </a:moveTo>
                <a:lnTo>
                  <a:pt x="369455" y="0"/>
                </a:lnTo>
                <a:cubicBezTo>
                  <a:pt x="420431" y="0"/>
                  <a:pt x="461818" y="41387"/>
                  <a:pt x="461818" y="92364"/>
                </a:cubicBezTo>
                <a:lnTo>
                  <a:pt x="461818" y="369455"/>
                </a:lnTo>
                <a:cubicBezTo>
                  <a:pt x="461818" y="420431"/>
                  <a:pt x="420431" y="461818"/>
                  <a:pt x="369455" y="461818"/>
                </a:cubicBezTo>
                <a:lnTo>
                  <a:pt x="92364" y="461818"/>
                </a:lnTo>
                <a:cubicBezTo>
                  <a:pt x="41387" y="461818"/>
                  <a:pt x="0" y="420431"/>
                  <a:pt x="0" y="369455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35" name="Text 33"/>
          <p:cNvSpPr/>
          <p:nvPr/>
        </p:nvSpPr>
        <p:spPr>
          <a:xfrm>
            <a:off x="6848800" y="3801110"/>
            <a:ext cx="164523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69727" y="3801110"/>
            <a:ext cx="1082387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chemeClr val="tx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r>
              <a:rPr lang="en-US" sz="12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WM信号输出</a:t>
            </a:r>
            <a:endParaRPr lang="en-US" sz="122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719455" y="4199429"/>
            <a:ext cx="4814455" cy="207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单片机根据所选模式输出</a:t>
            </a:r>
            <a:r>
              <a:rPr lang="zh-CN" altLang="en-US" sz="109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相应</a:t>
            </a:r>
            <a:r>
              <a:rPr lang="en-US" altLang="zh-CN" sz="109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109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信号</a:t>
            </a:r>
            <a:endParaRPr lang="zh-CN" altLang="en-US" sz="109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528955" y="4718974"/>
            <a:ext cx="5108864" cy="1004455"/>
          </a:xfrm>
          <a:custGeom>
            <a:avLst/>
            <a:gdLst/>
            <a:ahLst/>
            <a:cxnLst/>
            <a:rect l="l" t="t" r="r" b="b"/>
            <a:pathLst>
              <a:path w="6811818" h="1339273">
                <a:moveTo>
                  <a:pt x="46182" y="0"/>
                </a:moveTo>
                <a:lnTo>
                  <a:pt x="6673270" y="0"/>
                </a:lnTo>
                <a:cubicBezTo>
                  <a:pt x="6749788" y="0"/>
                  <a:pt x="6811818" y="62030"/>
                  <a:pt x="6811818" y="138548"/>
                </a:cubicBezTo>
                <a:lnTo>
                  <a:pt x="6811818" y="1200725"/>
                </a:lnTo>
                <a:cubicBezTo>
                  <a:pt x="6811818" y="1277243"/>
                  <a:pt x="6749788" y="1339273"/>
                  <a:pt x="6673270" y="1339273"/>
                </a:cubicBezTo>
                <a:lnTo>
                  <a:pt x="46182" y="1339273"/>
                </a:lnTo>
                <a:cubicBezTo>
                  <a:pt x="20676" y="1339273"/>
                  <a:pt x="0" y="1318596"/>
                  <a:pt x="0" y="1293091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28955" y="4718974"/>
            <a:ext cx="34637" cy="1004455"/>
          </a:xfrm>
          <a:custGeom>
            <a:avLst/>
            <a:gdLst/>
            <a:ahLst/>
            <a:cxnLst/>
            <a:rect l="l" t="t" r="r" b="b"/>
            <a:pathLst>
              <a:path w="46182" h="1339273">
                <a:moveTo>
                  <a:pt x="46182" y="0"/>
                </a:moveTo>
                <a:lnTo>
                  <a:pt x="46182" y="0"/>
                </a:lnTo>
                <a:lnTo>
                  <a:pt x="46182" y="1339273"/>
                </a:lnTo>
                <a:lnTo>
                  <a:pt x="46182" y="1339273"/>
                </a:lnTo>
                <a:cubicBezTo>
                  <a:pt x="20676" y="1339273"/>
                  <a:pt x="0" y="1318596"/>
                  <a:pt x="0" y="1293091"/>
                </a:cubicBezTo>
                <a:lnTo>
                  <a:pt x="0" y="46182"/>
                </a:lnTo>
                <a:cubicBezTo>
                  <a:pt x="0" y="20693"/>
                  <a:pt x="20693" y="0"/>
                  <a:pt x="46182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40" name="Shape 38"/>
          <p:cNvSpPr/>
          <p:nvPr/>
        </p:nvSpPr>
        <p:spPr>
          <a:xfrm>
            <a:off x="6719455" y="4892155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461818" h="461818">
                <a:moveTo>
                  <a:pt x="92364" y="0"/>
                </a:moveTo>
                <a:lnTo>
                  <a:pt x="369455" y="0"/>
                </a:lnTo>
                <a:cubicBezTo>
                  <a:pt x="420431" y="0"/>
                  <a:pt x="461818" y="41387"/>
                  <a:pt x="461818" y="92364"/>
                </a:cubicBezTo>
                <a:lnTo>
                  <a:pt x="461818" y="369455"/>
                </a:lnTo>
                <a:cubicBezTo>
                  <a:pt x="461818" y="420431"/>
                  <a:pt x="420431" y="461818"/>
                  <a:pt x="369455" y="461818"/>
                </a:cubicBezTo>
                <a:lnTo>
                  <a:pt x="92364" y="461818"/>
                </a:lnTo>
                <a:cubicBezTo>
                  <a:pt x="41387" y="461818"/>
                  <a:pt x="0" y="420431"/>
                  <a:pt x="0" y="369455"/>
                </a:cubicBezTo>
                <a:lnTo>
                  <a:pt x="0" y="92364"/>
                </a:lnTo>
                <a:cubicBezTo>
                  <a:pt x="0" y="41387"/>
                  <a:pt x="41387" y="0"/>
                  <a:pt x="92364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41" name="Text 39"/>
          <p:cNvSpPr/>
          <p:nvPr/>
        </p:nvSpPr>
        <p:spPr>
          <a:xfrm>
            <a:off x="6846726" y="4944110"/>
            <a:ext cx="173182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69727" y="4944110"/>
            <a:ext cx="1013114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电机转速控制</a:t>
            </a:r>
            <a:endParaRPr lang="en-US" sz="122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719455" y="5342429"/>
            <a:ext cx="4814455" cy="207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控制电机从</a:t>
            </a:r>
            <a:r>
              <a:rPr lang="en-US" sz="109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轻柔到强劲</a:t>
            </a:r>
            <a:r>
              <a:rPr lang="en-US" sz="109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多级可调，满足个性化按摩需求</a:t>
            </a:r>
            <a:endParaRPr lang="en-US" sz="109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800717" y="165805"/>
            <a:ext cx="2152795" cy="534639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4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设计方案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ECB019B1-382A-4266-B25C-5B523AA43C14-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3660" y="930910"/>
            <a:ext cx="1691640" cy="55365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91775" y="341992"/>
            <a:ext cx="1633010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41992" y="829489"/>
            <a:ext cx="11713212" cy="410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LCD显示模块设计</a:t>
            </a:r>
            <a:endParaRPr 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50541" y="1239719"/>
            <a:ext cx="3702059" cy="1350867"/>
          </a:xfrm>
          <a:custGeom>
            <a:avLst/>
            <a:gdLst/>
            <a:ahLst/>
            <a:cxnLst/>
            <a:rect l="l" t="t" r="r" b="b"/>
            <a:pathLst>
              <a:path w="4936079" h="1801156">
                <a:moveTo>
                  <a:pt x="136798" y="0"/>
                </a:moveTo>
                <a:lnTo>
                  <a:pt x="4799281" y="0"/>
                </a:lnTo>
                <a:cubicBezTo>
                  <a:pt x="4874832" y="0"/>
                  <a:pt x="4936079" y="61246"/>
                  <a:pt x="4936079" y="136798"/>
                </a:cubicBezTo>
                <a:lnTo>
                  <a:pt x="4936079" y="1664358"/>
                </a:lnTo>
                <a:cubicBezTo>
                  <a:pt x="4936079" y="1739909"/>
                  <a:pt x="4874832" y="1801156"/>
                  <a:pt x="4799281" y="1801156"/>
                </a:cubicBezTo>
                <a:lnTo>
                  <a:pt x="136798" y="1801156"/>
                </a:lnTo>
                <a:cubicBezTo>
                  <a:pt x="61246" y="1801156"/>
                  <a:pt x="0" y="1739909"/>
                  <a:pt x="0" y="1664358"/>
                </a:cubicBezTo>
                <a:lnTo>
                  <a:pt x="0" y="136798"/>
                </a:lnTo>
                <a:cubicBezTo>
                  <a:pt x="0" y="61297"/>
                  <a:pt x="61297" y="0"/>
                  <a:pt x="136798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3">
                <a:alpha val="50196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087" y="1419265"/>
            <a:ext cx="410390" cy="410390"/>
          </a:xfrm>
          <a:custGeom>
            <a:avLst/>
            <a:gdLst/>
            <a:ahLst/>
            <a:cxnLst/>
            <a:rect l="l" t="t" r="r" b="b"/>
            <a:pathLst>
              <a:path w="547187" h="547187">
                <a:moveTo>
                  <a:pt x="91200" y="0"/>
                </a:moveTo>
                <a:lnTo>
                  <a:pt x="455987" y="0"/>
                </a:lnTo>
                <a:cubicBezTo>
                  <a:pt x="506355" y="0"/>
                  <a:pt x="547187" y="40831"/>
                  <a:pt x="547187" y="91200"/>
                </a:cubicBezTo>
                <a:lnTo>
                  <a:pt x="547187" y="455987"/>
                </a:lnTo>
                <a:cubicBezTo>
                  <a:pt x="547187" y="506355"/>
                  <a:pt x="506355" y="547187"/>
                  <a:pt x="455987" y="547187"/>
                </a:cubicBezTo>
                <a:lnTo>
                  <a:pt x="91200" y="547187"/>
                </a:lnTo>
                <a:cubicBezTo>
                  <a:pt x="40831" y="547187"/>
                  <a:pt x="0" y="506355"/>
                  <a:pt x="0" y="455987"/>
                </a:cubicBezTo>
                <a:lnTo>
                  <a:pt x="0" y="91200"/>
                </a:lnTo>
                <a:cubicBezTo>
                  <a:pt x="0" y="40865"/>
                  <a:pt x="40865" y="0"/>
                  <a:pt x="91200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7" name="Shape 5"/>
          <p:cNvSpPr/>
          <p:nvPr/>
        </p:nvSpPr>
        <p:spPr>
          <a:xfrm>
            <a:off x="639097" y="1538963"/>
            <a:ext cx="192371" cy="170996"/>
          </a:xfrm>
          <a:custGeom>
            <a:avLst/>
            <a:gdLst/>
            <a:ahLst/>
            <a:cxnLst/>
            <a:rect l="l" t="t" r="r" b="b"/>
            <a:pathLst>
              <a:path w="256494" h="227994">
                <a:moveTo>
                  <a:pt x="28499" y="42749"/>
                </a:moveTo>
                <a:lnTo>
                  <a:pt x="28499" y="149621"/>
                </a:lnTo>
                <a:lnTo>
                  <a:pt x="227994" y="149621"/>
                </a:lnTo>
                <a:lnTo>
                  <a:pt x="227994" y="42749"/>
                </a:lnTo>
                <a:lnTo>
                  <a:pt x="28499" y="42749"/>
                </a:lnTo>
                <a:close/>
                <a:moveTo>
                  <a:pt x="0" y="42749"/>
                </a:moveTo>
                <a:cubicBezTo>
                  <a:pt x="0" y="27030"/>
                  <a:pt x="12780" y="14250"/>
                  <a:pt x="28499" y="14250"/>
                </a:cubicBezTo>
                <a:lnTo>
                  <a:pt x="227994" y="14250"/>
                </a:lnTo>
                <a:cubicBezTo>
                  <a:pt x="243714" y="14250"/>
                  <a:pt x="256494" y="27030"/>
                  <a:pt x="256494" y="42749"/>
                </a:cubicBezTo>
                <a:lnTo>
                  <a:pt x="256494" y="149621"/>
                </a:lnTo>
                <a:cubicBezTo>
                  <a:pt x="256494" y="165340"/>
                  <a:pt x="243714" y="178121"/>
                  <a:pt x="227994" y="178121"/>
                </a:cubicBezTo>
                <a:lnTo>
                  <a:pt x="28499" y="178121"/>
                </a:lnTo>
                <a:cubicBezTo>
                  <a:pt x="12780" y="178121"/>
                  <a:pt x="0" y="165340"/>
                  <a:pt x="0" y="149621"/>
                </a:cubicBezTo>
                <a:lnTo>
                  <a:pt x="0" y="42749"/>
                </a:lnTo>
                <a:close/>
                <a:moveTo>
                  <a:pt x="71248" y="199495"/>
                </a:moveTo>
                <a:lnTo>
                  <a:pt x="185245" y="199495"/>
                </a:lnTo>
                <a:cubicBezTo>
                  <a:pt x="193127" y="199495"/>
                  <a:pt x="199495" y="205863"/>
                  <a:pt x="199495" y="213745"/>
                </a:cubicBezTo>
                <a:cubicBezTo>
                  <a:pt x="199495" y="221627"/>
                  <a:pt x="193127" y="227994"/>
                  <a:pt x="185245" y="227994"/>
                </a:cubicBezTo>
                <a:lnTo>
                  <a:pt x="71248" y="227994"/>
                </a:lnTo>
                <a:cubicBezTo>
                  <a:pt x="63366" y="227994"/>
                  <a:pt x="56999" y="221627"/>
                  <a:pt x="56999" y="213745"/>
                </a:cubicBezTo>
                <a:cubicBezTo>
                  <a:pt x="56999" y="205863"/>
                  <a:pt x="63366" y="199495"/>
                  <a:pt x="71248" y="199495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8" name="Text 6"/>
          <p:cNvSpPr/>
          <p:nvPr/>
        </p:nvSpPr>
        <p:spPr>
          <a:xfrm>
            <a:off x="1043075" y="1504763"/>
            <a:ext cx="829330" cy="239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LCD显示屏</a:t>
            </a:r>
            <a:endParaRPr lang="en-US" sz="121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0087" y="1966451"/>
            <a:ext cx="3411366" cy="4445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</a:t>
            </a: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LCD显示屏</a:t>
            </a:r>
            <a:r>
              <a:rPr lang="en-US" sz="107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完成关键的信息展示功能，可实时显示水温、按摩模式、定时状态等设备工作参数。</a:t>
            </a:r>
            <a:endParaRPr lang="en-US" sz="107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1938" y="1240354"/>
            <a:ext cx="3702059" cy="1350867"/>
          </a:xfrm>
          <a:custGeom>
            <a:avLst/>
            <a:gdLst/>
            <a:ahLst/>
            <a:cxnLst/>
            <a:rect l="l" t="t" r="r" b="b"/>
            <a:pathLst>
              <a:path w="4936079" h="1801156">
                <a:moveTo>
                  <a:pt x="136798" y="0"/>
                </a:moveTo>
                <a:lnTo>
                  <a:pt x="4799281" y="0"/>
                </a:lnTo>
                <a:cubicBezTo>
                  <a:pt x="4874832" y="0"/>
                  <a:pt x="4936079" y="61246"/>
                  <a:pt x="4936079" y="136798"/>
                </a:cubicBezTo>
                <a:lnTo>
                  <a:pt x="4936079" y="1664358"/>
                </a:lnTo>
                <a:cubicBezTo>
                  <a:pt x="4936079" y="1739909"/>
                  <a:pt x="4874832" y="1801156"/>
                  <a:pt x="4799281" y="1801156"/>
                </a:cubicBezTo>
                <a:lnTo>
                  <a:pt x="136798" y="1801156"/>
                </a:lnTo>
                <a:cubicBezTo>
                  <a:pt x="61246" y="1801156"/>
                  <a:pt x="0" y="1739909"/>
                  <a:pt x="0" y="1664358"/>
                </a:cubicBezTo>
                <a:lnTo>
                  <a:pt x="0" y="136798"/>
                </a:lnTo>
                <a:cubicBezTo>
                  <a:pt x="0" y="61297"/>
                  <a:pt x="61297" y="0"/>
                  <a:pt x="136798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3">
                <a:alpha val="50196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1484" y="1419900"/>
            <a:ext cx="410390" cy="410390"/>
          </a:xfrm>
          <a:custGeom>
            <a:avLst/>
            <a:gdLst/>
            <a:ahLst/>
            <a:cxnLst/>
            <a:rect l="l" t="t" r="r" b="b"/>
            <a:pathLst>
              <a:path w="547187" h="547187">
                <a:moveTo>
                  <a:pt x="91200" y="0"/>
                </a:moveTo>
                <a:lnTo>
                  <a:pt x="455987" y="0"/>
                </a:lnTo>
                <a:cubicBezTo>
                  <a:pt x="506355" y="0"/>
                  <a:pt x="547187" y="40831"/>
                  <a:pt x="547187" y="91200"/>
                </a:cubicBezTo>
                <a:lnTo>
                  <a:pt x="547187" y="455987"/>
                </a:lnTo>
                <a:cubicBezTo>
                  <a:pt x="547187" y="506355"/>
                  <a:pt x="506355" y="547187"/>
                  <a:pt x="455987" y="547187"/>
                </a:cubicBezTo>
                <a:lnTo>
                  <a:pt x="91200" y="547187"/>
                </a:lnTo>
                <a:cubicBezTo>
                  <a:pt x="40831" y="547187"/>
                  <a:pt x="0" y="506355"/>
                  <a:pt x="0" y="455987"/>
                </a:cubicBezTo>
                <a:lnTo>
                  <a:pt x="0" y="91200"/>
                </a:lnTo>
                <a:cubicBezTo>
                  <a:pt x="0" y="40865"/>
                  <a:pt x="40865" y="0"/>
                  <a:pt x="91200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12" name="Shape 10"/>
          <p:cNvSpPr/>
          <p:nvPr/>
        </p:nvSpPr>
        <p:spPr>
          <a:xfrm>
            <a:off x="5011868" y="1539598"/>
            <a:ext cx="149621" cy="170996"/>
          </a:xfrm>
          <a:custGeom>
            <a:avLst/>
            <a:gdLst/>
            <a:ahLst/>
            <a:cxnLst/>
            <a:rect l="l" t="t" r="r" b="b"/>
            <a:pathLst>
              <a:path w="199495" h="227994">
                <a:moveTo>
                  <a:pt x="56999" y="-14250"/>
                </a:moveTo>
                <a:cubicBezTo>
                  <a:pt x="64880" y="-14250"/>
                  <a:pt x="71248" y="-7882"/>
                  <a:pt x="71248" y="0"/>
                </a:cubicBezTo>
                <a:lnTo>
                  <a:pt x="71248" y="42749"/>
                </a:lnTo>
                <a:lnTo>
                  <a:pt x="128247" y="42749"/>
                </a:lnTo>
                <a:lnTo>
                  <a:pt x="128247" y="0"/>
                </a:lnTo>
                <a:cubicBezTo>
                  <a:pt x="128247" y="-7882"/>
                  <a:pt x="134615" y="-14250"/>
                  <a:pt x="142496" y="-14250"/>
                </a:cubicBezTo>
                <a:cubicBezTo>
                  <a:pt x="150378" y="-14250"/>
                  <a:pt x="156746" y="-7882"/>
                  <a:pt x="156746" y="0"/>
                </a:cubicBezTo>
                <a:lnTo>
                  <a:pt x="156746" y="42749"/>
                </a:lnTo>
                <a:lnTo>
                  <a:pt x="185245" y="42749"/>
                </a:lnTo>
                <a:cubicBezTo>
                  <a:pt x="193127" y="42749"/>
                  <a:pt x="199495" y="49117"/>
                  <a:pt x="199495" y="56999"/>
                </a:cubicBezTo>
                <a:cubicBezTo>
                  <a:pt x="199495" y="64880"/>
                  <a:pt x="193127" y="71248"/>
                  <a:pt x="185245" y="71248"/>
                </a:cubicBezTo>
                <a:lnTo>
                  <a:pt x="185245" y="99748"/>
                </a:lnTo>
                <a:cubicBezTo>
                  <a:pt x="185245" y="142096"/>
                  <a:pt x="154431" y="177275"/>
                  <a:pt x="113997" y="184043"/>
                </a:cubicBezTo>
                <a:lnTo>
                  <a:pt x="113997" y="213745"/>
                </a:lnTo>
                <a:cubicBezTo>
                  <a:pt x="113997" y="221627"/>
                  <a:pt x="107629" y="227994"/>
                  <a:pt x="99748" y="227994"/>
                </a:cubicBezTo>
                <a:cubicBezTo>
                  <a:pt x="91866" y="227994"/>
                  <a:pt x="85498" y="221627"/>
                  <a:pt x="85498" y="213745"/>
                </a:cubicBezTo>
                <a:lnTo>
                  <a:pt x="85498" y="184043"/>
                </a:lnTo>
                <a:cubicBezTo>
                  <a:pt x="45065" y="177275"/>
                  <a:pt x="14250" y="142096"/>
                  <a:pt x="14250" y="99748"/>
                </a:cubicBezTo>
                <a:lnTo>
                  <a:pt x="14250" y="71248"/>
                </a:lnTo>
                <a:cubicBezTo>
                  <a:pt x="6368" y="71248"/>
                  <a:pt x="0" y="64880"/>
                  <a:pt x="0" y="56999"/>
                </a:cubicBezTo>
                <a:cubicBezTo>
                  <a:pt x="0" y="49117"/>
                  <a:pt x="6368" y="42749"/>
                  <a:pt x="14250" y="42749"/>
                </a:cubicBezTo>
                <a:lnTo>
                  <a:pt x="42749" y="42749"/>
                </a:lnTo>
                <a:lnTo>
                  <a:pt x="42749" y="0"/>
                </a:lnTo>
                <a:cubicBezTo>
                  <a:pt x="42749" y="-7882"/>
                  <a:pt x="49117" y="-14250"/>
                  <a:pt x="56999" y="-14250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13" name="Text 11"/>
          <p:cNvSpPr/>
          <p:nvPr/>
        </p:nvSpPr>
        <p:spPr>
          <a:xfrm>
            <a:off x="5394471" y="1505398"/>
            <a:ext cx="923378" cy="239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SPI接口驱动</a:t>
            </a:r>
            <a:endParaRPr lang="en-US" sz="121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81484" y="1967086"/>
            <a:ext cx="3411366" cy="4445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通过STM32F103的</a:t>
            </a: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SPI接口</a:t>
            </a:r>
            <a:r>
              <a:rPr lang="en-US" sz="107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进行驱动，实现稳定高速的数据刷新，确保界面显示清晰流畅。</a:t>
            </a:r>
            <a:endParaRPr lang="en-US" sz="107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6540" y="2804160"/>
            <a:ext cx="4445635" cy="3696970"/>
          </a:xfrm>
          <a:custGeom>
            <a:avLst/>
            <a:gdLst/>
            <a:ahLst/>
            <a:cxnLst/>
            <a:rect l="l" t="t" r="r" b="b"/>
            <a:pathLst>
              <a:path w="10692937" h="4651086">
                <a:moveTo>
                  <a:pt x="136788" y="0"/>
                </a:moveTo>
                <a:lnTo>
                  <a:pt x="10556148" y="0"/>
                </a:lnTo>
                <a:cubicBezTo>
                  <a:pt x="10631695" y="0"/>
                  <a:pt x="10692937" y="61242"/>
                  <a:pt x="10692937" y="136788"/>
                </a:cubicBezTo>
                <a:lnTo>
                  <a:pt x="10692937" y="4514297"/>
                </a:lnTo>
                <a:cubicBezTo>
                  <a:pt x="10692937" y="4589843"/>
                  <a:pt x="10631695" y="4651086"/>
                  <a:pt x="10556148" y="4651086"/>
                </a:cubicBezTo>
                <a:lnTo>
                  <a:pt x="136788" y="4651086"/>
                </a:lnTo>
                <a:cubicBezTo>
                  <a:pt x="61242" y="4651086"/>
                  <a:pt x="0" y="4589843"/>
                  <a:pt x="0" y="4514297"/>
                </a:cubicBezTo>
                <a:lnTo>
                  <a:pt x="0" y="136788"/>
                </a:lnTo>
                <a:cubicBezTo>
                  <a:pt x="0" y="61242"/>
                  <a:pt x="61242" y="0"/>
                  <a:pt x="136788" y="0"/>
                </a:cubicBezTo>
                <a:close/>
              </a:path>
            </a:pathLst>
          </a:cu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" name="Shape 19"/>
          <p:cNvSpPr/>
          <p:nvPr/>
        </p:nvSpPr>
        <p:spPr>
          <a:xfrm>
            <a:off x="534362" y="3009526"/>
            <a:ext cx="170996" cy="170996"/>
          </a:xfrm>
          <a:custGeom>
            <a:avLst/>
            <a:gdLst/>
            <a:ahLst/>
            <a:cxnLst/>
            <a:rect l="l" t="t" r="r" b="b"/>
            <a:pathLst>
              <a:path w="227994" h="227994">
                <a:moveTo>
                  <a:pt x="21374" y="64123"/>
                </a:moveTo>
                <a:cubicBezTo>
                  <a:pt x="33171" y="64123"/>
                  <a:pt x="42749" y="54546"/>
                  <a:pt x="42749" y="42749"/>
                </a:cubicBezTo>
                <a:cubicBezTo>
                  <a:pt x="42749" y="30952"/>
                  <a:pt x="33171" y="21374"/>
                  <a:pt x="21374" y="21374"/>
                </a:cubicBezTo>
                <a:cubicBezTo>
                  <a:pt x="9578" y="21374"/>
                  <a:pt x="0" y="30952"/>
                  <a:pt x="0" y="42749"/>
                </a:cubicBezTo>
                <a:cubicBezTo>
                  <a:pt x="0" y="54546"/>
                  <a:pt x="9578" y="64123"/>
                  <a:pt x="21374" y="64123"/>
                </a:cubicBezTo>
                <a:close/>
                <a:moveTo>
                  <a:pt x="85498" y="28499"/>
                </a:moveTo>
                <a:cubicBezTo>
                  <a:pt x="77616" y="28499"/>
                  <a:pt x="71248" y="34867"/>
                  <a:pt x="71248" y="42749"/>
                </a:cubicBezTo>
                <a:cubicBezTo>
                  <a:pt x="71248" y="50631"/>
                  <a:pt x="77616" y="56999"/>
                  <a:pt x="85498" y="56999"/>
                </a:cubicBezTo>
                <a:lnTo>
                  <a:pt x="213745" y="56999"/>
                </a:lnTo>
                <a:cubicBezTo>
                  <a:pt x="221627" y="56999"/>
                  <a:pt x="227994" y="50631"/>
                  <a:pt x="227994" y="42749"/>
                </a:cubicBezTo>
                <a:cubicBezTo>
                  <a:pt x="227994" y="34867"/>
                  <a:pt x="221627" y="28499"/>
                  <a:pt x="213745" y="28499"/>
                </a:cubicBezTo>
                <a:lnTo>
                  <a:pt x="85498" y="28499"/>
                </a:lnTo>
                <a:close/>
                <a:moveTo>
                  <a:pt x="85498" y="99748"/>
                </a:moveTo>
                <a:cubicBezTo>
                  <a:pt x="77616" y="99748"/>
                  <a:pt x="71248" y="106115"/>
                  <a:pt x="71248" y="113997"/>
                </a:cubicBezTo>
                <a:cubicBezTo>
                  <a:pt x="71248" y="121879"/>
                  <a:pt x="77616" y="128247"/>
                  <a:pt x="85498" y="128247"/>
                </a:cubicBezTo>
                <a:lnTo>
                  <a:pt x="213745" y="128247"/>
                </a:lnTo>
                <a:cubicBezTo>
                  <a:pt x="221627" y="128247"/>
                  <a:pt x="227994" y="121879"/>
                  <a:pt x="227994" y="113997"/>
                </a:cubicBezTo>
                <a:cubicBezTo>
                  <a:pt x="227994" y="106115"/>
                  <a:pt x="221627" y="99748"/>
                  <a:pt x="213745" y="99748"/>
                </a:cubicBezTo>
                <a:lnTo>
                  <a:pt x="85498" y="99748"/>
                </a:lnTo>
                <a:close/>
                <a:moveTo>
                  <a:pt x="85498" y="170996"/>
                </a:moveTo>
                <a:cubicBezTo>
                  <a:pt x="77616" y="170996"/>
                  <a:pt x="71248" y="177364"/>
                  <a:pt x="71248" y="185245"/>
                </a:cubicBezTo>
                <a:cubicBezTo>
                  <a:pt x="71248" y="193127"/>
                  <a:pt x="77616" y="199495"/>
                  <a:pt x="85498" y="199495"/>
                </a:cubicBezTo>
                <a:lnTo>
                  <a:pt x="213745" y="199495"/>
                </a:lnTo>
                <a:cubicBezTo>
                  <a:pt x="221627" y="199495"/>
                  <a:pt x="227994" y="193127"/>
                  <a:pt x="227994" y="185245"/>
                </a:cubicBezTo>
                <a:cubicBezTo>
                  <a:pt x="227994" y="177364"/>
                  <a:pt x="221627" y="170996"/>
                  <a:pt x="213745" y="170996"/>
                </a:cubicBezTo>
                <a:lnTo>
                  <a:pt x="85498" y="170996"/>
                </a:lnTo>
                <a:close/>
                <a:moveTo>
                  <a:pt x="21374" y="206620"/>
                </a:moveTo>
                <a:cubicBezTo>
                  <a:pt x="33171" y="206620"/>
                  <a:pt x="42749" y="197042"/>
                  <a:pt x="42749" y="185245"/>
                </a:cubicBezTo>
                <a:cubicBezTo>
                  <a:pt x="42749" y="173449"/>
                  <a:pt x="33171" y="163871"/>
                  <a:pt x="21374" y="163871"/>
                </a:cubicBezTo>
                <a:cubicBezTo>
                  <a:pt x="9578" y="163871"/>
                  <a:pt x="0" y="173449"/>
                  <a:pt x="0" y="185245"/>
                </a:cubicBezTo>
                <a:cubicBezTo>
                  <a:pt x="0" y="197042"/>
                  <a:pt x="9578" y="206620"/>
                  <a:pt x="21374" y="206620"/>
                </a:cubicBezTo>
                <a:close/>
                <a:moveTo>
                  <a:pt x="42749" y="113997"/>
                </a:moveTo>
                <a:cubicBezTo>
                  <a:pt x="42749" y="102200"/>
                  <a:pt x="33171" y="92623"/>
                  <a:pt x="21374" y="92623"/>
                </a:cubicBezTo>
                <a:cubicBezTo>
                  <a:pt x="9578" y="92623"/>
                  <a:pt x="0" y="102200"/>
                  <a:pt x="0" y="113997"/>
                </a:cubicBezTo>
                <a:cubicBezTo>
                  <a:pt x="0" y="125794"/>
                  <a:pt x="9578" y="135372"/>
                  <a:pt x="21374" y="135372"/>
                </a:cubicBezTo>
                <a:cubicBezTo>
                  <a:pt x="33171" y="135372"/>
                  <a:pt x="42749" y="125794"/>
                  <a:pt x="42749" y="113997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22" name="Text 20"/>
          <p:cNvSpPr/>
          <p:nvPr/>
        </p:nvSpPr>
        <p:spPr>
          <a:xfrm>
            <a:off x="726732" y="2975327"/>
            <a:ext cx="7549464" cy="239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妈妈数黑体" pitchFamily="34" charset="-120"/>
              </a:rPr>
              <a:t>显示内容规划</a:t>
            </a:r>
            <a:endParaRPr lang="en-US" sz="134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妈妈数黑体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2987" y="3351518"/>
            <a:ext cx="3787557" cy="718182"/>
          </a:xfrm>
          <a:custGeom>
            <a:avLst/>
            <a:gdLst/>
            <a:ahLst/>
            <a:cxnLst/>
            <a:rect l="l" t="t" r="r" b="b"/>
            <a:pathLst>
              <a:path w="5050076" h="957576">
                <a:moveTo>
                  <a:pt x="91200" y="0"/>
                </a:moveTo>
                <a:lnTo>
                  <a:pt x="4958876" y="0"/>
                </a:lnTo>
                <a:cubicBezTo>
                  <a:pt x="5009244" y="0"/>
                  <a:pt x="5050076" y="40831"/>
                  <a:pt x="5050076" y="91200"/>
                </a:cubicBezTo>
                <a:lnTo>
                  <a:pt x="5050076" y="866377"/>
                </a:lnTo>
                <a:cubicBezTo>
                  <a:pt x="5050076" y="916745"/>
                  <a:pt x="5009244" y="957576"/>
                  <a:pt x="4958876" y="957576"/>
                </a:cubicBezTo>
                <a:lnTo>
                  <a:pt x="91200" y="957576"/>
                </a:lnTo>
                <a:cubicBezTo>
                  <a:pt x="40831" y="957576"/>
                  <a:pt x="0" y="916745"/>
                  <a:pt x="0" y="866377"/>
                </a:cubicBezTo>
                <a:lnTo>
                  <a:pt x="0" y="91200"/>
                </a:lnTo>
                <a:cubicBezTo>
                  <a:pt x="0" y="40865"/>
                  <a:pt x="40865" y="0"/>
                  <a:pt x="91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703220" y="3505414"/>
            <a:ext cx="106872" cy="170996"/>
          </a:xfrm>
          <a:custGeom>
            <a:avLst/>
            <a:gdLst/>
            <a:ahLst/>
            <a:cxnLst/>
            <a:rect l="l" t="t" r="r" b="b"/>
            <a:pathLst>
              <a:path w="142496" h="227994">
                <a:moveTo>
                  <a:pt x="71248" y="0"/>
                </a:moveTo>
                <a:cubicBezTo>
                  <a:pt x="47647" y="0"/>
                  <a:pt x="28499" y="19148"/>
                  <a:pt x="28499" y="42749"/>
                </a:cubicBezTo>
                <a:lnTo>
                  <a:pt x="28499" y="116090"/>
                </a:lnTo>
                <a:cubicBezTo>
                  <a:pt x="15363" y="127802"/>
                  <a:pt x="7125" y="144901"/>
                  <a:pt x="7125" y="163871"/>
                </a:cubicBezTo>
                <a:cubicBezTo>
                  <a:pt x="7125" y="199272"/>
                  <a:pt x="35847" y="227994"/>
                  <a:pt x="71248" y="227994"/>
                </a:cubicBezTo>
                <a:cubicBezTo>
                  <a:pt x="106650" y="227994"/>
                  <a:pt x="135372" y="199272"/>
                  <a:pt x="135372" y="163871"/>
                </a:cubicBezTo>
                <a:cubicBezTo>
                  <a:pt x="135372" y="144901"/>
                  <a:pt x="127134" y="127802"/>
                  <a:pt x="113997" y="116090"/>
                </a:cubicBezTo>
                <a:lnTo>
                  <a:pt x="113997" y="42749"/>
                </a:lnTo>
                <a:cubicBezTo>
                  <a:pt x="113997" y="19148"/>
                  <a:pt x="94849" y="0"/>
                  <a:pt x="71248" y="0"/>
                </a:cubicBezTo>
                <a:close/>
                <a:moveTo>
                  <a:pt x="99748" y="163871"/>
                </a:moveTo>
                <a:cubicBezTo>
                  <a:pt x="99748" y="179590"/>
                  <a:pt x="86967" y="192370"/>
                  <a:pt x="71248" y="192370"/>
                </a:cubicBezTo>
                <a:cubicBezTo>
                  <a:pt x="55529" y="192370"/>
                  <a:pt x="42749" y="179590"/>
                  <a:pt x="42749" y="163871"/>
                </a:cubicBezTo>
                <a:cubicBezTo>
                  <a:pt x="42749" y="151892"/>
                  <a:pt x="50096" y="141650"/>
                  <a:pt x="60561" y="137465"/>
                </a:cubicBezTo>
                <a:lnTo>
                  <a:pt x="60561" y="96185"/>
                </a:lnTo>
                <a:cubicBezTo>
                  <a:pt x="60561" y="90263"/>
                  <a:pt x="65326" y="85498"/>
                  <a:pt x="71248" y="85498"/>
                </a:cubicBezTo>
                <a:cubicBezTo>
                  <a:pt x="77171" y="85498"/>
                  <a:pt x="81935" y="90263"/>
                  <a:pt x="81935" y="96185"/>
                </a:cubicBezTo>
                <a:lnTo>
                  <a:pt x="81935" y="137465"/>
                </a:lnTo>
                <a:cubicBezTo>
                  <a:pt x="92400" y="141695"/>
                  <a:pt x="99748" y="151937"/>
                  <a:pt x="99748" y="163871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25" name="Text 23"/>
          <p:cNvSpPr/>
          <p:nvPr/>
        </p:nvSpPr>
        <p:spPr>
          <a:xfrm>
            <a:off x="931927" y="3488315"/>
            <a:ext cx="615585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当前水温</a:t>
            </a:r>
            <a:endParaRPr lang="en-US" sz="10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9784" y="3761908"/>
            <a:ext cx="3573812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实时显示水温（35-48℃），方便用户了解当前状态</a:t>
            </a:r>
            <a:endParaRPr lang="en-US" sz="94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12787" y="4984103"/>
            <a:ext cx="3787557" cy="718182"/>
          </a:xfrm>
          <a:custGeom>
            <a:avLst/>
            <a:gdLst/>
            <a:ahLst/>
            <a:cxnLst/>
            <a:rect l="l" t="t" r="r" b="b"/>
            <a:pathLst>
              <a:path w="5050076" h="957576">
                <a:moveTo>
                  <a:pt x="91200" y="0"/>
                </a:moveTo>
                <a:lnTo>
                  <a:pt x="4958876" y="0"/>
                </a:lnTo>
                <a:cubicBezTo>
                  <a:pt x="5009244" y="0"/>
                  <a:pt x="5050076" y="40831"/>
                  <a:pt x="5050076" y="91200"/>
                </a:cubicBezTo>
                <a:lnTo>
                  <a:pt x="5050076" y="866377"/>
                </a:lnTo>
                <a:cubicBezTo>
                  <a:pt x="5050076" y="916745"/>
                  <a:pt x="5009244" y="957576"/>
                  <a:pt x="4958876" y="957576"/>
                </a:cubicBezTo>
                <a:lnTo>
                  <a:pt x="91200" y="957576"/>
                </a:lnTo>
                <a:cubicBezTo>
                  <a:pt x="40831" y="957576"/>
                  <a:pt x="0" y="916745"/>
                  <a:pt x="0" y="866377"/>
                </a:cubicBezTo>
                <a:lnTo>
                  <a:pt x="0" y="91200"/>
                </a:lnTo>
                <a:cubicBezTo>
                  <a:pt x="0" y="40865"/>
                  <a:pt x="40865" y="0"/>
                  <a:pt x="91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932362" y="5155825"/>
            <a:ext cx="615585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按摩模式</a:t>
            </a:r>
            <a:endParaRPr lang="en-US" sz="10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8789" y="5438308"/>
            <a:ext cx="3573812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显示当前按摩模式（轻柔/标准/强劲）</a:t>
            </a:r>
            <a:endParaRPr lang="en-US" sz="94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12987" y="4172297"/>
            <a:ext cx="3787557" cy="718182"/>
          </a:xfrm>
          <a:custGeom>
            <a:avLst/>
            <a:gdLst/>
            <a:ahLst/>
            <a:cxnLst/>
            <a:rect l="l" t="t" r="r" b="b"/>
            <a:pathLst>
              <a:path w="5050076" h="957576">
                <a:moveTo>
                  <a:pt x="91200" y="0"/>
                </a:moveTo>
                <a:lnTo>
                  <a:pt x="4958876" y="0"/>
                </a:lnTo>
                <a:cubicBezTo>
                  <a:pt x="5009244" y="0"/>
                  <a:pt x="5050076" y="40831"/>
                  <a:pt x="5050076" y="91200"/>
                </a:cubicBezTo>
                <a:lnTo>
                  <a:pt x="5050076" y="866377"/>
                </a:lnTo>
                <a:cubicBezTo>
                  <a:pt x="5050076" y="916745"/>
                  <a:pt x="5009244" y="957576"/>
                  <a:pt x="4958876" y="957576"/>
                </a:cubicBezTo>
                <a:lnTo>
                  <a:pt x="91200" y="957576"/>
                </a:lnTo>
                <a:cubicBezTo>
                  <a:pt x="40831" y="957576"/>
                  <a:pt x="0" y="916745"/>
                  <a:pt x="0" y="866377"/>
                </a:cubicBezTo>
                <a:lnTo>
                  <a:pt x="0" y="91200"/>
                </a:lnTo>
                <a:cubicBezTo>
                  <a:pt x="0" y="40865"/>
                  <a:pt x="40865" y="0"/>
                  <a:pt x="91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71159" y="4326194"/>
            <a:ext cx="170996" cy="170996"/>
          </a:xfrm>
          <a:custGeom>
            <a:avLst/>
            <a:gdLst/>
            <a:ahLst/>
            <a:cxnLst/>
            <a:rect l="l" t="t" r="r" b="b"/>
            <a:pathLst>
              <a:path w="227994" h="227994">
                <a:moveTo>
                  <a:pt x="113997" y="0"/>
                </a:moveTo>
                <a:cubicBezTo>
                  <a:pt x="176914" y="0"/>
                  <a:pt x="227994" y="51080"/>
                  <a:pt x="227994" y="113997"/>
                </a:cubicBezTo>
                <a:cubicBezTo>
                  <a:pt x="227994" y="176914"/>
                  <a:pt x="176914" y="227994"/>
                  <a:pt x="113997" y="227994"/>
                </a:cubicBezTo>
                <a:cubicBezTo>
                  <a:pt x="51080" y="227994"/>
                  <a:pt x="0" y="176914"/>
                  <a:pt x="0" y="113997"/>
                </a:cubicBezTo>
                <a:cubicBezTo>
                  <a:pt x="0" y="51080"/>
                  <a:pt x="51080" y="0"/>
                  <a:pt x="113997" y="0"/>
                </a:cubicBezTo>
                <a:close/>
                <a:moveTo>
                  <a:pt x="103310" y="53436"/>
                </a:moveTo>
                <a:lnTo>
                  <a:pt x="103310" y="113997"/>
                </a:lnTo>
                <a:cubicBezTo>
                  <a:pt x="103310" y="117560"/>
                  <a:pt x="105091" y="120899"/>
                  <a:pt x="108075" y="122903"/>
                </a:cubicBezTo>
                <a:lnTo>
                  <a:pt x="150824" y="151403"/>
                </a:lnTo>
                <a:cubicBezTo>
                  <a:pt x="155722" y="154698"/>
                  <a:pt x="162357" y="153362"/>
                  <a:pt x="165652" y="148419"/>
                </a:cubicBezTo>
                <a:cubicBezTo>
                  <a:pt x="168947" y="143476"/>
                  <a:pt x="167612" y="136886"/>
                  <a:pt x="162669" y="133590"/>
                </a:cubicBezTo>
                <a:lnTo>
                  <a:pt x="124684" y="108297"/>
                </a:lnTo>
                <a:lnTo>
                  <a:pt x="124684" y="53436"/>
                </a:lnTo>
                <a:cubicBezTo>
                  <a:pt x="124684" y="47514"/>
                  <a:pt x="119920" y="42749"/>
                  <a:pt x="113997" y="42749"/>
                </a:cubicBezTo>
                <a:cubicBezTo>
                  <a:pt x="108075" y="42749"/>
                  <a:pt x="103310" y="47514"/>
                  <a:pt x="103310" y="53436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33" name="Text 31"/>
          <p:cNvSpPr/>
          <p:nvPr/>
        </p:nvSpPr>
        <p:spPr>
          <a:xfrm>
            <a:off x="931927" y="4309094"/>
            <a:ext cx="615585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定时状态</a:t>
            </a:r>
            <a:endParaRPr lang="en-US" sz="10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9605" y="4582795"/>
            <a:ext cx="3573780" cy="195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显示剩余时间，提醒用户使用时间</a:t>
            </a:r>
            <a:endParaRPr lang="en-US" sz="94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12152" y="5782657"/>
            <a:ext cx="3787557" cy="718182"/>
          </a:xfrm>
          <a:custGeom>
            <a:avLst/>
            <a:gdLst/>
            <a:ahLst/>
            <a:cxnLst/>
            <a:rect l="l" t="t" r="r" b="b"/>
            <a:pathLst>
              <a:path w="5050076" h="957576">
                <a:moveTo>
                  <a:pt x="91200" y="0"/>
                </a:moveTo>
                <a:lnTo>
                  <a:pt x="4958876" y="0"/>
                </a:lnTo>
                <a:cubicBezTo>
                  <a:pt x="5009244" y="0"/>
                  <a:pt x="5050076" y="40831"/>
                  <a:pt x="5050076" y="91200"/>
                </a:cubicBezTo>
                <a:lnTo>
                  <a:pt x="5050076" y="866377"/>
                </a:lnTo>
                <a:cubicBezTo>
                  <a:pt x="5050076" y="916745"/>
                  <a:pt x="5009244" y="957576"/>
                  <a:pt x="4958876" y="957576"/>
                </a:cubicBezTo>
                <a:lnTo>
                  <a:pt x="91200" y="957576"/>
                </a:lnTo>
                <a:cubicBezTo>
                  <a:pt x="40831" y="957576"/>
                  <a:pt x="0" y="916745"/>
                  <a:pt x="0" y="866377"/>
                </a:cubicBezTo>
                <a:lnTo>
                  <a:pt x="0" y="91200"/>
                </a:lnTo>
                <a:cubicBezTo>
                  <a:pt x="0" y="40865"/>
                  <a:pt x="40865" y="0"/>
                  <a:pt x="91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70958" y="5950524"/>
            <a:ext cx="170996" cy="170996"/>
          </a:xfrm>
          <a:custGeom>
            <a:avLst/>
            <a:gdLst/>
            <a:ahLst/>
            <a:cxnLst/>
            <a:rect l="l" t="t" r="r" b="b"/>
            <a:pathLst>
              <a:path w="227994" h="227994">
                <a:moveTo>
                  <a:pt x="113997" y="227994"/>
                </a:moveTo>
                <a:cubicBezTo>
                  <a:pt x="176914" y="227994"/>
                  <a:pt x="227994" y="176914"/>
                  <a:pt x="227994" y="113997"/>
                </a:cubicBezTo>
                <a:cubicBezTo>
                  <a:pt x="227994" y="51080"/>
                  <a:pt x="176914" y="0"/>
                  <a:pt x="113997" y="0"/>
                </a:cubicBezTo>
                <a:cubicBezTo>
                  <a:pt x="51080" y="0"/>
                  <a:pt x="0" y="51080"/>
                  <a:pt x="0" y="113997"/>
                </a:cubicBezTo>
                <a:cubicBezTo>
                  <a:pt x="0" y="176914"/>
                  <a:pt x="51080" y="227994"/>
                  <a:pt x="113997" y="227994"/>
                </a:cubicBezTo>
                <a:close/>
                <a:moveTo>
                  <a:pt x="99748" y="71248"/>
                </a:moveTo>
                <a:cubicBezTo>
                  <a:pt x="99748" y="63384"/>
                  <a:pt x="106133" y="56999"/>
                  <a:pt x="113997" y="56999"/>
                </a:cubicBezTo>
                <a:cubicBezTo>
                  <a:pt x="121862" y="56999"/>
                  <a:pt x="128247" y="63384"/>
                  <a:pt x="128247" y="71248"/>
                </a:cubicBezTo>
                <a:cubicBezTo>
                  <a:pt x="128247" y="79113"/>
                  <a:pt x="121862" y="85498"/>
                  <a:pt x="113997" y="85498"/>
                </a:cubicBezTo>
                <a:cubicBezTo>
                  <a:pt x="106133" y="85498"/>
                  <a:pt x="99748" y="79113"/>
                  <a:pt x="99748" y="71248"/>
                </a:cubicBezTo>
                <a:close/>
                <a:moveTo>
                  <a:pt x="96185" y="99748"/>
                </a:moveTo>
                <a:lnTo>
                  <a:pt x="117560" y="99748"/>
                </a:lnTo>
                <a:cubicBezTo>
                  <a:pt x="123482" y="99748"/>
                  <a:pt x="128247" y="104512"/>
                  <a:pt x="128247" y="110435"/>
                </a:cubicBezTo>
                <a:lnTo>
                  <a:pt x="128247" y="149621"/>
                </a:lnTo>
                <a:lnTo>
                  <a:pt x="131809" y="149621"/>
                </a:lnTo>
                <a:cubicBezTo>
                  <a:pt x="137732" y="149621"/>
                  <a:pt x="142496" y="154386"/>
                  <a:pt x="142496" y="160309"/>
                </a:cubicBezTo>
                <a:cubicBezTo>
                  <a:pt x="142496" y="166231"/>
                  <a:pt x="137732" y="170996"/>
                  <a:pt x="131809" y="170996"/>
                </a:cubicBezTo>
                <a:lnTo>
                  <a:pt x="96185" y="170996"/>
                </a:lnTo>
                <a:cubicBezTo>
                  <a:pt x="90263" y="170996"/>
                  <a:pt x="85498" y="166231"/>
                  <a:pt x="85498" y="160309"/>
                </a:cubicBezTo>
                <a:cubicBezTo>
                  <a:pt x="85498" y="154386"/>
                  <a:pt x="90263" y="149621"/>
                  <a:pt x="96185" y="149621"/>
                </a:cubicBezTo>
                <a:lnTo>
                  <a:pt x="106872" y="149621"/>
                </a:lnTo>
                <a:lnTo>
                  <a:pt x="106872" y="121122"/>
                </a:lnTo>
                <a:lnTo>
                  <a:pt x="96185" y="121122"/>
                </a:lnTo>
                <a:cubicBezTo>
                  <a:pt x="90263" y="121122"/>
                  <a:pt x="85498" y="116357"/>
                  <a:pt x="85498" y="110435"/>
                </a:cubicBezTo>
                <a:cubicBezTo>
                  <a:pt x="85498" y="104512"/>
                  <a:pt x="90263" y="99748"/>
                  <a:pt x="96185" y="99748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37" name="Text 35"/>
          <p:cNvSpPr/>
          <p:nvPr/>
        </p:nvSpPr>
        <p:spPr>
          <a:xfrm>
            <a:off x="932362" y="5916279"/>
            <a:ext cx="615585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工作状态</a:t>
            </a:r>
            <a:endParaRPr lang="en-US" sz="10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8789" y="6215273"/>
            <a:ext cx="3573812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显示加热、按摩等工作状态</a:t>
            </a:r>
            <a:endParaRPr lang="en-US" sz="94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194350" y="2898311"/>
            <a:ext cx="3283119" cy="3488315"/>
          </a:xfrm>
          <a:custGeom>
            <a:avLst/>
            <a:gdLst/>
            <a:ahLst/>
            <a:cxnLst/>
            <a:rect l="l" t="t" r="r" b="b"/>
            <a:pathLst>
              <a:path w="4377492" h="4651086">
                <a:moveTo>
                  <a:pt x="136797" y="0"/>
                </a:moveTo>
                <a:lnTo>
                  <a:pt x="4240696" y="0"/>
                </a:lnTo>
                <a:cubicBezTo>
                  <a:pt x="4316246" y="0"/>
                  <a:pt x="4377492" y="61246"/>
                  <a:pt x="4377492" y="136797"/>
                </a:cubicBezTo>
                <a:lnTo>
                  <a:pt x="4377492" y="4514289"/>
                </a:lnTo>
                <a:cubicBezTo>
                  <a:pt x="4377492" y="4589840"/>
                  <a:pt x="4316246" y="4651086"/>
                  <a:pt x="4240696" y="4651086"/>
                </a:cubicBezTo>
                <a:lnTo>
                  <a:pt x="136797" y="4651086"/>
                </a:lnTo>
                <a:cubicBezTo>
                  <a:pt x="61246" y="4651086"/>
                  <a:pt x="0" y="4589840"/>
                  <a:pt x="0" y="4514289"/>
                </a:cubicBezTo>
                <a:lnTo>
                  <a:pt x="0" y="136797"/>
                </a:lnTo>
                <a:cubicBezTo>
                  <a:pt x="0" y="61297"/>
                  <a:pt x="61297" y="0"/>
                  <a:pt x="136797" y="0"/>
                </a:cubicBezTo>
                <a:close/>
              </a:path>
            </a:pathLst>
          </a:cu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0" name="Shape 38"/>
          <p:cNvSpPr/>
          <p:nvPr/>
        </p:nvSpPr>
        <p:spPr>
          <a:xfrm>
            <a:off x="5408095" y="3103506"/>
            <a:ext cx="128247" cy="170996"/>
          </a:xfrm>
          <a:custGeom>
            <a:avLst/>
            <a:gdLst/>
            <a:ahLst/>
            <a:cxnLst/>
            <a:rect l="l" t="t" r="r" b="b"/>
            <a:pathLst>
              <a:path w="170996" h="227994">
                <a:moveTo>
                  <a:pt x="111281" y="29746"/>
                </a:moveTo>
                <a:cubicBezTo>
                  <a:pt x="115912" y="23378"/>
                  <a:pt x="114487" y="14472"/>
                  <a:pt x="108119" y="9841"/>
                </a:cubicBezTo>
                <a:cubicBezTo>
                  <a:pt x="101751" y="5210"/>
                  <a:pt x="92845" y="6635"/>
                  <a:pt x="88214" y="13003"/>
                </a:cubicBezTo>
                <a:lnTo>
                  <a:pt x="41012" y="77883"/>
                </a:lnTo>
                <a:lnTo>
                  <a:pt x="24313" y="61184"/>
                </a:lnTo>
                <a:cubicBezTo>
                  <a:pt x="18747" y="55618"/>
                  <a:pt x="9708" y="55618"/>
                  <a:pt x="4141" y="61184"/>
                </a:cubicBezTo>
                <a:cubicBezTo>
                  <a:pt x="-1425" y="66751"/>
                  <a:pt x="-1425" y="75790"/>
                  <a:pt x="4141" y="81357"/>
                </a:cubicBezTo>
                <a:lnTo>
                  <a:pt x="32641" y="109856"/>
                </a:lnTo>
                <a:cubicBezTo>
                  <a:pt x="35580" y="112795"/>
                  <a:pt x="39676" y="114309"/>
                  <a:pt x="43818" y="113997"/>
                </a:cubicBezTo>
                <a:cubicBezTo>
                  <a:pt x="47959" y="113685"/>
                  <a:pt x="51789" y="111548"/>
                  <a:pt x="54238" y="108164"/>
                </a:cubicBezTo>
                <a:lnTo>
                  <a:pt x="111236" y="29791"/>
                </a:lnTo>
                <a:close/>
                <a:moveTo>
                  <a:pt x="168279" y="90307"/>
                </a:moveTo>
                <a:cubicBezTo>
                  <a:pt x="172911" y="83939"/>
                  <a:pt x="171486" y="75033"/>
                  <a:pt x="165118" y="70402"/>
                </a:cubicBezTo>
                <a:cubicBezTo>
                  <a:pt x="158750" y="65771"/>
                  <a:pt x="149844" y="67196"/>
                  <a:pt x="145213" y="73564"/>
                </a:cubicBezTo>
                <a:lnTo>
                  <a:pt x="69512" y="177631"/>
                </a:lnTo>
                <a:lnTo>
                  <a:pt x="38563" y="146682"/>
                </a:lnTo>
                <a:cubicBezTo>
                  <a:pt x="32997" y="141116"/>
                  <a:pt x="23957" y="141116"/>
                  <a:pt x="18391" y="146682"/>
                </a:cubicBezTo>
                <a:cubicBezTo>
                  <a:pt x="12825" y="152249"/>
                  <a:pt x="12825" y="161288"/>
                  <a:pt x="18391" y="166854"/>
                </a:cubicBezTo>
                <a:lnTo>
                  <a:pt x="61140" y="209603"/>
                </a:lnTo>
                <a:cubicBezTo>
                  <a:pt x="64079" y="212542"/>
                  <a:pt x="68176" y="214056"/>
                  <a:pt x="72317" y="213745"/>
                </a:cubicBezTo>
                <a:cubicBezTo>
                  <a:pt x="76458" y="213433"/>
                  <a:pt x="80288" y="211296"/>
                  <a:pt x="82737" y="207911"/>
                </a:cubicBezTo>
                <a:lnTo>
                  <a:pt x="168235" y="90352"/>
                </a:ln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41" name="Text 39"/>
          <p:cNvSpPr/>
          <p:nvPr/>
        </p:nvSpPr>
        <p:spPr>
          <a:xfrm>
            <a:off x="5579090" y="3069307"/>
            <a:ext cx="2812881" cy="239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LCD显示优势</a:t>
            </a:r>
            <a:endParaRPr lang="en-US" sz="134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365346" y="3445498"/>
            <a:ext cx="2941128" cy="615585"/>
          </a:xfrm>
          <a:custGeom>
            <a:avLst/>
            <a:gdLst/>
            <a:ahLst/>
            <a:cxnLst/>
            <a:rect l="l" t="t" r="r" b="b"/>
            <a:pathLst>
              <a:path w="3921504" h="820780">
                <a:moveTo>
                  <a:pt x="91197" y="0"/>
                </a:moveTo>
                <a:lnTo>
                  <a:pt x="3830307" y="0"/>
                </a:lnTo>
                <a:cubicBezTo>
                  <a:pt x="3880673" y="0"/>
                  <a:pt x="3921504" y="40830"/>
                  <a:pt x="3921504" y="91197"/>
                </a:cubicBezTo>
                <a:lnTo>
                  <a:pt x="3921504" y="729583"/>
                </a:lnTo>
                <a:cubicBezTo>
                  <a:pt x="3921504" y="779950"/>
                  <a:pt x="3880673" y="820780"/>
                  <a:pt x="3830307" y="820780"/>
                </a:cubicBezTo>
                <a:lnTo>
                  <a:pt x="91197" y="820780"/>
                </a:lnTo>
                <a:cubicBezTo>
                  <a:pt x="40830" y="820780"/>
                  <a:pt x="0" y="779950"/>
                  <a:pt x="0" y="729583"/>
                </a:cubicBezTo>
                <a:lnTo>
                  <a:pt x="0" y="91197"/>
                </a:lnTo>
                <a:cubicBezTo>
                  <a:pt x="0" y="40864"/>
                  <a:pt x="40864" y="0"/>
                  <a:pt x="91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5489318" y="3582295"/>
            <a:ext cx="153896" cy="153896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205195"/>
                </a:moveTo>
                <a:cubicBezTo>
                  <a:pt x="159223" y="205195"/>
                  <a:pt x="205195" y="159223"/>
                  <a:pt x="205195" y="102597"/>
                </a:cubicBezTo>
                <a:cubicBezTo>
                  <a:pt x="205195" y="45972"/>
                  <a:pt x="159223" y="0"/>
                  <a:pt x="102597" y="0"/>
                </a:cubicBezTo>
                <a:cubicBezTo>
                  <a:pt x="45972" y="0"/>
                  <a:pt x="0" y="45972"/>
                  <a:pt x="0" y="102597"/>
                </a:cubicBezTo>
                <a:cubicBezTo>
                  <a:pt x="0" y="159223"/>
                  <a:pt x="45972" y="205195"/>
                  <a:pt x="102597" y="205195"/>
                </a:cubicBezTo>
                <a:close/>
                <a:moveTo>
                  <a:pt x="136423" y="85244"/>
                </a:moveTo>
                <a:lnTo>
                  <a:pt x="104361" y="136543"/>
                </a:lnTo>
                <a:cubicBezTo>
                  <a:pt x="102678" y="139228"/>
                  <a:pt x="99792" y="140911"/>
                  <a:pt x="96626" y="141072"/>
                </a:cubicBezTo>
                <a:cubicBezTo>
                  <a:pt x="93460" y="141232"/>
                  <a:pt x="90414" y="139789"/>
                  <a:pt x="88530" y="137224"/>
                </a:cubicBezTo>
                <a:lnTo>
                  <a:pt x="69293" y="111575"/>
                </a:lnTo>
                <a:cubicBezTo>
                  <a:pt x="66087" y="107327"/>
                  <a:pt x="66969" y="101315"/>
                  <a:pt x="71217" y="98109"/>
                </a:cubicBezTo>
                <a:cubicBezTo>
                  <a:pt x="75465" y="94903"/>
                  <a:pt x="81477" y="95784"/>
                  <a:pt x="84683" y="100033"/>
                </a:cubicBezTo>
                <a:lnTo>
                  <a:pt x="95504" y="114460"/>
                </a:lnTo>
                <a:lnTo>
                  <a:pt x="120111" y="75064"/>
                </a:lnTo>
                <a:cubicBezTo>
                  <a:pt x="122917" y="70576"/>
                  <a:pt x="128848" y="69173"/>
                  <a:pt x="133377" y="72019"/>
                </a:cubicBezTo>
                <a:cubicBezTo>
                  <a:pt x="137905" y="74864"/>
                  <a:pt x="139268" y="80755"/>
                  <a:pt x="136423" y="85284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44" name="Text 42"/>
          <p:cNvSpPr/>
          <p:nvPr/>
        </p:nvSpPr>
        <p:spPr>
          <a:xfrm>
            <a:off x="5762911" y="3548095"/>
            <a:ext cx="1983551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高清晰度</a:t>
            </a:r>
            <a:endParaRPr lang="en-US" sz="10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762911" y="3787489"/>
            <a:ext cx="1975001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LCD显示屏分辨率高，字符清晰易读</a:t>
            </a:r>
            <a:endParaRPr lang="en-US" sz="94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365346" y="4163680"/>
            <a:ext cx="2941128" cy="615585"/>
          </a:xfrm>
          <a:custGeom>
            <a:avLst/>
            <a:gdLst/>
            <a:ahLst/>
            <a:cxnLst/>
            <a:rect l="l" t="t" r="r" b="b"/>
            <a:pathLst>
              <a:path w="3921504" h="820780">
                <a:moveTo>
                  <a:pt x="91197" y="0"/>
                </a:moveTo>
                <a:lnTo>
                  <a:pt x="3830307" y="0"/>
                </a:lnTo>
                <a:cubicBezTo>
                  <a:pt x="3880673" y="0"/>
                  <a:pt x="3921504" y="40830"/>
                  <a:pt x="3921504" y="91197"/>
                </a:cubicBezTo>
                <a:lnTo>
                  <a:pt x="3921504" y="729583"/>
                </a:lnTo>
                <a:cubicBezTo>
                  <a:pt x="3921504" y="779950"/>
                  <a:pt x="3880673" y="820780"/>
                  <a:pt x="3830307" y="820780"/>
                </a:cubicBezTo>
                <a:lnTo>
                  <a:pt x="91197" y="820780"/>
                </a:lnTo>
                <a:cubicBezTo>
                  <a:pt x="40830" y="820780"/>
                  <a:pt x="0" y="779950"/>
                  <a:pt x="0" y="729583"/>
                </a:cubicBezTo>
                <a:lnTo>
                  <a:pt x="0" y="91197"/>
                </a:lnTo>
                <a:cubicBezTo>
                  <a:pt x="0" y="40864"/>
                  <a:pt x="40864" y="0"/>
                  <a:pt x="91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5489318" y="4300477"/>
            <a:ext cx="153896" cy="153896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205195"/>
                </a:moveTo>
                <a:cubicBezTo>
                  <a:pt x="159223" y="205195"/>
                  <a:pt x="205195" y="159223"/>
                  <a:pt x="205195" y="102597"/>
                </a:cubicBezTo>
                <a:cubicBezTo>
                  <a:pt x="205195" y="45972"/>
                  <a:pt x="159223" y="0"/>
                  <a:pt x="102597" y="0"/>
                </a:cubicBezTo>
                <a:cubicBezTo>
                  <a:pt x="45972" y="0"/>
                  <a:pt x="0" y="45972"/>
                  <a:pt x="0" y="102597"/>
                </a:cubicBezTo>
                <a:cubicBezTo>
                  <a:pt x="0" y="159223"/>
                  <a:pt x="45972" y="205195"/>
                  <a:pt x="102597" y="205195"/>
                </a:cubicBezTo>
                <a:close/>
                <a:moveTo>
                  <a:pt x="136423" y="85244"/>
                </a:moveTo>
                <a:lnTo>
                  <a:pt x="104361" y="136543"/>
                </a:lnTo>
                <a:cubicBezTo>
                  <a:pt x="102678" y="139228"/>
                  <a:pt x="99792" y="140911"/>
                  <a:pt x="96626" y="141072"/>
                </a:cubicBezTo>
                <a:cubicBezTo>
                  <a:pt x="93460" y="141232"/>
                  <a:pt x="90414" y="139789"/>
                  <a:pt x="88530" y="137224"/>
                </a:cubicBezTo>
                <a:lnTo>
                  <a:pt x="69293" y="111575"/>
                </a:lnTo>
                <a:cubicBezTo>
                  <a:pt x="66087" y="107327"/>
                  <a:pt x="66969" y="101315"/>
                  <a:pt x="71217" y="98109"/>
                </a:cubicBezTo>
                <a:cubicBezTo>
                  <a:pt x="75465" y="94903"/>
                  <a:pt x="81477" y="95784"/>
                  <a:pt x="84683" y="100033"/>
                </a:cubicBezTo>
                <a:lnTo>
                  <a:pt x="95504" y="114460"/>
                </a:lnTo>
                <a:lnTo>
                  <a:pt x="120111" y="75064"/>
                </a:lnTo>
                <a:cubicBezTo>
                  <a:pt x="122917" y="70576"/>
                  <a:pt x="128848" y="69173"/>
                  <a:pt x="133377" y="72019"/>
                </a:cubicBezTo>
                <a:cubicBezTo>
                  <a:pt x="137905" y="74864"/>
                  <a:pt x="139268" y="80755"/>
                  <a:pt x="136423" y="85284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48" name="Text 46"/>
          <p:cNvSpPr/>
          <p:nvPr/>
        </p:nvSpPr>
        <p:spPr>
          <a:xfrm>
            <a:off x="5762911" y="4266277"/>
            <a:ext cx="1795456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高速刷新</a:t>
            </a:r>
            <a:endParaRPr lang="en-US" sz="10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762911" y="4505671"/>
            <a:ext cx="1786906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SPI接口驱动，数据刷新快速流畅</a:t>
            </a:r>
            <a:endParaRPr lang="en-US" sz="94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365346" y="4881862"/>
            <a:ext cx="2941128" cy="615585"/>
          </a:xfrm>
          <a:custGeom>
            <a:avLst/>
            <a:gdLst/>
            <a:ahLst/>
            <a:cxnLst/>
            <a:rect l="l" t="t" r="r" b="b"/>
            <a:pathLst>
              <a:path w="3921504" h="820780">
                <a:moveTo>
                  <a:pt x="91197" y="0"/>
                </a:moveTo>
                <a:lnTo>
                  <a:pt x="3830307" y="0"/>
                </a:lnTo>
                <a:cubicBezTo>
                  <a:pt x="3880673" y="0"/>
                  <a:pt x="3921504" y="40830"/>
                  <a:pt x="3921504" y="91197"/>
                </a:cubicBezTo>
                <a:lnTo>
                  <a:pt x="3921504" y="729583"/>
                </a:lnTo>
                <a:cubicBezTo>
                  <a:pt x="3921504" y="779950"/>
                  <a:pt x="3880673" y="820780"/>
                  <a:pt x="3830307" y="820780"/>
                </a:cubicBezTo>
                <a:lnTo>
                  <a:pt x="91197" y="820780"/>
                </a:lnTo>
                <a:cubicBezTo>
                  <a:pt x="40830" y="820780"/>
                  <a:pt x="0" y="779950"/>
                  <a:pt x="0" y="729583"/>
                </a:cubicBezTo>
                <a:lnTo>
                  <a:pt x="0" y="91197"/>
                </a:lnTo>
                <a:cubicBezTo>
                  <a:pt x="0" y="40864"/>
                  <a:pt x="40864" y="0"/>
                  <a:pt x="91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5489318" y="5018659"/>
            <a:ext cx="153896" cy="153896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205195"/>
                </a:moveTo>
                <a:cubicBezTo>
                  <a:pt x="159223" y="205195"/>
                  <a:pt x="205195" y="159223"/>
                  <a:pt x="205195" y="102597"/>
                </a:cubicBezTo>
                <a:cubicBezTo>
                  <a:pt x="205195" y="45972"/>
                  <a:pt x="159223" y="0"/>
                  <a:pt x="102597" y="0"/>
                </a:cubicBezTo>
                <a:cubicBezTo>
                  <a:pt x="45972" y="0"/>
                  <a:pt x="0" y="45972"/>
                  <a:pt x="0" y="102597"/>
                </a:cubicBezTo>
                <a:cubicBezTo>
                  <a:pt x="0" y="159223"/>
                  <a:pt x="45972" y="205195"/>
                  <a:pt x="102597" y="205195"/>
                </a:cubicBezTo>
                <a:close/>
                <a:moveTo>
                  <a:pt x="136423" y="85244"/>
                </a:moveTo>
                <a:lnTo>
                  <a:pt x="104361" y="136543"/>
                </a:lnTo>
                <a:cubicBezTo>
                  <a:pt x="102678" y="139228"/>
                  <a:pt x="99792" y="140911"/>
                  <a:pt x="96626" y="141072"/>
                </a:cubicBezTo>
                <a:cubicBezTo>
                  <a:pt x="93460" y="141232"/>
                  <a:pt x="90414" y="139789"/>
                  <a:pt x="88530" y="137224"/>
                </a:cubicBezTo>
                <a:lnTo>
                  <a:pt x="69293" y="111575"/>
                </a:lnTo>
                <a:cubicBezTo>
                  <a:pt x="66087" y="107327"/>
                  <a:pt x="66969" y="101315"/>
                  <a:pt x="71217" y="98109"/>
                </a:cubicBezTo>
                <a:cubicBezTo>
                  <a:pt x="75465" y="94903"/>
                  <a:pt x="81477" y="95784"/>
                  <a:pt x="84683" y="100033"/>
                </a:cubicBezTo>
                <a:lnTo>
                  <a:pt x="95504" y="114460"/>
                </a:lnTo>
                <a:lnTo>
                  <a:pt x="120111" y="75064"/>
                </a:lnTo>
                <a:cubicBezTo>
                  <a:pt x="122917" y="70576"/>
                  <a:pt x="128848" y="69173"/>
                  <a:pt x="133377" y="72019"/>
                </a:cubicBezTo>
                <a:cubicBezTo>
                  <a:pt x="137905" y="74864"/>
                  <a:pt x="139268" y="80755"/>
                  <a:pt x="136423" y="85284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52" name="Text 50"/>
          <p:cNvSpPr/>
          <p:nvPr/>
        </p:nvSpPr>
        <p:spPr>
          <a:xfrm>
            <a:off x="5762911" y="4984460"/>
            <a:ext cx="1624460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环境适应</a:t>
            </a:r>
            <a:endParaRPr lang="en-US" sz="10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762911" y="5223854"/>
            <a:ext cx="1615910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在潮湿环境下保持良好可视性</a:t>
            </a:r>
            <a:endParaRPr lang="en-US" sz="94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365346" y="5600044"/>
            <a:ext cx="2941128" cy="615585"/>
          </a:xfrm>
          <a:custGeom>
            <a:avLst/>
            <a:gdLst/>
            <a:ahLst/>
            <a:cxnLst/>
            <a:rect l="l" t="t" r="r" b="b"/>
            <a:pathLst>
              <a:path w="3921504" h="820780">
                <a:moveTo>
                  <a:pt x="91197" y="0"/>
                </a:moveTo>
                <a:lnTo>
                  <a:pt x="3830307" y="0"/>
                </a:lnTo>
                <a:cubicBezTo>
                  <a:pt x="3880673" y="0"/>
                  <a:pt x="3921504" y="40830"/>
                  <a:pt x="3921504" y="91197"/>
                </a:cubicBezTo>
                <a:lnTo>
                  <a:pt x="3921504" y="729583"/>
                </a:lnTo>
                <a:cubicBezTo>
                  <a:pt x="3921504" y="779950"/>
                  <a:pt x="3880673" y="820780"/>
                  <a:pt x="3830307" y="820780"/>
                </a:cubicBezTo>
                <a:lnTo>
                  <a:pt x="91197" y="820780"/>
                </a:lnTo>
                <a:cubicBezTo>
                  <a:pt x="40830" y="820780"/>
                  <a:pt x="0" y="779950"/>
                  <a:pt x="0" y="729583"/>
                </a:cubicBezTo>
                <a:lnTo>
                  <a:pt x="0" y="91197"/>
                </a:lnTo>
                <a:cubicBezTo>
                  <a:pt x="0" y="40864"/>
                  <a:pt x="40864" y="0"/>
                  <a:pt x="91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5489318" y="5736841"/>
            <a:ext cx="153896" cy="153896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102597" y="205195"/>
                </a:moveTo>
                <a:cubicBezTo>
                  <a:pt x="159223" y="205195"/>
                  <a:pt x="205195" y="159223"/>
                  <a:pt x="205195" y="102597"/>
                </a:cubicBezTo>
                <a:cubicBezTo>
                  <a:pt x="205195" y="45972"/>
                  <a:pt x="159223" y="0"/>
                  <a:pt x="102597" y="0"/>
                </a:cubicBezTo>
                <a:cubicBezTo>
                  <a:pt x="45972" y="0"/>
                  <a:pt x="0" y="45972"/>
                  <a:pt x="0" y="102597"/>
                </a:cubicBezTo>
                <a:cubicBezTo>
                  <a:pt x="0" y="159223"/>
                  <a:pt x="45972" y="205195"/>
                  <a:pt x="102597" y="205195"/>
                </a:cubicBezTo>
                <a:close/>
                <a:moveTo>
                  <a:pt x="136423" y="85244"/>
                </a:moveTo>
                <a:lnTo>
                  <a:pt x="104361" y="136543"/>
                </a:lnTo>
                <a:cubicBezTo>
                  <a:pt x="102678" y="139228"/>
                  <a:pt x="99792" y="140911"/>
                  <a:pt x="96626" y="141072"/>
                </a:cubicBezTo>
                <a:cubicBezTo>
                  <a:pt x="93460" y="141232"/>
                  <a:pt x="90414" y="139789"/>
                  <a:pt x="88530" y="137224"/>
                </a:cubicBezTo>
                <a:lnTo>
                  <a:pt x="69293" y="111575"/>
                </a:lnTo>
                <a:cubicBezTo>
                  <a:pt x="66087" y="107327"/>
                  <a:pt x="66969" y="101315"/>
                  <a:pt x="71217" y="98109"/>
                </a:cubicBezTo>
                <a:cubicBezTo>
                  <a:pt x="75465" y="94903"/>
                  <a:pt x="81477" y="95784"/>
                  <a:pt x="84683" y="100033"/>
                </a:cubicBezTo>
                <a:lnTo>
                  <a:pt x="95504" y="114460"/>
                </a:lnTo>
                <a:lnTo>
                  <a:pt x="120111" y="75064"/>
                </a:lnTo>
                <a:cubicBezTo>
                  <a:pt x="122917" y="70576"/>
                  <a:pt x="128848" y="69173"/>
                  <a:pt x="133377" y="72019"/>
                </a:cubicBezTo>
                <a:cubicBezTo>
                  <a:pt x="137905" y="74864"/>
                  <a:pt x="139268" y="80755"/>
                  <a:pt x="136423" y="85284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56" name="Text 54"/>
          <p:cNvSpPr/>
          <p:nvPr/>
        </p:nvSpPr>
        <p:spPr>
          <a:xfrm>
            <a:off x="5762911" y="5702642"/>
            <a:ext cx="1624460" cy="205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信息集成</a:t>
            </a:r>
            <a:endParaRPr lang="en-US" sz="107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762911" y="5942036"/>
            <a:ext cx="1615910" cy="170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在同一界面集成展示多种内容</a:t>
            </a:r>
            <a:endParaRPr lang="en-US" sz="94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58" name="Shape 26"/>
          <p:cNvSpPr/>
          <p:nvPr/>
        </p:nvSpPr>
        <p:spPr>
          <a:xfrm>
            <a:off x="649605" y="5189855"/>
            <a:ext cx="213995" cy="170815"/>
          </a:xfrm>
          <a:custGeom>
            <a:avLst/>
            <a:gdLst/>
            <a:ahLst/>
            <a:cxnLst/>
            <a:rect l="l" t="t" r="r" b="b"/>
            <a:pathLst>
              <a:path w="284993" h="227994">
                <a:moveTo>
                  <a:pt x="142496" y="0"/>
                </a:moveTo>
                <a:cubicBezTo>
                  <a:pt x="150378" y="0"/>
                  <a:pt x="156746" y="6368"/>
                  <a:pt x="156746" y="14250"/>
                </a:cubicBezTo>
                <a:lnTo>
                  <a:pt x="156746" y="106872"/>
                </a:lnTo>
                <a:cubicBezTo>
                  <a:pt x="156746" y="110791"/>
                  <a:pt x="159952" y="113997"/>
                  <a:pt x="163871" y="113997"/>
                </a:cubicBezTo>
                <a:cubicBezTo>
                  <a:pt x="167790" y="113997"/>
                  <a:pt x="170996" y="110791"/>
                  <a:pt x="170996" y="106872"/>
                </a:cubicBezTo>
                <a:lnTo>
                  <a:pt x="170996" y="28499"/>
                </a:lnTo>
                <a:cubicBezTo>
                  <a:pt x="170996" y="20617"/>
                  <a:pt x="177364" y="14250"/>
                  <a:pt x="185245" y="14250"/>
                </a:cubicBezTo>
                <a:cubicBezTo>
                  <a:pt x="193127" y="14250"/>
                  <a:pt x="199495" y="20617"/>
                  <a:pt x="199495" y="28499"/>
                </a:cubicBezTo>
                <a:lnTo>
                  <a:pt x="199495" y="106872"/>
                </a:lnTo>
                <a:cubicBezTo>
                  <a:pt x="199495" y="110791"/>
                  <a:pt x="202701" y="113997"/>
                  <a:pt x="206620" y="113997"/>
                </a:cubicBezTo>
                <a:cubicBezTo>
                  <a:pt x="210539" y="113997"/>
                  <a:pt x="213745" y="110791"/>
                  <a:pt x="213745" y="106872"/>
                </a:cubicBezTo>
                <a:lnTo>
                  <a:pt x="213745" y="56999"/>
                </a:lnTo>
                <a:cubicBezTo>
                  <a:pt x="213745" y="49117"/>
                  <a:pt x="220113" y="42749"/>
                  <a:pt x="227994" y="42749"/>
                </a:cubicBezTo>
                <a:cubicBezTo>
                  <a:pt x="235876" y="42749"/>
                  <a:pt x="242244" y="49117"/>
                  <a:pt x="242244" y="56999"/>
                </a:cubicBezTo>
                <a:lnTo>
                  <a:pt x="242244" y="136351"/>
                </a:lnTo>
                <a:cubicBezTo>
                  <a:pt x="233694" y="138756"/>
                  <a:pt x="226792" y="145435"/>
                  <a:pt x="224254" y="154297"/>
                </a:cubicBezTo>
                <a:lnTo>
                  <a:pt x="221359" y="164405"/>
                </a:lnTo>
                <a:lnTo>
                  <a:pt x="211251" y="167300"/>
                </a:lnTo>
                <a:cubicBezTo>
                  <a:pt x="200029" y="170506"/>
                  <a:pt x="192326" y="180748"/>
                  <a:pt x="192326" y="192415"/>
                </a:cubicBezTo>
                <a:cubicBezTo>
                  <a:pt x="192326" y="202256"/>
                  <a:pt x="197847" y="211117"/>
                  <a:pt x="206308" y="215526"/>
                </a:cubicBezTo>
                <a:cubicBezTo>
                  <a:pt x="194062" y="223452"/>
                  <a:pt x="179501" y="228039"/>
                  <a:pt x="163826" y="228039"/>
                </a:cubicBezTo>
                <a:lnTo>
                  <a:pt x="155277" y="228039"/>
                </a:lnTo>
                <a:cubicBezTo>
                  <a:pt x="128737" y="228039"/>
                  <a:pt x="103221" y="217842"/>
                  <a:pt x="84028" y="199540"/>
                </a:cubicBezTo>
                <a:lnTo>
                  <a:pt x="34021" y="151848"/>
                </a:lnTo>
                <a:cubicBezTo>
                  <a:pt x="26896" y="145079"/>
                  <a:pt x="26629" y="133769"/>
                  <a:pt x="33398" y="126644"/>
                </a:cubicBezTo>
                <a:cubicBezTo>
                  <a:pt x="40166" y="119519"/>
                  <a:pt x="51477" y="119252"/>
                  <a:pt x="58602" y="126020"/>
                </a:cubicBezTo>
                <a:lnTo>
                  <a:pt x="85542" y="151670"/>
                </a:lnTo>
                <a:cubicBezTo>
                  <a:pt x="85542" y="151002"/>
                  <a:pt x="85498" y="150289"/>
                  <a:pt x="85498" y="149621"/>
                </a:cubicBezTo>
                <a:lnTo>
                  <a:pt x="85498" y="28499"/>
                </a:lnTo>
                <a:cubicBezTo>
                  <a:pt x="85498" y="20617"/>
                  <a:pt x="91866" y="14250"/>
                  <a:pt x="99748" y="14250"/>
                </a:cubicBezTo>
                <a:cubicBezTo>
                  <a:pt x="107629" y="14250"/>
                  <a:pt x="113997" y="20617"/>
                  <a:pt x="113997" y="28499"/>
                </a:cubicBezTo>
                <a:lnTo>
                  <a:pt x="113997" y="106872"/>
                </a:lnTo>
                <a:cubicBezTo>
                  <a:pt x="113997" y="110791"/>
                  <a:pt x="117203" y="113997"/>
                  <a:pt x="121122" y="113997"/>
                </a:cubicBezTo>
                <a:cubicBezTo>
                  <a:pt x="125041" y="113997"/>
                  <a:pt x="128247" y="110791"/>
                  <a:pt x="128247" y="106872"/>
                </a:cubicBezTo>
                <a:lnTo>
                  <a:pt x="128247" y="14250"/>
                </a:lnTo>
                <a:cubicBezTo>
                  <a:pt x="128247" y="6368"/>
                  <a:pt x="134615" y="0"/>
                  <a:pt x="142496" y="0"/>
                </a:cubicBezTo>
                <a:close/>
                <a:moveTo>
                  <a:pt x="139246" y="145435"/>
                </a:moveTo>
                <a:cubicBezTo>
                  <a:pt x="138756" y="143699"/>
                  <a:pt x="137153" y="142496"/>
                  <a:pt x="135372" y="142496"/>
                </a:cubicBezTo>
                <a:cubicBezTo>
                  <a:pt x="133590" y="142496"/>
                  <a:pt x="131987" y="143699"/>
                  <a:pt x="131498" y="145435"/>
                </a:cubicBezTo>
                <a:lnTo>
                  <a:pt x="128247" y="156746"/>
                </a:lnTo>
                <a:lnTo>
                  <a:pt x="116936" y="159997"/>
                </a:lnTo>
                <a:cubicBezTo>
                  <a:pt x="115200" y="160487"/>
                  <a:pt x="113997" y="162090"/>
                  <a:pt x="113997" y="163871"/>
                </a:cubicBezTo>
                <a:cubicBezTo>
                  <a:pt x="113997" y="165652"/>
                  <a:pt x="115200" y="167255"/>
                  <a:pt x="116936" y="167745"/>
                </a:cubicBezTo>
                <a:lnTo>
                  <a:pt x="128247" y="170996"/>
                </a:lnTo>
                <a:lnTo>
                  <a:pt x="131498" y="182306"/>
                </a:lnTo>
                <a:cubicBezTo>
                  <a:pt x="131987" y="184043"/>
                  <a:pt x="133590" y="185245"/>
                  <a:pt x="135372" y="185245"/>
                </a:cubicBezTo>
                <a:cubicBezTo>
                  <a:pt x="137153" y="185245"/>
                  <a:pt x="138756" y="184043"/>
                  <a:pt x="139246" y="182306"/>
                </a:cubicBezTo>
                <a:lnTo>
                  <a:pt x="142496" y="170996"/>
                </a:lnTo>
                <a:lnTo>
                  <a:pt x="153807" y="167745"/>
                </a:lnTo>
                <a:cubicBezTo>
                  <a:pt x="155544" y="167255"/>
                  <a:pt x="156746" y="165652"/>
                  <a:pt x="156746" y="163871"/>
                </a:cubicBezTo>
                <a:cubicBezTo>
                  <a:pt x="156746" y="162090"/>
                  <a:pt x="155544" y="160487"/>
                  <a:pt x="153807" y="159997"/>
                </a:cubicBezTo>
                <a:lnTo>
                  <a:pt x="142496" y="156746"/>
                </a:lnTo>
                <a:lnTo>
                  <a:pt x="139246" y="145435"/>
                </a:lnTo>
                <a:close/>
                <a:moveTo>
                  <a:pt x="46311" y="53436"/>
                </a:moveTo>
                <a:lnTo>
                  <a:pt x="67819" y="59581"/>
                </a:lnTo>
                <a:cubicBezTo>
                  <a:pt x="69868" y="60160"/>
                  <a:pt x="71248" y="62031"/>
                  <a:pt x="71248" y="64123"/>
                </a:cubicBezTo>
                <a:cubicBezTo>
                  <a:pt x="71248" y="66216"/>
                  <a:pt x="69868" y="68087"/>
                  <a:pt x="67819" y="68665"/>
                </a:cubicBezTo>
                <a:lnTo>
                  <a:pt x="46311" y="74811"/>
                </a:lnTo>
                <a:lnTo>
                  <a:pt x="40166" y="96319"/>
                </a:lnTo>
                <a:cubicBezTo>
                  <a:pt x="39587" y="98367"/>
                  <a:pt x="37717" y="99748"/>
                  <a:pt x="35624" y="99748"/>
                </a:cubicBezTo>
                <a:cubicBezTo>
                  <a:pt x="33531" y="99748"/>
                  <a:pt x="31661" y="98367"/>
                  <a:pt x="31082" y="96319"/>
                </a:cubicBezTo>
                <a:lnTo>
                  <a:pt x="24937" y="74811"/>
                </a:lnTo>
                <a:lnTo>
                  <a:pt x="3429" y="68665"/>
                </a:lnTo>
                <a:cubicBezTo>
                  <a:pt x="1380" y="68087"/>
                  <a:pt x="0" y="66216"/>
                  <a:pt x="0" y="64123"/>
                </a:cubicBezTo>
                <a:cubicBezTo>
                  <a:pt x="0" y="62031"/>
                  <a:pt x="1380" y="60160"/>
                  <a:pt x="3429" y="59581"/>
                </a:cubicBezTo>
                <a:lnTo>
                  <a:pt x="24937" y="53436"/>
                </a:lnTo>
                <a:lnTo>
                  <a:pt x="31082" y="31928"/>
                </a:lnTo>
                <a:cubicBezTo>
                  <a:pt x="31661" y="29880"/>
                  <a:pt x="33531" y="28499"/>
                  <a:pt x="35624" y="28499"/>
                </a:cubicBezTo>
                <a:cubicBezTo>
                  <a:pt x="37717" y="28499"/>
                  <a:pt x="39587" y="29880"/>
                  <a:pt x="40166" y="31928"/>
                </a:cubicBezTo>
                <a:lnTo>
                  <a:pt x="46311" y="53436"/>
                </a:lnTo>
                <a:close/>
                <a:moveTo>
                  <a:pt x="260056" y="181683"/>
                </a:moveTo>
                <a:lnTo>
                  <a:pt x="281564" y="187828"/>
                </a:lnTo>
                <a:cubicBezTo>
                  <a:pt x="283613" y="188407"/>
                  <a:pt x="284993" y="190277"/>
                  <a:pt x="284993" y="192370"/>
                </a:cubicBezTo>
                <a:cubicBezTo>
                  <a:pt x="284993" y="194463"/>
                  <a:pt x="283613" y="196333"/>
                  <a:pt x="281564" y="196912"/>
                </a:cubicBezTo>
                <a:lnTo>
                  <a:pt x="260056" y="203058"/>
                </a:lnTo>
                <a:lnTo>
                  <a:pt x="253911" y="224566"/>
                </a:lnTo>
                <a:cubicBezTo>
                  <a:pt x="253332" y="226614"/>
                  <a:pt x="251462" y="227994"/>
                  <a:pt x="249369" y="227994"/>
                </a:cubicBezTo>
                <a:cubicBezTo>
                  <a:pt x="247276" y="227994"/>
                  <a:pt x="245406" y="226614"/>
                  <a:pt x="244827" y="224566"/>
                </a:cubicBezTo>
                <a:lnTo>
                  <a:pt x="238682" y="203058"/>
                </a:lnTo>
                <a:lnTo>
                  <a:pt x="217174" y="196912"/>
                </a:lnTo>
                <a:cubicBezTo>
                  <a:pt x="215125" y="196333"/>
                  <a:pt x="213745" y="194463"/>
                  <a:pt x="213745" y="192370"/>
                </a:cubicBezTo>
                <a:cubicBezTo>
                  <a:pt x="213745" y="190277"/>
                  <a:pt x="215125" y="188407"/>
                  <a:pt x="217174" y="187828"/>
                </a:cubicBezTo>
                <a:lnTo>
                  <a:pt x="238682" y="181683"/>
                </a:lnTo>
                <a:lnTo>
                  <a:pt x="244827" y="160175"/>
                </a:lnTo>
                <a:cubicBezTo>
                  <a:pt x="245406" y="158127"/>
                  <a:pt x="247276" y="156746"/>
                  <a:pt x="249369" y="156746"/>
                </a:cubicBezTo>
                <a:cubicBezTo>
                  <a:pt x="251462" y="156746"/>
                  <a:pt x="253332" y="158127"/>
                  <a:pt x="253911" y="160175"/>
                </a:cubicBezTo>
                <a:lnTo>
                  <a:pt x="260056" y="181683"/>
                </a:lnTo>
                <a:close/>
              </a:path>
            </a:pathLst>
          </a:custGeom>
          <a:solidFill>
            <a:schemeClr val="accent3"/>
          </a:solidFill>
        </p:spPr>
      </p:sp>
      <p:pic>
        <p:nvPicPr>
          <p:cNvPr id="59" name="ECB019B1-382A-4266-B25C-5B523AA43C14-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6080" y="887730"/>
            <a:ext cx="1633220" cy="5613400"/>
          </a:xfrm>
          <a:prstGeom prst="rect">
            <a:avLst/>
          </a:prstGeom>
        </p:spPr>
      </p:pic>
      <p:sp>
        <p:nvSpPr>
          <p:cNvPr id="60" name="矩形: 圆角 54"/>
          <p:cNvSpPr/>
          <p:nvPr/>
        </p:nvSpPr>
        <p:spPr>
          <a:xfrm>
            <a:off x="800717" y="165805"/>
            <a:ext cx="2152795" cy="534639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4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设计方案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0525" y="8763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妈妈数黑体" pitchFamily="34" charset="-120"/>
              </a:rPr>
              <a:t>人机交互模块设计</a:t>
            </a:r>
            <a:endParaRPr 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妈妈数黑体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0525" y="1381125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7442200" h="1854200">
                <a:moveTo>
                  <a:pt x="203202" y="0"/>
                </a:moveTo>
                <a:lnTo>
                  <a:pt x="7238998" y="0"/>
                </a:lnTo>
                <a:cubicBezTo>
                  <a:pt x="7351223" y="0"/>
                  <a:pt x="7442200" y="90977"/>
                  <a:pt x="7442200" y="203202"/>
                </a:cubicBezTo>
                <a:lnTo>
                  <a:pt x="7442200" y="1650998"/>
                </a:lnTo>
                <a:cubicBezTo>
                  <a:pt x="7442200" y="1763223"/>
                  <a:pt x="7351223" y="1854200"/>
                  <a:pt x="7238998" y="1854200"/>
                </a:cubicBezTo>
                <a:lnTo>
                  <a:pt x="203202" y="1854200"/>
                </a:lnTo>
                <a:cubicBezTo>
                  <a:pt x="90977" y="1854200"/>
                  <a:pt x="0" y="1763223"/>
                  <a:pt x="0" y="1650998"/>
                </a:cubicBezTo>
                <a:lnTo>
                  <a:pt x="0" y="203202"/>
                </a:lnTo>
                <a:cubicBezTo>
                  <a:pt x="0" y="91052"/>
                  <a:pt x="91052" y="0"/>
                  <a:pt x="203202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3">
                <a:alpha val="50196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8650" y="1619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7" name="Shape 5"/>
          <p:cNvSpPr/>
          <p:nvPr/>
        </p:nvSpPr>
        <p:spPr>
          <a:xfrm>
            <a:off x="810816" y="17811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95250" y="29766"/>
                </a:moveTo>
                <a:cubicBezTo>
                  <a:pt x="95250" y="13320"/>
                  <a:pt x="108570" y="0"/>
                  <a:pt x="125016" y="0"/>
                </a:cubicBezTo>
                <a:cubicBezTo>
                  <a:pt x="141461" y="0"/>
                  <a:pt x="154781" y="13320"/>
                  <a:pt x="154781" y="29766"/>
                </a:cubicBezTo>
                <a:lnTo>
                  <a:pt x="154781" y="140047"/>
                </a:lnTo>
                <a:cubicBezTo>
                  <a:pt x="161106" y="134392"/>
                  <a:pt x="169441" y="130969"/>
                  <a:pt x="178594" y="130969"/>
                </a:cubicBezTo>
                <a:cubicBezTo>
                  <a:pt x="193923" y="130969"/>
                  <a:pt x="207020" y="140643"/>
                  <a:pt x="212080" y="154186"/>
                </a:cubicBezTo>
                <a:cubicBezTo>
                  <a:pt x="218629" y="147265"/>
                  <a:pt x="227856" y="142875"/>
                  <a:pt x="238125" y="142875"/>
                </a:cubicBezTo>
                <a:cubicBezTo>
                  <a:pt x="256952" y="142875"/>
                  <a:pt x="272355" y="157386"/>
                  <a:pt x="273769" y="175840"/>
                </a:cubicBezTo>
                <a:cubicBezTo>
                  <a:pt x="280095" y="170111"/>
                  <a:pt x="288503" y="166688"/>
                  <a:pt x="297656" y="166688"/>
                </a:cubicBezTo>
                <a:cubicBezTo>
                  <a:pt x="317376" y="166688"/>
                  <a:pt x="333375" y="182687"/>
                  <a:pt x="333375" y="202406"/>
                </a:cubicBezTo>
                <a:lnTo>
                  <a:pt x="333375" y="285750"/>
                </a:lnTo>
                <a:cubicBezTo>
                  <a:pt x="333375" y="338361"/>
                  <a:pt x="290736" y="381000"/>
                  <a:pt x="238125" y="381000"/>
                </a:cubicBezTo>
                <a:lnTo>
                  <a:pt x="174650" y="381000"/>
                </a:lnTo>
                <a:cubicBezTo>
                  <a:pt x="170929" y="381000"/>
                  <a:pt x="167283" y="380777"/>
                  <a:pt x="163711" y="380256"/>
                </a:cubicBezTo>
                <a:cubicBezTo>
                  <a:pt x="122560" y="376089"/>
                  <a:pt x="84683" y="354955"/>
                  <a:pt x="59531" y="321469"/>
                </a:cubicBezTo>
                <a:lnTo>
                  <a:pt x="5953" y="250031"/>
                </a:lnTo>
                <a:cubicBezTo>
                  <a:pt x="-3944" y="236860"/>
                  <a:pt x="-1265" y="218256"/>
                  <a:pt x="11906" y="208359"/>
                </a:cubicBezTo>
                <a:cubicBezTo>
                  <a:pt x="25078" y="198462"/>
                  <a:pt x="43681" y="201141"/>
                  <a:pt x="53578" y="214313"/>
                </a:cubicBezTo>
                <a:lnTo>
                  <a:pt x="95250" y="269900"/>
                </a:lnTo>
                <a:lnTo>
                  <a:pt x="95250" y="29766"/>
                </a:lnTo>
                <a:close/>
                <a:moveTo>
                  <a:pt x="178594" y="226219"/>
                </a:moveTo>
                <a:cubicBezTo>
                  <a:pt x="178594" y="219670"/>
                  <a:pt x="173236" y="214313"/>
                  <a:pt x="166688" y="214313"/>
                </a:cubicBezTo>
                <a:cubicBezTo>
                  <a:pt x="160139" y="214313"/>
                  <a:pt x="154781" y="219670"/>
                  <a:pt x="154781" y="226219"/>
                </a:cubicBezTo>
                <a:lnTo>
                  <a:pt x="154781" y="297656"/>
                </a:lnTo>
                <a:cubicBezTo>
                  <a:pt x="154781" y="304205"/>
                  <a:pt x="160139" y="309563"/>
                  <a:pt x="166688" y="309563"/>
                </a:cubicBezTo>
                <a:cubicBezTo>
                  <a:pt x="173236" y="309563"/>
                  <a:pt x="178594" y="304205"/>
                  <a:pt x="178594" y="297656"/>
                </a:cubicBezTo>
                <a:lnTo>
                  <a:pt x="178594" y="226219"/>
                </a:lnTo>
                <a:close/>
                <a:moveTo>
                  <a:pt x="214313" y="214313"/>
                </a:moveTo>
                <a:cubicBezTo>
                  <a:pt x="207764" y="214313"/>
                  <a:pt x="202406" y="219670"/>
                  <a:pt x="202406" y="226219"/>
                </a:cubicBezTo>
                <a:lnTo>
                  <a:pt x="202406" y="297656"/>
                </a:lnTo>
                <a:cubicBezTo>
                  <a:pt x="202406" y="304205"/>
                  <a:pt x="207764" y="309563"/>
                  <a:pt x="214313" y="309563"/>
                </a:cubicBezTo>
                <a:cubicBezTo>
                  <a:pt x="220861" y="309563"/>
                  <a:pt x="226219" y="304205"/>
                  <a:pt x="226219" y="297656"/>
                </a:cubicBezTo>
                <a:lnTo>
                  <a:pt x="226219" y="226219"/>
                </a:lnTo>
                <a:cubicBezTo>
                  <a:pt x="226219" y="219670"/>
                  <a:pt x="220861" y="214313"/>
                  <a:pt x="214313" y="214313"/>
                </a:cubicBezTo>
                <a:close/>
                <a:moveTo>
                  <a:pt x="273844" y="226219"/>
                </a:moveTo>
                <a:cubicBezTo>
                  <a:pt x="273844" y="219670"/>
                  <a:pt x="268486" y="214313"/>
                  <a:pt x="261938" y="214313"/>
                </a:cubicBezTo>
                <a:cubicBezTo>
                  <a:pt x="255389" y="214313"/>
                  <a:pt x="250031" y="219670"/>
                  <a:pt x="250031" y="226219"/>
                </a:cubicBezTo>
                <a:lnTo>
                  <a:pt x="250031" y="297656"/>
                </a:lnTo>
                <a:cubicBezTo>
                  <a:pt x="250031" y="304205"/>
                  <a:pt x="255389" y="309563"/>
                  <a:pt x="261938" y="309563"/>
                </a:cubicBezTo>
                <a:cubicBezTo>
                  <a:pt x="268486" y="309563"/>
                  <a:pt x="273844" y="304205"/>
                  <a:pt x="273844" y="297656"/>
                </a:cubicBezTo>
                <a:lnTo>
                  <a:pt x="273844" y="226219"/>
                </a:lnTo>
                <a:close/>
              </a:path>
            </a:pathLst>
          </a:custGeom>
          <a:solidFill>
            <a:srgbClr val="1A202C"/>
          </a:solidFill>
        </p:spPr>
      </p:sp>
      <p:sp>
        <p:nvSpPr>
          <p:cNvPr id="8" name="Text 6"/>
          <p:cNvSpPr/>
          <p:nvPr/>
        </p:nvSpPr>
        <p:spPr>
          <a:xfrm>
            <a:off x="1428750" y="1619250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妈妈数黑体" pitchFamily="34" charset="-120"/>
              </a:rPr>
              <a:t>本地交互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妈妈数黑体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28750" y="2038350"/>
            <a:ext cx="4381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电容触控开关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实现，通过检测手指接近或触碰引起的电容变化来判断操作指令，其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密封性结构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极其适用于潮湿环境。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9825" y="1381125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7442200" h="1854200">
                <a:moveTo>
                  <a:pt x="203202" y="0"/>
                </a:moveTo>
                <a:lnTo>
                  <a:pt x="7238998" y="0"/>
                </a:lnTo>
                <a:cubicBezTo>
                  <a:pt x="7351223" y="0"/>
                  <a:pt x="7442200" y="90977"/>
                  <a:pt x="7442200" y="203202"/>
                </a:cubicBezTo>
                <a:lnTo>
                  <a:pt x="7442200" y="1650998"/>
                </a:lnTo>
                <a:cubicBezTo>
                  <a:pt x="7442200" y="1763223"/>
                  <a:pt x="7351223" y="1854200"/>
                  <a:pt x="7238998" y="1854200"/>
                </a:cubicBezTo>
                <a:lnTo>
                  <a:pt x="203202" y="1854200"/>
                </a:lnTo>
                <a:cubicBezTo>
                  <a:pt x="90977" y="1854200"/>
                  <a:pt x="0" y="1763223"/>
                  <a:pt x="0" y="1650998"/>
                </a:cubicBezTo>
                <a:lnTo>
                  <a:pt x="0" y="203202"/>
                </a:lnTo>
                <a:cubicBezTo>
                  <a:pt x="0" y="91052"/>
                  <a:pt x="91052" y="0"/>
                  <a:pt x="203202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3">
                <a:alpha val="50196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57950" y="1619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12" name="Shape 10"/>
          <p:cNvSpPr/>
          <p:nvPr/>
        </p:nvSpPr>
        <p:spPr>
          <a:xfrm>
            <a:off x="6657975" y="17811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1906" y="47625"/>
                </a:moveTo>
                <a:cubicBezTo>
                  <a:pt x="11906" y="21357"/>
                  <a:pt x="33263" y="0"/>
                  <a:pt x="59531" y="0"/>
                </a:cubicBezTo>
                <a:lnTo>
                  <a:pt x="226219" y="0"/>
                </a:lnTo>
                <a:cubicBezTo>
                  <a:pt x="252487" y="0"/>
                  <a:pt x="273844" y="21357"/>
                  <a:pt x="273844" y="47625"/>
                </a:cubicBezTo>
                <a:lnTo>
                  <a:pt x="273844" y="333375"/>
                </a:lnTo>
                <a:cubicBezTo>
                  <a:pt x="273844" y="359643"/>
                  <a:pt x="252487" y="381000"/>
                  <a:pt x="226219" y="381000"/>
                </a:cubicBezTo>
                <a:lnTo>
                  <a:pt x="59531" y="381000"/>
                </a:lnTo>
                <a:cubicBezTo>
                  <a:pt x="33263" y="381000"/>
                  <a:pt x="11906" y="359643"/>
                  <a:pt x="11906" y="333375"/>
                </a:cubicBezTo>
                <a:lnTo>
                  <a:pt x="11906" y="47625"/>
                </a:lnTo>
                <a:close/>
                <a:moveTo>
                  <a:pt x="59531" y="47625"/>
                </a:moveTo>
                <a:lnTo>
                  <a:pt x="59531" y="273844"/>
                </a:lnTo>
                <a:lnTo>
                  <a:pt x="226219" y="273844"/>
                </a:lnTo>
                <a:lnTo>
                  <a:pt x="226219" y="47625"/>
                </a:lnTo>
                <a:lnTo>
                  <a:pt x="59531" y="47625"/>
                </a:lnTo>
                <a:close/>
                <a:moveTo>
                  <a:pt x="142875" y="351234"/>
                </a:moveTo>
                <a:cubicBezTo>
                  <a:pt x="156046" y="351234"/>
                  <a:pt x="166688" y="340593"/>
                  <a:pt x="166688" y="327422"/>
                </a:cubicBezTo>
                <a:cubicBezTo>
                  <a:pt x="166688" y="314251"/>
                  <a:pt x="156046" y="303609"/>
                  <a:pt x="142875" y="303609"/>
                </a:cubicBezTo>
                <a:cubicBezTo>
                  <a:pt x="129704" y="303609"/>
                  <a:pt x="119063" y="314251"/>
                  <a:pt x="119063" y="327422"/>
                </a:cubicBezTo>
                <a:cubicBezTo>
                  <a:pt x="119063" y="340593"/>
                  <a:pt x="129704" y="351234"/>
                  <a:pt x="142875" y="351234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13" name="Text 11"/>
          <p:cNvSpPr/>
          <p:nvPr/>
        </p:nvSpPr>
        <p:spPr>
          <a:xfrm>
            <a:off x="7258050" y="1619250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妈妈数黑体" pitchFamily="34" charset="-120"/>
              </a:rPr>
              <a:t>远程交互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妈妈数黑体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58050" y="2038350"/>
            <a:ext cx="4381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通过基于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C#语言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以及微软的WPF框架开发的上位机APP实现，具有灵活的界面自定义能力和高效的数据绑定机制。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1000" y="3009900"/>
            <a:ext cx="4095115" cy="3390900"/>
          </a:xfrm>
          <a:custGeom>
            <a:avLst/>
            <a:gdLst/>
            <a:ahLst/>
            <a:cxnLst/>
            <a:rect l="l" t="t" r="r" b="b"/>
            <a:pathLst>
              <a:path w="7467600" h="4521200">
                <a:moveTo>
                  <a:pt x="152410" y="0"/>
                </a:moveTo>
                <a:lnTo>
                  <a:pt x="7315190" y="0"/>
                </a:lnTo>
                <a:cubicBezTo>
                  <a:pt x="7399364" y="0"/>
                  <a:pt x="7467600" y="68236"/>
                  <a:pt x="7467600" y="152410"/>
                </a:cubicBezTo>
                <a:lnTo>
                  <a:pt x="7467600" y="4368790"/>
                </a:lnTo>
                <a:cubicBezTo>
                  <a:pt x="7467600" y="4452964"/>
                  <a:pt x="7399364" y="4521200"/>
                  <a:pt x="7315190" y="4521200"/>
                </a:cubicBezTo>
                <a:lnTo>
                  <a:pt x="152410" y="4521200"/>
                </a:lnTo>
                <a:cubicBezTo>
                  <a:pt x="68236" y="4521200"/>
                  <a:pt x="0" y="4452964"/>
                  <a:pt x="0" y="4368790"/>
                </a:cubicBezTo>
                <a:lnTo>
                  <a:pt x="0" y="152410"/>
                </a:lnTo>
                <a:cubicBezTo>
                  <a:pt x="0" y="68292"/>
                  <a:pt x="68292" y="0"/>
                  <a:pt x="152410" y="0"/>
                </a:cubicBezTo>
                <a:close/>
              </a:path>
            </a:pathLst>
          </a:cu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" name="Shape 14"/>
          <p:cNvSpPr/>
          <p:nvPr/>
        </p:nvSpPr>
        <p:spPr>
          <a:xfrm>
            <a:off x="633413" y="3276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2" y="127000"/>
                </a:moveTo>
                <a:cubicBezTo>
                  <a:pt x="23812" y="69999"/>
                  <a:pt x="69999" y="23812"/>
                  <a:pt x="127000" y="23812"/>
                </a:cubicBezTo>
                <a:cubicBezTo>
                  <a:pt x="158304" y="23812"/>
                  <a:pt x="186333" y="37753"/>
                  <a:pt x="205284" y="59779"/>
                </a:cubicBezTo>
                <a:cubicBezTo>
                  <a:pt x="209550" y="64790"/>
                  <a:pt x="217091" y="65336"/>
                  <a:pt x="222052" y="61069"/>
                </a:cubicBezTo>
                <a:cubicBezTo>
                  <a:pt x="227013" y="56803"/>
                  <a:pt x="227608" y="49262"/>
                  <a:pt x="223341" y="44301"/>
                </a:cubicBezTo>
                <a:cubicBezTo>
                  <a:pt x="200075" y="17165"/>
                  <a:pt x="165546" y="0"/>
                  <a:pt x="127000" y="0"/>
                </a:cubicBezTo>
                <a:cubicBezTo>
                  <a:pt x="56852" y="0"/>
                  <a:pt x="0" y="56852"/>
                  <a:pt x="0" y="127000"/>
                </a:cubicBezTo>
                <a:lnTo>
                  <a:pt x="0" y="146844"/>
                </a:lnTo>
                <a:cubicBezTo>
                  <a:pt x="0" y="153442"/>
                  <a:pt x="5308" y="158750"/>
                  <a:pt x="11906" y="158750"/>
                </a:cubicBezTo>
                <a:cubicBezTo>
                  <a:pt x="18504" y="158750"/>
                  <a:pt x="23812" y="153442"/>
                  <a:pt x="23812" y="146844"/>
                </a:cubicBezTo>
                <a:lnTo>
                  <a:pt x="23812" y="127000"/>
                </a:lnTo>
                <a:close/>
                <a:moveTo>
                  <a:pt x="251271" y="100757"/>
                </a:moveTo>
                <a:cubicBezTo>
                  <a:pt x="249932" y="94307"/>
                  <a:pt x="243582" y="90190"/>
                  <a:pt x="237182" y="91579"/>
                </a:cubicBezTo>
                <a:cubicBezTo>
                  <a:pt x="230783" y="92968"/>
                  <a:pt x="226616" y="99268"/>
                  <a:pt x="228005" y="105668"/>
                </a:cubicBezTo>
                <a:cubicBezTo>
                  <a:pt x="229443" y="112564"/>
                  <a:pt x="230237" y="119707"/>
                  <a:pt x="230237" y="127050"/>
                </a:cubicBezTo>
                <a:lnTo>
                  <a:pt x="230237" y="146893"/>
                </a:lnTo>
                <a:cubicBezTo>
                  <a:pt x="230237" y="153491"/>
                  <a:pt x="235545" y="158800"/>
                  <a:pt x="242143" y="158800"/>
                </a:cubicBezTo>
                <a:cubicBezTo>
                  <a:pt x="248741" y="158800"/>
                  <a:pt x="254050" y="153491"/>
                  <a:pt x="254050" y="146893"/>
                </a:cubicBezTo>
                <a:lnTo>
                  <a:pt x="254050" y="127050"/>
                </a:lnTo>
                <a:cubicBezTo>
                  <a:pt x="254050" y="118070"/>
                  <a:pt x="253107" y="109289"/>
                  <a:pt x="251321" y="100806"/>
                </a:cubicBezTo>
                <a:close/>
                <a:moveTo>
                  <a:pt x="127000" y="39688"/>
                </a:moveTo>
                <a:cubicBezTo>
                  <a:pt x="117574" y="39688"/>
                  <a:pt x="108446" y="41176"/>
                  <a:pt x="99963" y="43954"/>
                </a:cubicBezTo>
                <a:cubicBezTo>
                  <a:pt x="92422" y="46434"/>
                  <a:pt x="90686" y="55711"/>
                  <a:pt x="95845" y="61764"/>
                </a:cubicBezTo>
                <a:cubicBezTo>
                  <a:pt x="99368" y="65881"/>
                  <a:pt x="105172" y="67121"/>
                  <a:pt x="110430" y="65683"/>
                </a:cubicBezTo>
                <a:cubicBezTo>
                  <a:pt x="115689" y="64244"/>
                  <a:pt x="121245" y="63500"/>
                  <a:pt x="127000" y="63500"/>
                </a:cubicBezTo>
                <a:cubicBezTo>
                  <a:pt x="162074" y="63500"/>
                  <a:pt x="190500" y="91926"/>
                  <a:pt x="190500" y="127000"/>
                </a:cubicBezTo>
                <a:lnTo>
                  <a:pt x="190500" y="139353"/>
                </a:lnTo>
                <a:cubicBezTo>
                  <a:pt x="190500" y="151854"/>
                  <a:pt x="189756" y="164306"/>
                  <a:pt x="188317" y="176709"/>
                </a:cubicBezTo>
                <a:cubicBezTo>
                  <a:pt x="187474" y="183952"/>
                  <a:pt x="192980" y="190500"/>
                  <a:pt x="200323" y="190500"/>
                </a:cubicBezTo>
                <a:cubicBezTo>
                  <a:pt x="206177" y="190500"/>
                  <a:pt x="211187" y="186234"/>
                  <a:pt x="211882" y="180429"/>
                </a:cubicBezTo>
                <a:cubicBezTo>
                  <a:pt x="213519" y="166836"/>
                  <a:pt x="214362" y="153144"/>
                  <a:pt x="214362" y="139402"/>
                </a:cubicBezTo>
                <a:lnTo>
                  <a:pt x="214362" y="127050"/>
                </a:lnTo>
                <a:cubicBezTo>
                  <a:pt x="214362" y="78829"/>
                  <a:pt x="175270" y="39737"/>
                  <a:pt x="127050" y="39737"/>
                </a:cubicBezTo>
                <a:close/>
                <a:moveTo>
                  <a:pt x="74761" y="73769"/>
                </a:moveTo>
                <a:cubicBezTo>
                  <a:pt x="70247" y="68511"/>
                  <a:pt x="62210" y="68114"/>
                  <a:pt x="57944" y="73571"/>
                </a:cubicBezTo>
                <a:cubicBezTo>
                  <a:pt x="46484" y="88354"/>
                  <a:pt x="39687" y="106859"/>
                  <a:pt x="39687" y="127000"/>
                </a:cubicBezTo>
                <a:lnTo>
                  <a:pt x="39687" y="139353"/>
                </a:lnTo>
                <a:cubicBezTo>
                  <a:pt x="39687" y="151358"/>
                  <a:pt x="38398" y="163364"/>
                  <a:pt x="35818" y="175022"/>
                </a:cubicBezTo>
                <a:cubicBezTo>
                  <a:pt x="34131" y="182761"/>
                  <a:pt x="39737" y="190450"/>
                  <a:pt x="47675" y="190450"/>
                </a:cubicBezTo>
                <a:cubicBezTo>
                  <a:pt x="52884" y="190450"/>
                  <a:pt x="57547" y="186978"/>
                  <a:pt x="58688" y="181868"/>
                </a:cubicBezTo>
                <a:cubicBezTo>
                  <a:pt x="61863" y="167928"/>
                  <a:pt x="63500" y="153690"/>
                  <a:pt x="63500" y="139303"/>
                </a:cubicBezTo>
                <a:lnTo>
                  <a:pt x="63500" y="126950"/>
                </a:lnTo>
                <a:cubicBezTo>
                  <a:pt x="63500" y="113457"/>
                  <a:pt x="67717" y="100955"/>
                  <a:pt x="74861" y="90686"/>
                </a:cubicBezTo>
                <a:cubicBezTo>
                  <a:pt x="78432" y="85527"/>
                  <a:pt x="78829" y="78482"/>
                  <a:pt x="74761" y="73720"/>
                </a:cubicBezTo>
                <a:close/>
                <a:moveTo>
                  <a:pt x="127000" y="79375"/>
                </a:moveTo>
                <a:cubicBezTo>
                  <a:pt x="100707" y="79375"/>
                  <a:pt x="79375" y="100707"/>
                  <a:pt x="79375" y="127000"/>
                </a:cubicBezTo>
                <a:lnTo>
                  <a:pt x="79375" y="139353"/>
                </a:lnTo>
                <a:cubicBezTo>
                  <a:pt x="79375" y="157162"/>
                  <a:pt x="77093" y="174823"/>
                  <a:pt x="72529" y="191988"/>
                </a:cubicBezTo>
                <a:cubicBezTo>
                  <a:pt x="70644" y="199082"/>
                  <a:pt x="75853" y="206375"/>
                  <a:pt x="83195" y="206375"/>
                </a:cubicBezTo>
                <a:cubicBezTo>
                  <a:pt x="87908" y="206375"/>
                  <a:pt x="92075" y="203299"/>
                  <a:pt x="93315" y="198735"/>
                </a:cubicBezTo>
                <a:cubicBezTo>
                  <a:pt x="98524" y="179388"/>
                  <a:pt x="101203" y="159445"/>
                  <a:pt x="101203" y="139353"/>
                </a:cubicBezTo>
                <a:lnTo>
                  <a:pt x="101203" y="127000"/>
                </a:lnTo>
                <a:cubicBezTo>
                  <a:pt x="101203" y="112762"/>
                  <a:pt x="112762" y="101203"/>
                  <a:pt x="127000" y="101203"/>
                </a:cubicBezTo>
                <a:cubicBezTo>
                  <a:pt x="141238" y="101203"/>
                  <a:pt x="152797" y="112762"/>
                  <a:pt x="152797" y="127000"/>
                </a:cubicBezTo>
                <a:lnTo>
                  <a:pt x="152797" y="139353"/>
                </a:lnTo>
                <a:cubicBezTo>
                  <a:pt x="152797" y="157361"/>
                  <a:pt x="151061" y="175270"/>
                  <a:pt x="147638" y="192881"/>
                </a:cubicBezTo>
                <a:cubicBezTo>
                  <a:pt x="146298" y="199777"/>
                  <a:pt x="151457" y="206375"/>
                  <a:pt x="158452" y="206375"/>
                </a:cubicBezTo>
                <a:cubicBezTo>
                  <a:pt x="163513" y="206375"/>
                  <a:pt x="167878" y="202902"/>
                  <a:pt x="168870" y="197941"/>
                </a:cubicBezTo>
                <a:cubicBezTo>
                  <a:pt x="172690" y="178693"/>
                  <a:pt x="174625" y="159097"/>
                  <a:pt x="174625" y="139353"/>
                </a:cubicBezTo>
                <a:lnTo>
                  <a:pt x="174625" y="127000"/>
                </a:lnTo>
                <a:cubicBezTo>
                  <a:pt x="174625" y="100707"/>
                  <a:pt x="153293" y="79375"/>
                  <a:pt x="127000" y="79375"/>
                </a:cubicBezTo>
                <a:close/>
                <a:moveTo>
                  <a:pt x="138906" y="127000"/>
                </a:moveTo>
                <a:cubicBezTo>
                  <a:pt x="138906" y="120402"/>
                  <a:pt x="133598" y="115094"/>
                  <a:pt x="127000" y="115094"/>
                </a:cubicBezTo>
                <a:cubicBezTo>
                  <a:pt x="120402" y="115094"/>
                  <a:pt x="115094" y="120402"/>
                  <a:pt x="115094" y="127000"/>
                </a:cubicBezTo>
                <a:lnTo>
                  <a:pt x="115094" y="139353"/>
                </a:lnTo>
                <a:cubicBezTo>
                  <a:pt x="115094" y="169069"/>
                  <a:pt x="109637" y="198537"/>
                  <a:pt x="98971" y="226268"/>
                </a:cubicBezTo>
                <a:lnTo>
                  <a:pt x="96044" y="233859"/>
                </a:lnTo>
                <a:cubicBezTo>
                  <a:pt x="93662" y="240010"/>
                  <a:pt x="96738" y="246906"/>
                  <a:pt x="102890" y="249237"/>
                </a:cubicBezTo>
                <a:cubicBezTo>
                  <a:pt x="109041" y="251569"/>
                  <a:pt x="115937" y="248543"/>
                  <a:pt x="118269" y="242391"/>
                </a:cubicBezTo>
                <a:lnTo>
                  <a:pt x="121196" y="234801"/>
                </a:lnTo>
                <a:cubicBezTo>
                  <a:pt x="132904" y="204341"/>
                  <a:pt x="138906" y="171996"/>
                  <a:pt x="138906" y="139353"/>
                </a:cubicBezTo>
                <a:lnTo>
                  <a:pt x="138906" y="127000"/>
                </a:ln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17" name="Text 15"/>
          <p:cNvSpPr/>
          <p:nvPr/>
        </p:nvSpPr>
        <p:spPr>
          <a:xfrm>
            <a:off x="847725" y="3238500"/>
            <a:ext cx="5000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妈妈数黑体" pitchFamily="34" charset="-120"/>
              </a:rPr>
              <a:t>电容触控技术</a:t>
            </a:r>
            <a:endParaRPr lang="en-US" sz="1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妈妈数黑体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9600" y="3657600"/>
            <a:ext cx="3628390" cy="762000"/>
          </a:xfrm>
          <a:custGeom>
            <a:avLst/>
            <a:gdLst/>
            <a:ahLst/>
            <a:cxnLst/>
            <a:rect l="l" t="t" r="r" b="b"/>
            <a:pathLst>
              <a:path w="6858000" h="1016000">
                <a:moveTo>
                  <a:pt x="101600" y="0"/>
                </a:moveTo>
                <a:lnTo>
                  <a:pt x="6756400" y="0"/>
                </a:lnTo>
                <a:cubicBezTo>
                  <a:pt x="6812475" y="0"/>
                  <a:pt x="6858000" y="45525"/>
                  <a:pt x="6858000" y="101600"/>
                </a:cubicBezTo>
                <a:lnTo>
                  <a:pt x="6858000" y="914400"/>
                </a:lnTo>
                <a:cubicBezTo>
                  <a:pt x="6858000" y="970475"/>
                  <a:pt x="6812475" y="1016000"/>
                  <a:pt x="6756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762000" y="381000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工作原理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4076700"/>
            <a:ext cx="490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检测</a:t>
            </a: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手指接近或触碰引起的</a:t>
            </a:r>
            <a:r>
              <a:rPr 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电容变化</a:t>
            </a: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来判断操作指令</a:t>
            </a:r>
            <a:endParaRPr 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533900"/>
            <a:ext cx="3628390" cy="762000"/>
          </a:xfrm>
          <a:custGeom>
            <a:avLst/>
            <a:gdLst/>
            <a:ahLst/>
            <a:cxnLst/>
            <a:rect l="l" t="t" r="r" b="b"/>
            <a:pathLst>
              <a:path w="6858000" h="1016000">
                <a:moveTo>
                  <a:pt x="101600" y="0"/>
                </a:moveTo>
                <a:lnTo>
                  <a:pt x="6756400" y="0"/>
                </a:lnTo>
                <a:cubicBezTo>
                  <a:pt x="6812475" y="0"/>
                  <a:pt x="6858000" y="45525"/>
                  <a:pt x="6858000" y="101600"/>
                </a:cubicBezTo>
                <a:lnTo>
                  <a:pt x="6858000" y="914400"/>
                </a:lnTo>
                <a:cubicBezTo>
                  <a:pt x="6858000" y="970475"/>
                  <a:pt x="6812475" y="1016000"/>
                  <a:pt x="6756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62000" y="468630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环境适应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" y="4953000"/>
            <a:ext cx="490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密封性结构</a:t>
            </a: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，极其适用于潮湿环境</a:t>
            </a:r>
            <a:endParaRPr 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9600" y="5410200"/>
            <a:ext cx="3628390" cy="762000"/>
          </a:xfrm>
          <a:custGeom>
            <a:avLst/>
            <a:gdLst/>
            <a:ahLst/>
            <a:cxnLst/>
            <a:rect l="l" t="t" r="r" b="b"/>
            <a:pathLst>
              <a:path w="6858000" h="1016000">
                <a:moveTo>
                  <a:pt x="101600" y="0"/>
                </a:moveTo>
                <a:lnTo>
                  <a:pt x="6756400" y="0"/>
                </a:lnTo>
                <a:cubicBezTo>
                  <a:pt x="6812475" y="0"/>
                  <a:pt x="6858000" y="45525"/>
                  <a:pt x="6858000" y="101600"/>
                </a:cubicBezTo>
                <a:lnTo>
                  <a:pt x="6858000" y="914400"/>
                </a:lnTo>
                <a:cubicBezTo>
                  <a:pt x="6858000" y="970475"/>
                  <a:pt x="6812475" y="1016000"/>
                  <a:pt x="6756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762000" y="556260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信号处理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2000" y="5829300"/>
            <a:ext cx="490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通过GPIO口采集信号，</a:t>
            </a:r>
            <a:r>
              <a:rPr 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软件滤波</a:t>
            </a: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避免误触发</a:t>
            </a:r>
            <a:endParaRPr 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49800" y="3019425"/>
            <a:ext cx="3605530" cy="3390900"/>
          </a:xfrm>
          <a:custGeom>
            <a:avLst/>
            <a:gdLst/>
            <a:ahLst/>
            <a:cxnLst/>
            <a:rect l="l" t="t" r="r" b="b"/>
            <a:pathLst>
              <a:path w="7467600" h="4521200">
                <a:moveTo>
                  <a:pt x="152410" y="0"/>
                </a:moveTo>
                <a:lnTo>
                  <a:pt x="7315190" y="0"/>
                </a:lnTo>
                <a:cubicBezTo>
                  <a:pt x="7399364" y="0"/>
                  <a:pt x="7467600" y="68236"/>
                  <a:pt x="7467600" y="152410"/>
                </a:cubicBezTo>
                <a:lnTo>
                  <a:pt x="7467600" y="4368790"/>
                </a:lnTo>
                <a:cubicBezTo>
                  <a:pt x="7467600" y="4452964"/>
                  <a:pt x="7399364" y="4521200"/>
                  <a:pt x="7315190" y="4521200"/>
                </a:cubicBezTo>
                <a:lnTo>
                  <a:pt x="152410" y="4521200"/>
                </a:lnTo>
                <a:cubicBezTo>
                  <a:pt x="68236" y="4521200"/>
                  <a:pt x="0" y="4452964"/>
                  <a:pt x="0" y="4368790"/>
                </a:cubicBezTo>
                <a:lnTo>
                  <a:pt x="0" y="152410"/>
                </a:lnTo>
                <a:cubicBezTo>
                  <a:pt x="0" y="68292"/>
                  <a:pt x="68292" y="0"/>
                  <a:pt x="152410" y="0"/>
                </a:cubicBezTo>
                <a:close/>
              </a:path>
            </a:pathLst>
          </a:cu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8" name="Shape 26"/>
          <p:cNvSpPr/>
          <p:nvPr/>
        </p:nvSpPr>
        <p:spPr>
          <a:xfrm>
            <a:off x="5026025" y="32861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9688" y="0"/>
                </a:moveTo>
                <a:cubicBezTo>
                  <a:pt x="22175" y="0"/>
                  <a:pt x="7938" y="14238"/>
                  <a:pt x="7938" y="31750"/>
                </a:cubicBezTo>
                <a:lnTo>
                  <a:pt x="7938" y="222250"/>
                </a:lnTo>
                <a:cubicBezTo>
                  <a:pt x="7938" y="239762"/>
                  <a:pt x="22175" y="254000"/>
                  <a:pt x="39688" y="254000"/>
                </a:cubicBezTo>
                <a:lnTo>
                  <a:pt x="150813" y="254000"/>
                </a:lnTo>
                <a:cubicBezTo>
                  <a:pt x="168325" y="254000"/>
                  <a:pt x="182563" y="239762"/>
                  <a:pt x="182563" y="222250"/>
                </a:cubicBezTo>
                <a:lnTo>
                  <a:pt x="182563" y="31750"/>
                </a:lnTo>
                <a:cubicBezTo>
                  <a:pt x="182563" y="14238"/>
                  <a:pt x="168325" y="0"/>
                  <a:pt x="150813" y="0"/>
                </a:cubicBezTo>
                <a:lnTo>
                  <a:pt x="39688" y="0"/>
                </a:lnTo>
                <a:close/>
                <a:moveTo>
                  <a:pt x="75406" y="206375"/>
                </a:moveTo>
                <a:lnTo>
                  <a:pt x="115094" y="206375"/>
                </a:lnTo>
                <a:cubicBezTo>
                  <a:pt x="121692" y="206375"/>
                  <a:pt x="127000" y="211683"/>
                  <a:pt x="127000" y="218281"/>
                </a:cubicBezTo>
                <a:cubicBezTo>
                  <a:pt x="127000" y="224879"/>
                  <a:pt x="121692" y="230188"/>
                  <a:pt x="115094" y="230188"/>
                </a:cubicBezTo>
                <a:lnTo>
                  <a:pt x="75406" y="230188"/>
                </a:lnTo>
                <a:cubicBezTo>
                  <a:pt x="68808" y="230188"/>
                  <a:pt x="63500" y="224879"/>
                  <a:pt x="63500" y="218281"/>
                </a:cubicBezTo>
                <a:cubicBezTo>
                  <a:pt x="63500" y="211683"/>
                  <a:pt x="68808" y="206375"/>
                  <a:pt x="75406" y="206375"/>
                </a:cubicBezTo>
                <a:close/>
              </a:path>
            </a:pathLst>
          </a:custGeom>
          <a:solidFill>
            <a:schemeClr val="accent3"/>
          </a:solidFill>
        </p:spPr>
      </p:sp>
      <p:sp>
        <p:nvSpPr>
          <p:cNvPr id="29" name="Text 27"/>
          <p:cNvSpPr/>
          <p:nvPr/>
        </p:nvSpPr>
        <p:spPr>
          <a:xfrm>
            <a:off x="5216525" y="3248025"/>
            <a:ext cx="289623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手机APP功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</a:t>
            </a:r>
            <a:endParaRPr lang="zh-CN" altLang="en-US" sz="1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78400" y="3667125"/>
            <a:ext cx="3065780" cy="762000"/>
          </a:xfrm>
          <a:custGeom>
            <a:avLst/>
            <a:gdLst/>
            <a:ahLst/>
            <a:cxnLst/>
            <a:rect l="l" t="t" r="r" b="b"/>
            <a:pathLst>
              <a:path w="6858000" h="1016000">
                <a:moveTo>
                  <a:pt x="101600" y="0"/>
                </a:moveTo>
                <a:lnTo>
                  <a:pt x="6756400" y="0"/>
                </a:lnTo>
                <a:cubicBezTo>
                  <a:pt x="6812475" y="0"/>
                  <a:pt x="6858000" y="45525"/>
                  <a:pt x="6858000" y="101600"/>
                </a:cubicBezTo>
                <a:lnTo>
                  <a:pt x="6858000" y="914400"/>
                </a:lnTo>
                <a:cubicBezTo>
                  <a:pt x="6858000" y="970475"/>
                  <a:pt x="6812475" y="1016000"/>
                  <a:pt x="6756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130800" y="3819525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技术架构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30800" y="4067175"/>
            <a:ext cx="490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C# + WPF框架</a:t>
            </a: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</a:t>
            </a:r>
            <a:endParaRPr 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978400" y="4543425"/>
            <a:ext cx="3065780" cy="762000"/>
          </a:xfrm>
          <a:custGeom>
            <a:avLst/>
            <a:gdLst/>
            <a:ahLst/>
            <a:cxnLst/>
            <a:rect l="l" t="t" r="r" b="b"/>
            <a:pathLst>
              <a:path w="6858000" h="1016000">
                <a:moveTo>
                  <a:pt x="101600" y="0"/>
                </a:moveTo>
                <a:lnTo>
                  <a:pt x="6756400" y="0"/>
                </a:lnTo>
                <a:cubicBezTo>
                  <a:pt x="6812475" y="0"/>
                  <a:pt x="6858000" y="45525"/>
                  <a:pt x="6858000" y="101600"/>
                </a:cubicBezTo>
                <a:lnTo>
                  <a:pt x="6858000" y="914400"/>
                </a:lnTo>
                <a:cubicBezTo>
                  <a:pt x="6858000" y="970475"/>
                  <a:pt x="6812475" y="1016000"/>
                  <a:pt x="6756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130800" y="4695825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实时监控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30800" y="4962525"/>
            <a:ext cx="490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水温、按摩模式等运行状态的</a:t>
            </a:r>
            <a:r>
              <a:rPr 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实时可视化</a:t>
            </a:r>
            <a:endParaRPr lang="en-US" sz="10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978400" y="5419725"/>
            <a:ext cx="3065780" cy="762000"/>
          </a:xfrm>
          <a:custGeom>
            <a:avLst/>
            <a:gdLst/>
            <a:ahLst/>
            <a:cxnLst/>
            <a:rect l="l" t="t" r="r" b="b"/>
            <a:pathLst>
              <a:path w="6858000" h="1016000">
                <a:moveTo>
                  <a:pt x="101600" y="0"/>
                </a:moveTo>
                <a:lnTo>
                  <a:pt x="6756400" y="0"/>
                </a:lnTo>
                <a:cubicBezTo>
                  <a:pt x="6812475" y="0"/>
                  <a:pt x="6858000" y="45525"/>
                  <a:pt x="6858000" y="101600"/>
                </a:cubicBezTo>
                <a:lnTo>
                  <a:pt x="6858000" y="914400"/>
                </a:lnTo>
                <a:cubicBezTo>
                  <a:pt x="6858000" y="970475"/>
                  <a:pt x="6812475" y="1016000"/>
                  <a:pt x="6756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5130800" y="5572125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远程操作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130800" y="5838825"/>
            <a:ext cx="490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支持远程的温度设定、模式选择等操作</a:t>
            </a:r>
            <a:endParaRPr 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  <p:pic>
        <p:nvPicPr>
          <p:cNvPr id="42" name="ECB019B1-382A-4266-B25C-5B523AA43C14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7670" y="2771775"/>
            <a:ext cx="2503805" cy="4124325"/>
          </a:xfrm>
          <a:prstGeom prst="rect">
            <a:avLst/>
          </a:prstGeom>
        </p:spPr>
      </p:pic>
      <p:sp>
        <p:nvSpPr>
          <p:cNvPr id="60" name="矩形: 圆角 54"/>
          <p:cNvSpPr/>
          <p:nvPr/>
        </p:nvSpPr>
        <p:spPr>
          <a:xfrm>
            <a:off x="800717" y="165805"/>
            <a:ext cx="2152795" cy="534639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4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j-cs"/>
              </a:rPr>
              <a:t>设计方案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/>
          <p:cNvPicPr>
            <a:picLocks noGrp="1" noChangeAspect="1"/>
          </p:cNvPicPr>
          <p:nvPr>
            <p:ph type="pic" sz="quarter"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70" b="11070"/>
          <a:stretch>
            <a:fillRect/>
          </a:stretch>
        </p:blipFill>
        <p:spPr/>
      </p:pic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图片 -1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644774" y="2330068"/>
            <a:ext cx="3477284" cy="317248"/>
          </a:xfrm>
        </p:spPr>
        <p:txBody>
          <a:bodyPr/>
          <a:lstStyle/>
          <a:p>
            <a:r>
              <a:rPr lang="en-US" altLang="zh-CN" dirty="0"/>
              <a:t> THANK YOU FOR YOUR  ATTENTION.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31117" y="1332678"/>
            <a:ext cx="5521325" cy="99739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恳请各位老师批评指正</a:t>
            </a:r>
            <a:r>
              <a:rPr lang="en-US" altLang="zh-CN" sz="4000" dirty="0"/>
              <a:t>!</a:t>
            </a:r>
            <a:endParaRPr lang="zh-CN" altLang="en-US" sz="4000" dirty="0"/>
          </a:p>
        </p:txBody>
      </p:sp>
      <p:sp>
        <p:nvSpPr>
          <p:cNvPr id="13" name="直角三角形 12"/>
          <p:cNvSpPr/>
          <p:nvPr/>
        </p:nvSpPr>
        <p:spPr>
          <a:xfrm rot="13500000" flipH="1">
            <a:off x="8270827" y="5906016"/>
            <a:ext cx="2044036" cy="2044036"/>
          </a:xfrm>
          <a:prstGeom prst="rtTriangle">
            <a:avLst/>
          </a:prstGeom>
          <a:solidFill>
            <a:schemeClr val="tx1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 flipH="1">
            <a:off x="9093200" y="3759200"/>
            <a:ext cx="3098800" cy="30988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YPE" val="icon"/>
</p:tagLst>
</file>

<file path=ppt/tags/tag2.xml><?xml version="1.0" encoding="utf-8"?>
<p:tagLst xmlns:p="http://schemas.openxmlformats.org/presentationml/2006/main">
  <p:tag name="TYPE" val="icon"/>
</p:tagLst>
</file>

<file path=ppt/tags/tag3.xml><?xml version="1.0" encoding="utf-8"?>
<p:tagLst xmlns:p="http://schemas.openxmlformats.org/presentationml/2006/main">
  <p:tag name="TYPE" val="icon"/>
</p:tagLst>
</file>

<file path=ppt/tags/tag4.xml><?xml version="1.0" encoding="utf-8"?>
<p:tagLst xmlns:p="http://schemas.openxmlformats.org/presentationml/2006/main">
  <p:tag name="TYPE" val="vector"/>
</p:tagLst>
</file>

<file path=ppt/tags/tag5.xml><?xml version="1.0" encoding="utf-8"?>
<p:tagLst xmlns:p="http://schemas.openxmlformats.org/presentationml/2006/main">
  <p:tag name="TYPE" val="vector"/>
</p:tagLst>
</file>

<file path=ppt/tags/tag6.xml><?xml version="1.0" encoding="utf-8"?>
<p:tagLst xmlns:p="http://schemas.openxmlformats.org/presentationml/2006/main">
  <p:tag name="TYPE" val="vector"/>
</p:tagLst>
</file>

<file path=ppt/tags/tag7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65"/>
  <p:tag name="OP_SCP_COMPONENT_INFO" val="{&quot;title&quot;:&quot;红色扁平2项PPT流程&quot;,&quot;description&quot;:&quot;红色扁平2项PPT流程&quot;,&quot;keywords&quot;:[&quot;红色&quot;,&quot;扁平&quot;,&quot;2项&quot;,&quot;PPT&quot;,&quot;流程&quot;],&quot;labels&quot;:[]}"/>
  <p:tag name="OP_SCP_GROUP_ID" val="7d4b040a-c734-f850-a1c7-f200fc65c3ed"/>
  <p:tag name="OP_SCP_ITEM_COUNT" val="2"/>
</p:tagLst>
</file>

<file path=ppt/tags/tag8.xml><?xml version="1.0" encoding="utf-8"?>
<p:tagLst xmlns:p="http://schemas.openxmlformats.org/presentationml/2006/main">
  <p:tag name="OP_SCP_SHAPE_TYPE" val="Index"/>
  <p:tag name="OP_SCP_ITEM_INDEX" val="1"/>
  <p:tag name="OP_SCP_DEFAULT_TEXT" val="01"/>
</p:tagLst>
</file>

<file path=ppt/tags/tag9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0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。"/>
</p:tagLst>
</file>

<file path=ppt/tags/tag11.xml><?xml version="1.0" encoding="utf-8"?>
<p:tagLst xmlns:p="http://schemas.openxmlformats.org/presentationml/2006/main">
  <p:tag name="OP_SCP_SHAPE_TYPE" val="Index"/>
  <p:tag name="OP_SCP_ITEM_INDEX" val="2"/>
  <p:tag name="OP_SCP_DEFAULT_TEXT" val="02"/>
</p:tagLst>
</file>

<file path=ppt/tags/tag12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13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。"/>
</p:tagLst>
</file>

<file path=ppt/tags/tag14.xml><?xml version="1.0" encoding="utf-8"?>
<p:tagLst xmlns:p="http://schemas.openxmlformats.org/presentationml/2006/main">
  <p:tag name="TYPE" val="vector"/>
</p:tagLst>
</file>

<file path=ppt/tags/tag15.xml><?xml version="1.0" encoding="utf-8"?>
<p:tagLst xmlns:p="http://schemas.openxmlformats.org/presentationml/2006/main">
  <p:tag name="TYPE" val="vector"/>
</p:tagLst>
</file>

<file path=ppt/tags/tag16.xml><?xml version="1.0" encoding="utf-8"?>
<p:tagLst xmlns:p="http://schemas.openxmlformats.org/presentationml/2006/main">
  <p:tag name="TYPE" val="vector"/>
</p:tagLst>
</file>

<file path=ppt/tags/tag17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20"/>
  <p:tag name="OP_SCP_COMPONENT_INFO" val="{&quot;title&quot;:&quot;红色矩形扁平4项PPT列表&quot;,&quot;description&quot;:&quot;红色矩形扁平4项PPT列表&quot;,&quot;keywords&quot;:[&quot;红色&quot;,&quot;矩形&quot;,&quot;扁平&quot;,&quot;4项&quot;,&quot;PPT&quot;,&quot;列表&quot;],&quot;labels&quot;:[]}"/>
  <p:tag name="OP_SCP_GROUP_ID" val="a20b90c7-0ea6-50b3-e1ff-9c85f6e3f15f"/>
  <p:tag name="OP_SCP_ITEM_COUNT" val="4"/>
</p:tagLst>
</file>

<file path=ppt/tags/tag18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19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20.xml><?xml version="1.0" encoding="utf-8"?>
<p:tagLst xmlns:p="http://schemas.openxmlformats.org/presentationml/2006/main">
  <p:tag name="OP_SCP_SHAPE_TYPE" val="Title"/>
  <p:tag name="OP_SCP_ITEM_INDEX" val="4"/>
  <p:tag name="OP_SCP_DEFAULT_TEXT" val="添加标题"/>
</p:tagLst>
</file>

<file path=ppt/tags/tag21.xml><?xml version="1.0" encoding="utf-8"?>
<p:tagLst xmlns:p="http://schemas.openxmlformats.org/presentationml/2006/main">
  <p:tag name="OP_SCP_SHAPE_TYPE" val="Body"/>
  <p:tag name="OP_SCP_ITEM_INDEX" val="4"/>
  <p:tag name="OP_SCP_DEFAULT_TEXT" val="单击此处添加文本，单击此处添加文本。"/>
</p:tagLst>
</file>

<file path=ppt/tags/tag22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23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24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5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。"/>
</p:tagLst>
</file>

<file path=ppt/tags/tag26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27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28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。"/>
</p:tagLst>
</file>

<file path=ppt/tags/tag29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30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31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32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。"/>
</p:tagLst>
</file>

<file path=ppt/tags/tag33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34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35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36.xml><?xml version="1.0" encoding="utf-8"?>
<p:tagLst xmlns:p="http://schemas.openxmlformats.org/presentationml/2006/main">
  <p:tag name="KSO_WM_DIAGRAM_VIRTUALLY_FRAME" val="{&quot;height&quot;:303.11228346456693,&quot;left&quot;:52,&quot;top&quot;:163.48874015748032,&quot;width&quot;:855}"/>
</p:tagLst>
</file>

<file path=ppt/tags/tag37.xml><?xml version="1.0" encoding="utf-8"?>
<p:tagLst xmlns:p="http://schemas.openxmlformats.org/presentationml/2006/main">
  <p:tag name="KSO_WM_DIAGRAM_VIRTUALLY_FRAME" val="{&quot;height&quot;:259.09094488188975,&quot;left&quot;:514.0909448818898,&quot;top&quot;:147.27275590551181,&quot;width&quot;:402.2727559055117}"/>
</p:tagLst>
</file>

<file path=ppt/tags/tag38.xml><?xml version="1.0" encoding="utf-8"?>
<p:tagLst xmlns:p="http://schemas.openxmlformats.org/presentationml/2006/main">
  <p:tag name="KSO_WM_DIAGRAM_VIRTUALLY_FRAME" val="{&quot;height&quot;:259.09094488188975,&quot;left&quot;:514.0909448818898,&quot;top&quot;:147.27275590551181,&quot;width&quot;:402.2727559055117}"/>
</p:tagLst>
</file>

<file path=ppt/tags/tag39.xml><?xml version="1.0" encoding="utf-8"?>
<p:tagLst xmlns:p="http://schemas.openxmlformats.org/presentationml/2006/main">
  <p:tag name="KSO_WM_DIAGRAM_VIRTUALLY_FRAME" val="{&quot;height&quot;:259.09094488188975,&quot;left&quot;:514.0909448818898,&quot;top&quot;:147.27275590551181,&quot;width&quot;:402.2727559055117}"/>
</p:tagLst>
</file>

<file path=ppt/tags/tag40.xml><?xml version="1.0" encoding="utf-8"?>
<p:tagLst xmlns:p="http://schemas.openxmlformats.org/presentationml/2006/main">
  <p:tag name="ISLIDE.THEME" val="af41927c-3fad-408d-9c56-916c64049077"/>
</p:tagLst>
</file>

<file path=ppt/theme/theme1.xml><?xml version="1.0" encoding="utf-8"?>
<a:theme xmlns:a="http://schemas.openxmlformats.org/drawingml/2006/main" name="主题5">
  <a:themeElements>
    <a:clrScheme name="母校模板颜色">
      <a:dk1>
        <a:srgbClr val="262626"/>
      </a:dk1>
      <a:lt1>
        <a:sysClr val="window" lastClr="FFFFFF"/>
      </a:lt1>
      <a:dk2>
        <a:srgbClr val="262626"/>
      </a:dk2>
      <a:lt2>
        <a:srgbClr val="E7E6E6"/>
      </a:lt2>
      <a:accent1>
        <a:srgbClr val="014782"/>
      </a:accent1>
      <a:accent2>
        <a:srgbClr val="02DADF"/>
      </a:accent2>
      <a:accent3>
        <a:srgbClr val="F49E02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2472</Words>
  <Application>WPS 演示</Application>
  <PresentationFormat>宽屏</PresentationFormat>
  <Paragraphs>342</Paragraphs>
  <Slides>16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quote-cjk-patch</vt:lpstr>
      <vt:lpstr>Segoe Print</vt:lpstr>
      <vt:lpstr>MiSans</vt:lpstr>
      <vt:lpstr>MiSans Semibold</vt:lpstr>
      <vt:lpstr>MiSans</vt:lpstr>
      <vt:lpstr>MiSans</vt:lpstr>
      <vt:lpstr>阿里妈妈数黑体</vt:lpstr>
      <vt:lpstr>黑体</vt:lpstr>
      <vt:lpstr>阿里妈妈数黑体</vt:lpstr>
      <vt:lpstr>阿里妈妈数黑体</vt:lpstr>
      <vt:lpstr>Arial</vt:lpstr>
      <vt:lpstr>Arial Unicode MS</vt:lpstr>
      <vt:lpstr>Calibri</vt:lpstr>
      <vt:lpstr>等线</vt:lpstr>
      <vt:lpstr>Wingdings</vt:lpstr>
      <vt:lpstr>quote-cjk-patch</vt:lpstr>
      <vt:lpstr>Liter</vt:lpstr>
      <vt:lpstr>Liter</vt:lpstr>
      <vt:lpstr>Liter</vt:lpstr>
      <vt:lpstr>MingLiU-ExtB</vt:lpstr>
      <vt:lpstr>主题5</vt:lpstr>
      <vt:lpstr>TCLayout.ActiveDocument.1</vt:lpstr>
      <vt:lpstr>TCLayout.ActiveDocument.1</vt:lpstr>
      <vt:lpstr>智能控温足浴桶的设计与实现</vt:lpstr>
      <vt:lpstr>PowerPoint 演示文稿</vt:lpstr>
      <vt:lpstr>项目背景与意义</vt:lpstr>
      <vt:lpstr>1  项目背景与意义</vt:lpstr>
      <vt:lpstr>市场调研与现有产品分析</vt:lpstr>
      <vt:lpstr>2  市场调研和现有产品分析</vt:lpstr>
      <vt:lpstr>设计重点与难点</vt:lpstr>
      <vt:lpstr>4  设计重点与难点</vt:lpstr>
      <vt:lpstr>设计方案</vt:lpstr>
      <vt:lpstr>4  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恳请各位老师批评指正!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hhqhh</cp:lastModifiedBy>
  <cp:revision>131</cp:revision>
  <cp:lastPrinted>2017-11-14T16:00:00Z</cp:lastPrinted>
  <dcterms:created xsi:type="dcterms:W3CDTF">2017-11-14T16:00:00Z</dcterms:created>
  <dcterms:modified xsi:type="dcterms:W3CDTF">2025-12-23T15:04:56Z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CE902C988AFC40D391C1E966D87C418B_12</vt:lpwstr>
  </property>
  <property fmtid="{D5CDD505-2E9C-101B-9397-08002B2CF9AE}" pid="4" name="KSOProductBuildVer">
    <vt:lpwstr>2052-12.1.0.24034</vt:lpwstr>
  </property>
</Properties>
</file>